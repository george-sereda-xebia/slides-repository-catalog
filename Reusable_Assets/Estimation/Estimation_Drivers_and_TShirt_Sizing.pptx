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6"/>
  </p:notesMasterIdLst>
  <p:sldIdLst>
    <p:sldId id="2147481615"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9D02A35-01CE-C344-1EFC-2FE3BFA5C684}" v="19" dt="2026-01-22T14:28:46.81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microsoft.com/office/2016/11/relationships/changesInfo" Target="changesInfos/changesInfo1.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eorge Sereda" userId="S::george.sereda@xebia.com::5e824fc6-3a6a-482b-8597-f9374fb4b421" providerId="AD" clId="Web-{D9D02A35-01CE-C344-1EFC-2FE3BFA5C684}"/>
    <pc:docChg chg="addSld delSld modSld">
      <pc:chgData name="George Sereda" userId="S::george.sereda@xebia.com::5e824fc6-3a6a-482b-8597-f9374fb4b421" providerId="AD" clId="Web-{D9D02A35-01CE-C344-1EFC-2FE3BFA5C684}" dt="2026-01-22T14:28:46.817" v="13"/>
      <pc:docMkLst>
        <pc:docMk/>
      </pc:docMkLst>
      <pc:sldChg chg="del">
        <pc:chgData name="George Sereda" userId="S::george.sereda@xebia.com::5e824fc6-3a6a-482b-8597-f9374fb4b421" providerId="AD" clId="Web-{D9D02A35-01CE-C344-1EFC-2FE3BFA5C684}" dt="2026-01-22T14:28:38.739" v="3"/>
        <pc:sldMkLst>
          <pc:docMk/>
          <pc:sldMk cId="109857222" sldId="256"/>
        </pc:sldMkLst>
      </pc:sldChg>
      <pc:sldChg chg="delSp add del">
        <pc:chgData name="George Sereda" userId="S::george.sereda@xebia.com::5e824fc6-3a6a-482b-8597-f9374fb4b421" providerId="AD" clId="Web-{D9D02A35-01CE-C344-1EFC-2FE3BFA5C684}" dt="2026-01-22T14:28:46.817" v="13"/>
        <pc:sldMkLst>
          <pc:docMk/>
          <pc:sldMk cId="3698344854" sldId="2147481615"/>
        </pc:sldMkLst>
        <pc:spChg chg="del">
          <ac:chgData name="George Sereda" userId="S::george.sereda@xebia.com::5e824fc6-3a6a-482b-8597-f9374fb4b421" providerId="AD" clId="Web-{D9D02A35-01CE-C344-1EFC-2FE3BFA5C684}" dt="2026-01-22T14:28:46.817" v="6"/>
          <ac:spMkLst>
            <pc:docMk/>
            <pc:sldMk cId="3698344854" sldId="2147481615"/>
            <ac:spMk id="5" creationId="{D1529449-B27D-F337-0385-8A0521EB9EAD}"/>
          </ac:spMkLst>
        </pc:spChg>
        <pc:spChg chg="del">
          <ac:chgData name="George Sereda" userId="S::george.sereda@xebia.com::5e824fc6-3a6a-482b-8597-f9374fb4b421" providerId="AD" clId="Web-{D9D02A35-01CE-C344-1EFC-2FE3BFA5C684}" dt="2026-01-22T14:28:44.630" v="4"/>
          <ac:spMkLst>
            <pc:docMk/>
            <pc:sldMk cId="3698344854" sldId="2147481615"/>
            <ac:spMk id="7" creationId="{5CD1C61C-D9CA-CAC1-9E61-E042736B0771}"/>
          </ac:spMkLst>
        </pc:spChg>
        <pc:spChg chg="del">
          <ac:chgData name="George Sereda" userId="S::george.sereda@xebia.com::5e824fc6-3a6a-482b-8597-f9374fb4b421" providerId="AD" clId="Web-{D9D02A35-01CE-C344-1EFC-2FE3BFA5C684}" dt="2026-01-22T14:28:46.817" v="5"/>
          <ac:spMkLst>
            <pc:docMk/>
            <pc:sldMk cId="3698344854" sldId="2147481615"/>
            <ac:spMk id="10" creationId="{3D98B607-9DAD-D2B3-9066-3DA1DB5DCBFA}"/>
          </ac:spMkLst>
        </pc:spChg>
        <pc:spChg chg="del">
          <ac:chgData name="George Sereda" userId="S::george.sereda@xebia.com::5e824fc6-3a6a-482b-8597-f9374fb4b421" providerId="AD" clId="Web-{D9D02A35-01CE-C344-1EFC-2FE3BFA5C684}" dt="2026-01-22T14:28:46.817" v="11"/>
          <ac:spMkLst>
            <pc:docMk/>
            <pc:sldMk cId="3698344854" sldId="2147481615"/>
            <ac:spMk id="34" creationId="{4E572E4B-0D4B-F416-2A00-9F01DF362605}"/>
          </ac:spMkLst>
        </pc:spChg>
        <pc:spChg chg="del">
          <ac:chgData name="George Sereda" userId="S::george.sereda@xebia.com::5e824fc6-3a6a-482b-8597-f9374fb4b421" providerId="AD" clId="Web-{D9D02A35-01CE-C344-1EFC-2FE3BFA5C684}" dt="2026-01-22T14:28:46.817" v="10"/>
          <ac:spMkLst>
            <pc:docMk/>
            <pc:sldMk cId="3698344854" sldId="2147481615"/>
            <ac:spMk id="35" creationId="{C01C1D80-1DB2-F0D6-74E2-7A25ECC7E159}"/>
          </ac:spMkLst>
        </pc:spChg>
        <pc:spChg chg="del">
          <ac:chgData name="George Sereda" userId="S::george.sereda@xebia.com::5e824fc6-3a6a-482b-8597-f9374fb4b421" providerId="AD" clId="Web-{D9D02A35-01CE-C344-1EFC-2FE3BFA5C684}" dt="2026-01-22T14:28:46.817" v="9"/>
          <ac:spMkLst>
            <pc:docMk/>
            <pc:sldMk cId="3698344854" sldId="2147481615"/>
            <ac:spMk id="40" creationId="{AF301D5D-AB4E-0C00-5B94-07577687B1F4}"/>
          </ac:spMkLst>
        </pc:spChg>
        <pc:spChg chg="del">
          <ac:chgData name="George Sereda" userId="S::george.sereda@xebia.com::5e824fc6-3a6a-482b-8597-f9374fb4b421" providerId="AD" clId="Web-{D9D02A35-01CE-C344-1EFC-2FE3BFA5C684}" dt="2026-01-22T14:28:46.817" v="7"/>
          <ac:spMkLst>
            <pc:docMk/>
            <pc:sldMk cId="3698344854" sldId="2147481615"/>
            <ac:spMk id="53" creationId="{8B46065E-3A57-8E36-7098-511804720945}"/>
          </ac:spMkLst>
        </pc:spChg>
        <pc:picChg chg="del">
          <ac:chgData name="George Sereda" userId="S::george.sereda@xebia.com::5e824fc6-3a6a-482b-8597-f9374fb4b421" providerId="AD" clId="Web-{D9D02A35-01CE-C344-1EFC-2FE3BFA5C684}" dt="2026-01-22T14:28:46.817" v="13"/>
          <ac:picMkLst>
            <pc:docMk/>
            <pc:sldMk cId="3698344854" sldId="2147481615"/>
            <ac:picMk id="9" creationId="{C0C62C26-1036-438C-4291-87E76B356916}"/>
          </ac:picMkLst>
        </pc:picChg>
        <pc:picChg chg="del">
          <ac:chgData name="George Sereda" userId="S::george.sereda@xebia.com::5e824fc6-3a6a-482b-8597-f9374fb4b421" providerId="AD" clId="Web-{D9D02A35-01CE-C344-1EFC-2FE3BFA5C684}" dt="2026-01-22T14:28:46.817" v="12"/>
          <ac:picMkLst>
            <pc:docMk/>
            <pc:sldMk cId="3698344854" sldId="2147481615"/>
            <ac:picMk id="11" creationId="{6F575073-2F49-8EDD-E668-9F303D94A7FD}"/>
          </ac:picMkLst>
        </pc:picChg>
        <pc:picChg chg="del">
          <ac:chgData name="George Sereda" userId="S::george.sereda@xebia.com::5e824fc6-3a6a-482b-8597-f9374fb4b421" providerId="AD" clId="Web-{D9D02A35-01CE-C344-1EFC-2FE3BFA5C684}" dt="2026-01-22T14:28:46.817" v="8"/>
          <ac:picMkLst>
            <pc:docMk/>
            <pc:sldMk cId="3698344854" sldId="2147481615"/>
            <ac:picMk id="52" creationId="{A25580BB-15D9-0F66-9C4A-B735F2DB202D}"/>
          </ac:picMkLst>
        </pc:picChg>
      </pc:sldChg>
      <pc:sldMasterChg chg="addSldLayout">
        <pc:chgData name="George Sereda" userId="S::george.sereda@xebia.com::5e824fc6-3a6a-482b-8597-f9374fb4b421" providerId="AD" clId="Web-{D9D02A35-01CE-C344-1EFC-2FE3BFA5C684}" dt="2026-01-22T14:28:34.786" v="0"/>
        <pc:sldMasterMkLst>
          <pc:docMk/>
          <pc:sldMasterMk cId="2460954070" sldId="2147483660"/>
        </pc:sldMasterMkLst>
        <pc:sldLayoutChg chg="add">
          <pc:chgData name="George Sereda" userId="S::george.sereda@xebia.com::5e824fc6-3a6a-482b-8597-f9374fb4b421" providerId="AD" clId="Web-{D9D02A35-01CE-C344-1EFC-2FE3BFA5C684}" dt="2026-01-22T14:28:34.786" v="0"/>
          <pc:sldLayoutMkLst>
            <pc:docMk/>
            <pc:sldMasterMk cId="2460954070" sldId="2147483660"/>
            <pc:sldLayoutMk cId="4260334192" sldId="2147483672"/>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7DB7AF-78AF-40A0-8A9F-12205BE6A73C}" type="datetimeFigureOut">
              <a:t>1/22/2026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888F79C-E156-4C49-A337-B2A4C93E71AB}" type="slidenum">
              <a:t>‹#›</a:t>
            </a:fld>
            <a:endParaRPr lang="en-US"/>
          </a:p>
        </p:txBody>
      </p:sp>
    </p:spTree>
    <p:extLst>
      <p:ext uri="{BB962C8B-B14F-4D97-AF65-F5344CB8AC3E}">
        <p14:creationId xmlns:p14="http://schemas.microsoft.com/office/powerpoint/2010/main" val="8900176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5F9779-1369-4A79-AFBB-20ECE6E9C3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9DAA1B-31E0-C20A-5BDC-EB161AE147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48F9B0-ECC1-C066-610B-467FF191BC49}"/>
              </a:ext>
            </a:extLst>
          </p:cNvPr>
          <p:cNvSpPr>
            <a:spLocks noGrp="1"/>
          </p:cNvSpPr>
          <p:nvPr>
            <p:ph type="body" idx="1"/>
          </p:nvPr>
        </p:nvSpPr>
        <p:spPr/>
        <p:txBody>
          <a:bodyPr/>
          <a:lstStyle/>
          <a:p>
            <a:endParaRPr lang="en-US">
              <a:latin typeface="Suisse Int'l" panose="020B0504000000000000" pitchFamily="34" charset="-78"/>
            </a:endParaRPr>
          </a:p>
        </p:txBody>
      </p:sp>
      <p:sp>
        <p:nvSpPr>
          <p:cNvPr id="4" name="Slide Number Placeholder 3">
            <a:extLst>
              <a:ext uri="{FF2B5EF4-FFF2-40B4-BE49-F238E27FC236}">
                <a16:creationId xmlns:a16="http://schemas.microsoft.com/office/drawing/2014/main" id="{A8CA40A8-3816-5DB0-6F12-5574DAF00BB4}"/>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Suisse Int'l" panose="020B0504000000000000" pitchFamily="34" charset="-78"/>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1800" b="0" i="0" u="none" strike="noStrike" kern="1200" cap="none" spc="0" normalizeH="0" baseline="0" noProof="0">
              <a:ln>
                <a:noFill/>
              </a:ln>
              <a:solidFill>
                <a:prstClr val="black"/>
              </a:solidFill>
              <a:effectLst/>
              <a:uLnTx/>
              <a:uFillTx/>
              <a:latin typeface="Suisse Int'l" panose="020B0504000000000000" pitchFamily="34" charset="-78"/>
              <a:ea typeface="+mn-ea"/>
              <a:cs typeface="+mn-cs"/>
            </a:endParaRPr>
          </a:p>
        </p:txBody>
      </p:sp>
    </p:spTree>
    <p:extLst>
      <p:ext uri="{BB962C8B-B14F-4D97-AF65-F5344CB8AC3E}">
        <p14:creationId xmlns:p14="http://schemas.microsoft.com/office/powerpoint/2010/main" val="32882113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1/22/2026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1/22/2026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1/22/2026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60334192"/>
      </p:ext>
    </p:extLst>
  </p:cSld>
  <p:clrMapOvr>
    <a:masterClrMapping/>
  </p:clrMapOvr>
  <p:extLst>
    <p:ext uri="{DCECCB84-F9BA-43D5-87BE-67443E8EF086}">
      <p15:sldGuideLst xmlns:p15="http://schemas.microsoft.com/office/powerpoint/2012/main">
        <p15:guide id="1" orient="horz" pos="255" userDrawn="1">
          <p15:clr>
            <a:srgbClr val="A4A3A4"/>
          </p15:clr>
        </p15:guide>
        <p15:guide id="2" pos="4505" userDrawn="1">
          <p15:clr>
            <a:srgbClr val="C35EA4"/>
          </p15:clr>
        </p15:guide>
        <p15:guide id="3" pos="3901" userDrawn="1">
          <p15:clr>
            <a:srgbClr val="C35EA4"/>
          </p15:clr>
        </p15:guide>
        <p15:guide id="4" pos="3779" userDrawn="1">
          <p15:clr>
            <a:srgbClr val="C35EA4"/>
          </p15:clr>
        </p15:guide>
        <p15:guide id="5" pos="4384" userDrawn="1">
          <p15:clr>
            <a:srgbClr val="C35EA4"/>
          </p15:clr>
        </p15:guide>
        <p15:guide id="6" pos="3296" userDrawn="1">
          <p15:clr>
            <a:srgbClr val="C35EA4"/>
          </p15:clr>
        </p15:guide>
        <p15:guide id="7" pos="3175" userDrawn="1">
          <p15:clr>
            <a:srgbClr val="C35EA4"/>
          </p15:clr>
        </p15:guide>
        <p15:guide id="8" pos="2691" userDrawn="1">
          <p15:clr>
            <a:srgbClr val="C35EA4"/>
          </p15:clr>
        </p15:guide>
        <p15:guide id="9" pos="4989" userDrawn="1">
          <p15:clr>
            <a:srgbClr val="C35EA4"/>
          </p15:clr>
        </p15:guide>
        <p15:guide id="10" pos="2570" userDrawn="1">
          <p15:clr>
            <a:srgbClr val="C35EA4"/>
          </p15:clr>
        </p15:guide>
        <p15:guide id="11" pos="5110" userDrawn="1">
          <p15:clr>
            <a:srgbClr val="C35EA4"/>
          </p15:clr>
        </p15:guide>
        <p15:guide id="12" pos="5594" userDrawn="1">
          <p15:clr>
            <a:srgbClr val="C35EA4"/>
          </p15:clr>
        </p15:guide>
        <p15:guide id="13" pos="2086" userDrawn="1">
          <p15:clr>
            <a:srgbClr val="C35EA4"/>
          </p15:clr>
        </p15:guide>
        <p15:guide id="14" pos="1965" userDrawn="1">
          <p15:clr>
            <a:srgbClr val="C35EA4"/>
          </p15:clr>
        </p15:guide>
        <p15:guide id="15" pos="5715" userDrawn="1">
          <p15:clr>
            <a:srgbClr val="C35EA4"/>
          </p15:clr>
        </p15:guide>
        <p15:guide id="16" pos="6199" userDrawn="1">
          <p15:clr>
            <a:srgbClr val="C35EA4"/>
          </p15:clr>
        </p15:guide>
        <p15:guide id="17" pos="1481" userDrawn="1">
          <p15:clr>
            <a:srgbClr val="C35EA4"/>
          </p15:clr>
        </p15:guide>
        <p15:guide id="18" pos="1361" userDrawn="1">
          <p15:clr>
            <a:srgbClr val="C35EA4"/>
          </p15:clr>
        </p15:guide>
        <p15:guide id="19" pos="6319" userDrawn="1">
          <p15:clr>
            <a:srgbClr val="C35EA4"/>
          </p15:clr>
        </p15:guide>
        <p15:guide id="20" pos="6803" userDrawn="1">
          <p15:clr>
            <a:srgbClr val="C35EA4"/>
          </p15:clr>
        </p15:guide>
        <p15:guide id="21" pos="877" userDrawn="1">
          <p15:clr>
            <a:srgbClr val="C35EA4"/>
          </p15:clr>
        </p15:guide>
        <p15:guide id="22" pos="755" userDrawn="1">
          <p15:clr>
            <a:srgbClr val="C35EA4"/>
          </p15:clr>
        </p15:guide>
        <p15:guide id="23" pos="6925" userDrawn="1">
          <p15:clr>
            <a:srgbClr val="C35EA4"/>
          </p15:clr>
        </p15:guide>
        <p15:guide id="24" pos="7423" userDrawn="1">
          <p15:clr>
            <a:srgbClr val="A4A3A4"/>
          </p15:clr>
        </p15:guide>
        <p15:guide id="25" pos="257" userDrawn="1">
          <p15:clr>
            <a:srgbClr val="A4A3A4"/>
          </p15:clr>
        </p15:guide>
        <p15:guide id="26" orient="horz" pos="4065" userDrawn="1">
          <p15:clr>
            <a:srgbClr val="A4A3A4"/>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1/22/2026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sv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1E1E6C-E9A0-7BA1-F31C-A2263A4CE102}"/>
            </a:ext>
          </a:extLst>
        </p:cNvPr>
        <p:cNvGrpSpPr/>
        <p:nvPr/>
      </p:nvGrpSpPr>
      <p:grpSpPr>
        <a:xfrm>
          <a:off x="0" y="0"/>
          <a:ext cx="0" cy="0"/>
          <a:chOff x="0" y="0"/>
          <a:chExt cx="0" cy="0"/>
        </a:xfrm>
      </p:grpSpPr>
      <p:pic>
        <p:nvPicPr>
          <p:cNvPr id="2" name="Rectangle 155144" descr="preencoded.png">
            <a:extLst>
              <a:ext uri="{FF2B5EF4-FFF2-40B4-BE49-F238E27FC236}">
                <a16:creationId xmlns:a16="http://schemas.microsoft.com/office/drawing/2014/main" id="{6A5D22A5-1EEB-50D6-47AE-58D15D84DFF3}"/>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337457" y="1306554"/>
            <a:ext cx="6096000" cy="4808044"/>
          </a:xfrm>
          <a:prstGeom prst="rect">
            <a:avLst/>
          </a:prstGeom>
        </p:spPr>
      </p:pic>
      <p:pic>
        <p:nvPicPr>
          <p:cNvPr id="43" name="Line 14" descr="preencoded.png">
            <a:extLst>
              <a:ext uri="{FF2B5EF4-FFF2-40B4-BE49-F238E27FC236}">
                <a16:creationId xmlns:a16="http://schemas.microsoft.com/office/drawing/2014/main" id="{246624B8-08EC-2228-12D4-07478D0FB4CF}"/>
              </a:ext>
            </a:extLst>
          </p:cNvPr>
          <p:cNvPicPr preferRelativeResize="0">
            <a:picLocks/>
          </p:cNvPicPr>
          <p:nvPr/>
        </p:nvPicPr>
        <p:blipFill>
          <a:blip r:embed="rId5"/>
          <a:srcRect/>
          <a:stretch/>
        </p:blipFill>
        <p:spPr>
          <a:xfrm>
            <a:off x="406400" y="698500"/>
            <a:ext cx="11379200" cy="2400"/>
          </a:xfrm>
          <a:prstGeom prst="rect">
            <a:avLst/>
          </a:prstGeom>
        </p:spPr>
      </p:pic>
      <p:pic>
        <p:nvPicPr>
          <p:cNvPr id="44" name="Xebia" descr="preencoded.png">
            <a:extLst>
              <a:ext uri="{FF2B5EF4-FFF2-40B4-BE49-F238E27FC236}">
                <a16:creationId xmlns:a16="http://schemas.microsoft.com/office/drawing/2014/main" id="{689323B5-A7E7-1AAD-CE0F-4EC32C094C48}"/>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11112501" y="292100"/>
            <a:ext cx="673101" cy="215900"/>
          </a:xfrm>
          <a:prstGeom prst="rect">
            <a:avLst/>
          </a:prstGeom>
        </p:spPr>
      </p:pic>
      <p:sp>
        <p:nvSpPr>
          <p:cNvPr id="45" name="name_00">
            <a:extLst>
              <a:ext uri="{FF2B5EF4-FFF2-40B4-BE49-F238E27FC236}">
                <a16:creationId xmlns:a16="http://schemas.microsoft.com/office/drawing/2014/main" id="{F888705D-53DA-FABC-0557-5756FC5A1CD7}"/>
              </a:ext>
            </a:extLst>
          </p:cNvPr>
          <p:cNvSpPr/>
          <p:nvPr/>
        </p:nvSpPr>
        <p:spPr>
          <a:xfrm>
            <a:off x="406400" y="374650"/>
            <a:ext cx="6027057" cy="694195"/>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defTabSz="609660">
              <a:lnSpc>
                <a:spcPts val="1400"/>
              </a:lnSpc>
              <a:defRPr/>
            </a:pPr>
            <a:r>
              <a:rPr lang="en-US" sz="1050" kern="0">
                <a:solidFill>
                  <a:srgbClr val="000000"/>
                </a:solidFill>
                <a:latin typeface="+mj-lt"/>
                <a:ea typeface="Suisse Int'l Regular" pitchFamily="34" charset="-122"/>
                <a:cs typeface="Suisse Int'l Regular" pitchFamily="34" charset="-120"/>
              </a:rPr>
              <a:t>
</a:t>
            </a:r>
            <a:endParaRPr lang="en-US" sz="1050">
              <a:solidFill>
                <a:srgbClr val="000000"/>
              </a:solidFill>
              <a:latin typeface="+mj-lt"/>
            </a:endParaRPr>
          </a:p>
        </p:txBody>
      </p:sp>
      <p:sp>
        <p:nvSpPr>
          <p:cNvPr id="46" name="Section title">
            <a:extLst>
              <a:ext uri="{FF2B5EF4-FFF2-40B4-BE49-F238E27FC236}">
                <a16:creationId xmlns:a16="http://schemas.microsoft.com/office/drawing/2014/main" id="{C07DEC1F-38DD-0225-A222-A94685002FBC}"/>
              </a:ext>
            </a:extLst>
          </p:cNvPr>
          <p:cNvSpPr/>
          <p:nvPr/>
        </p:nvSpPr>
        <p:spPr>
          <a:xfrm>
            <a:off x="1092200" y="374650"/>
            <a:ext cx="1761067" cy="17540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defTabSz="609660">
              <a:lnSpc>
                <a:spcPts val="1400"/>
              </a:lnSpc>
              <a:defRPr/>
            </a:pPr>
            <a:endParaRPr lang="en-US" sz="1050" kern="0">
              <a:solidFill>
                <a:srgbClr val="000000"/>
              </a:solidFill>
              <a:latin typeface="+mj-lt"/>
              <a:ea typeface="Suisse Int'l Regular" pitchFamily="34" charset="-122"/>
              <a:cs typeface="Suisse Int'l Regular" pitchFamily="34" charset="-120"/>
            </a:endParaRPr>
          </a:p>
        </p:txBody>
      </p:sp>
      <p:sp>
        <p:nvSpPr>
          <p:cNvPr id="61" name="We strive to be the Authority - as a company in each of our service domains and as professionals This mission was defined in 2004 and has guided Xebia to become the company it is today with over 5500 people in 28 offices across 16 countries We strive to b">
            <a:extLst>
              <a:ext uri="{FF2B5EF4-FFF2-40B4-BE49-F238E27FC236}">
                <a16:creationId xmlns:a16="http://schemas.microsoft.com/office/drawing/2014/main" id="{6EC483D6-2B92-FB5F-AD3A-FA4760190405}"/>
              </a:ext>
            </a:extLst>
          </p:cNvPr>
          <p:cNvSpPr/>
          <p:nvPr/>
        </p:nvSpPr>
        <p:spPr>
          <a:xfrm>
            <a:off x="1199092" y="2019756"/>
            <a:ext cx="3072341" cy="1914935"/>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defTabSz="609660">
              <a:defRPr/>
            </a:pPr>
            <a:endParaRPr lang="en-US" sz="800" kern="0">
              <a:solidFill>
                <a:srgbClr val="000000"/>
              </a:solidFill>
              <a:latin typeface="+mj-lt"/>
              <a:ea typeface="Suisse Int'l Regular" pitchFamily="34" charset="-122"/>
              <a:cs typeface="Suisse Int'l Regular" pitchFamily="34" charset="-120"/>
            </a:endParaRPr>
          </a:p>
        </p:txBody>
      </p:sp>
      <p:sp>
        <p:nvSpPr>
          <p:cNvPr id="4" name="We strive to be the Authority - as a company in each of our service domains and as professionals This mission was defined in 2004 and has guided Xebia to become the company it is today with over 5500 people in 28 offices across 16 countries We strive to b">
            <a:extLst>
              <a:ext uri="{FF2B5EF4-FFF2-40B4-BE49-F238E27FC236}">
                <a16:creationId xmlns:a16="http://schemas.microsoft.com/office/drawing/2014/main" id="{A66681F0-F323-A91E-3383-D23FED06E278}"/>
              </a:ext>
            </a:extLst>
          </p:cNvPr>
          <p:cNvSpPr/>
          <p:nvPr/>
        </p:nvSpPr>
        <p:spPr>
          <a:xfrm>
            <a:off x="1199093" y="4260795"/>
            <a:ext cx="3072341" cy="1528360"/>
          </a:xfrm>
          <a:prstGeom prst="rect">
            <a:avLst/>
          </a:prstGeom>
          <a:noFill/>
          <a:ln/>
        </p:spPr>
        <p:txBody>
          <a:bodyPr wrap="square" lIns="0" tIns="0" rIns="0" bIns="0" rtlCol="0" anchor="t"/>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spcBef>
                <a:spcPts val="400"/>
              </a:spcBef>
              <a:spcAft>
                <a:spcPts val="667"/>
              </a:spcAft>
              <a:defRPr/>
            </a:pPr>
            <a:endParaRPr lang="en-US" sz="1067">
              <a:latin typeface="+mj-lt"/>
            </a:endParaRPr>
          </a:p>
          <a:p>
            <a:pPr>
              <a:spcBef>
                <a:spcPts val="400"/>
              </a:spcBef>
              <a:spcAft>
                <a:spcPts val="667"/>
              </a:spcAft>
              <a:defRPr/>
            </a:pPr>
            <a:endParaRPr lang="en-US" sz="1050" kern="0">
              <a:solidFill>
                <a:srgbClr val="000000"/>
              </a:solidFill>
              <a:latin typeface="+mj-lt"/>
            </a:endParaRPr>
          </a:p>
        </p:txBody>
      </p:sp>
      <p:sp>
        <p:nvSpPr>
          <p:cNvPr id="8" name="Tekstvak 7">
            <a:extLst>
              <a:ext uri="{FF2B5EF4-FFF2-40B4-BE49-F238E27FC236}">
                <a16:creationId xmlns:a16="http://schemas.microsoft.com/office/drawing/2014/main" id="{F11939A8-D8F0-29D4-3D7C-A6FB701E649B}"/>
              </a:ext>
            </a:extLst>
          </p:cNvPr>
          <p:cNvSpPr txBox="1"/>
          <p:nvPr/>
        </p:nvSpPr>
        <p:spPr>
          <a:xfrm>
            <a:off x="337457" y="278512"/>
            <a:ext cx="6096000" cy="420564"/>
          </a:xfrm>
          <a:prstGeom prst="rect">
            <a:avLst/>
          </a:prstGeom>
          <a:noFill/>
        </p:spPr>
        <p:txBody>
          <a:bodyPr wrap="square">
            <a:sp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r>
              <a:rPr lang="en-US" sz="2133" b="1" kern="0" dirty="0">
                <a:solidFill>
                  <a:srgbClr val="000000"/>
                </a:solidFill>
                <a:latin typeface="+mj-lt"/>
                <a:ea typeface="Suisse Int'l Regular" pitchFamily="34" charset="-122"/>
                <a:cs typeface="Suisse Int'l Regular" pitchFamily="34" charset="-120"/>
              </a:rPr>
              <a:t>Estimate</a:t>
            </a:r>
            <a:endParaRPr lang="nl-NL" sz="2133" b="1" dirty="0"/>
          </a:p>
        </p:txBody>
      </p:sp>
      <p:sp>
        <p:nvSpPr>
          <p:cNvPr id="12" name="Tekstvak 11">
            <a:extLst>
              <a:ext uri="{FF2B5EF4-FFF2-40B4-BE49-F238E27FC236}">
                <a16:creationId xmlns:a16="http://schemas.microsoft.com/office/drawing/2014/main" id="{4164F4A5-AF52-F6B6-D217-19F34A1B5023}"/>
              </a:ext>
            </a:extLst>
          </p:cNvPr>
          <p:cNvSpPr txBox="1"/>
          <p:nvPr/>
        </p:nvSpPr>
        <p:spPr>
          <a:xfrm>
            <a:off x="406400" y="1474068"/>
            <a:ext cx="5798458" cy="2800767"/>
          </a:xfrm>
          <a:prstGeom prst="rect">
            <a:avLst/>
          </a:prstGeom>
          <a:noFill/>
        </p:spPr>
        <p:txBody>
          <a:bodyPr wrap="square">
            <a:sp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r>
              <a:rPr lang="en-US" sz="1600" kern="0" dirty="0">
                <a:solidFill>
                  <a:schemeClr val="bg2"/>
                </a:solidFill>
                <a:latin typeface="+mj-lt"/>
                <a:ea typeface="Suisse Int'l Regular" pitchFamily="34" charset="-122"/>
                <a:cs typeface="Suisse Int'l Regular" pitchFamily="34" charset="-120"/>
              </a:rPr>
              <a:t>We broke down the work and estimated it using T-shirt sizing. A spreadsheet with more details is available for creating different scenarios:
• Different team sizes impact lead time
• Onshore vs. nearshore team composition impacts budget
• Changes in scope impact both lead time and budget
We consider that a larger team requires more coordination overhead. Availability, such as illness and (public) holidays, impacts lead time but not the budget.</a:t>
            </a:r>
            <a:endParaRPr lang="nl-NL" sz="1600" dirty="0">
              <a:solidFill>
                <a:schemeClr val="bg2"/>
              </a:solidFill>
            </a:endParaRPr>
          </a:p>
        </p:txBody>
      </p:sp>
    </p:spTree>
    <p:extLst>
      <p:ext uri="{BB962C8B-B14F-4D97-AF65-F5344CB8AC3E}">
        <p14:creationId xmlns:p14="http://schemas.microsoft.com/office/powerpoint/2010/main" val="36983448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8AB178B1C63764FB69DC687AF91F3C3" ma:contentTypeVersion="14" ma:contentTypeDescription="Een nieuw document maken." ma:contentTypeScope="" ma:versionID="34baedd750c5ac2de39e17369f75ff4a">
  <xsd:schema xmlns:xsd="http://www.w3.org/2001/XMLSchema" xmlns:xs="http://www.w3.org/2001/XMLSchema" xmlns:p="http://schemas.microsoft.com/office/2006/metadata/properties" xmlns:ns2="c559e707-c4dc-481c-8f20-1390d9b1763d" xmlns:ns3="20a0acd5-61c4-4018-b951-c082e5b75858" targetNamespace="http://schemas.microsoft.com/office/2006/metadata/properties" ma:root="true" ma:fieldsID="94b6d483c48ce3ecd8a1cc1f7c9283d7" ns2:_="" ns3:_="">
    <xsd:import namespace="c559e707-c4dc-481c-8f20-1390d9b1763d"/>
    <xsd:import namespace="20a0acd5-61c4-4018-b951-c082e5b75858"/>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GenerationTime" minOccurs="0"/>
                <xsd:element ref="ns2:MediaServiceEventHashCode" minOccurs="0"/>
                <xsd:element ref="ns2:MediaLengthInSeconds" minOccurs="0"/>
                <xsd:element ref="ns2:MediaServiceLocation" minOccurs="0"/>
                <xsd:element ref="ns2:lcf76f155ced4ddcb4097134ff3c332f" minOccurs="0"/>
                <xsd:element ref="ns3:TaxCatchAll" minOccurs="0"/>
                <xsd:element ref="ns2:MediaServiceOCR"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559e707-c4dc-481c-8f20-1390d9b1763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Location" ma:index="16" nillable="true" ma:displayName="Location" ma:indexed="true" ma:internalName="MediaServiceLocation" ma:readOnly="true">
      <xsd:simpleType>
        <xsd:restriction base="dms:Text"/>
      </xsd:simpleType>
    </xsd:element>
    <xsd:element name="lcf76f155ced4ddcb4097134ff3c332f" ma:index="18" nillable="true" ma:taxonomy="true" ma:internalName="lcf76f155ced4ddcb4097134ff3c332f" ma:taxonomyFieldName="MediaServiceImageTags" ma:displayName="Afbeeldingtags" ma:readOnly="false" ma:fieldId="{5cf76f15-5ced-4ddc-b409-7134ff3c332f}" ma:taxonomyMulti="true" ma:sspId="28eca5aa-3823-4333-92a0-adf3de86d962" ma:termSetId="09814cd3-568e-fe90-9814-8d621ff8fb84" ma:anchorId="fba54fb3-c3e1-fe81-a776-ca4b69148c4d" ma:open="true" ma:isKeyword="false">
      <xsd:complexType>
        <xsd:sequence>
          <xsd:element ref="pc:Terms" minOccurs="0" maxOccurs="1"/>
        </xsd:sequence>
      </xsd:complexType>
    </xsd:element>
    <xsd:element name="MediaServiceOCR" ma:index="20" nillable="true" ma:displayName="Extracted Text" ma:internalName="MediaServiceOCR" ma:readOnly="true">
      <xsd:simpleType>
        <xsd:restriction base="dms:Note">
          <xsd:maxLength value="255"/>
        </xsd:restriction>
      </xsd:simpleType>
    </xsd:element>
    <xsd:element name="MediaServiceBillingMetadata" ma:index="21"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0a0acd5-61c4-4018-b951-c082e5b75858" elementFormDefault="qualified">
    <xsd:import namespace="http://schemas.microsoft.com/office/2006/documentManagement/types"/>
    <xsd:import namespace="http://schemas.microsoft.com/office/infopath/2007/PartnerControls"/>
    <xsd:element name="TaxCatchAll" ma:index="19" nillable="true" ma:displayName="Taxonomy Catch All Column" ma:hidden="true" ma:list="{426fe27f-2603-4c92-a102-685a412d01be}" ma:internalName="TaxCatchAll" ma:showField="CatchAllData" ma:web="20a0acd5-61c4-4018-b951-c082e5b75858">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20a0acd5-61c4-4018-b951-c082e5b75858" xsi:nil="true"/>
    <lcf76f155ced4ddcb4097134ff3c332f xmlns="c559e707-c4dc-481c-8f20-1390d9b1763d">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45E5AC5-8AD9-4FBA-BCD5-E0E22A27684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559e707-c4dc-481c-8f20-1390d9b1763d"/>
    <ds:schemaRef ds:uri="20a0acd5-61c4-4018-b951-c082e5b7585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7DB6271-8030-47D4-8D11-CEA588A5B0BB}">
  <ds:schemaRefs>
    <ds:schemaRef ds:uri="http://schemas.microsoft.com/office/2006/metadata/properties"/>
    <ds:schemaRef ds:uri="http://schemas.microsoft.com/office/infopath/2007/PartnerControls"/>
    <ds:schemaRef ds:uri="20a0acd5-61c4-4018-b951-c082e5b75858"/>
    <ds:schemaRef ds:uri="c559e707-c4dc-481c-8f20-1390d9b1763d"/>
  </ds:schemaRefs>
</ds:datastoreItem>
</file>

<file path=customXml/itemProps3.xml><?xml version="1.0" encoding="utf-8"?>
<ds:datastoreItem xmlns:ds="http://schemas.openxmlformats.org/officeDocument/2006/customXml" ds:itemID="{C5821DCA-30A7-4AAE-AB5C-ADBF79A53D7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1</Slides>
  <Notes>1</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4</cp:revision>
  <dcterms:created xsi:type="dcterms:W3CDTF">2026-01-22T14:28:03Z</dcterms:created>
  <dcterms:modified xsi:type="dcterms:W3CDTF">2026-01-22T14:28:55Z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0x01010038AB178B1C63764FB69DC687AF91F3C3</vt:lpwstr>
  </property>
  <property fmtid="{D5CDD505-2E9C-101B-9397-08002B2CF9AE}" pid="3" name="MediaServiceImageTags">
    <vt:lpwstr/>
  </property>
</Properties>
</file>