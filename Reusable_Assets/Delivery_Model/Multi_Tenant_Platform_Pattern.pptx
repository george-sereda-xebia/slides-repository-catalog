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14747424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F72E07-5185-037A-9D1C-89347EC51E40}" v="1" dt="2026-01-23T10:35:12.996"/>
    <p1510:client id="{A5F3423E-A9A0-B695-CC97-A3A1D03378D2}" v="2" dt="2026-01-23T10:31:41.167"/>
    <p1510:client id="{D8461A20-B088-BF94-AB08-A85C906F22DA}" v="3" dt="2026-01-23T10:33:52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A5F3423E-A9A0-B695-CC97-A3A1D03378D2}"/>
    <pc:docChg chg="addSld delSld">
      <pc:chgData name="George Sereda" userId="S::george.sereda@xebia.com::5e824fc6-3a6a-482b-8597-f9374fb4b421" providerId="AD" clId="Web-{A5F3423E-A9A0-B695-CC97-A3A1D03378D2}" dt="2026-01-23T10:31:41.167" v="1"/>
      <pc:docMkLst>
        <pc:docMk/>
      </pc:docMkLst>
      <pc:sldChg chg="del">
        <pc:chgData name="George Sereda" userId="S::george.sereda@xebia.com::5e824fc6-3a6a-482b-8597-f9374fb4b421" providerId="AD" clId="Web-{A5F3423E-A9A0-B695-CC97-A3A1D03378D2}" dt="2026-01-23T10:31:41.167" v="1"/>
        <pc:sldMkLst>
          <pc:docMk/>
          <pc:sldMk cId="109857222" sldId="256"/>
        </pc:sldMkLst>
      </pc:sldChg>
      <pc:sldChg chg="add">
        <pc:chgData name="George Sereda" userId="S::george.sereda@xebia.com::5e824fc6-3a6a-482b-8597-f9374fb4b421" providerId="AD" clId="Web-{A5F3423E-A9A0-B695-CC97-A3A1D03378D2}" dt="2026-01-23T10:31:36.370" v="0"/>
        <pc:sldMkLst>
          <pc:docMk/>
          <pc:sldMk cId="4085443792" sldId="2147474246"/>
        </pc:sldMkLst>
      </pc:sldChg>
      <pc:sldMasterChg chg="addSldLayout">
        <pc:chgData name="George Sereda" userId="S::george.sereda@xebia.com::5e824fc6-3a6a-482b-8597-f9374fb4b421" providerId="AD" clId="Web-{A5F3423E-A9A0-B695-CC97-A3A1D03378D2}" dt="2026-01-23T10:31:36.370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A5F3423E-A9A0-B695-CC97-A3A1D03378D2}" dt="2026-01-23T10:31:36.370" v="0"/>
          <pc:sldLayoutMkLst>
            <pc:docMk/>
            <pc:sldMasterMk cId="2460954070" sldId="2147483660"/>
            <pc:sldLayoutMk cId="1887617830" sldId="2147483672"/>
          </pc:sldLayoutMkLst>
        </pc:sldLayoutChg>
      </pc:sldMasterChg>
    </pc:docChg>
  </pc:docChgLst>
  <pc:docChgLst>
    <pc:chgData name="George Sereda" userId="S::george.sereda@xebia.com::5e824fc6-3a6a-482b-8597-f9374fb4b421" providerId="AD" clId="Web-{D8461A20-B088-BF94-AB08-A85C906F22DA}"/>
    <pc:docChg chg="modSld">
      <pc:chgData name="George Sereda" userId="S::george.sereda@xebia.com::5e824fc6-3a6a-482b-8597-f9374fb4b421" providerId="AD" clId="Web-{D8461A20-B088-BF94-AB08-A85C906F22DA}" dt="2026-01-23T10:33:52.531" v="2"/>
      <pc:docMkLst>
        <pc:docMk/>
      </pc:docMkLst>
      <pc:sldChg chg="addSp delSp">
        <pc:chgData name="George Sereda" userId="S::george.sereda@xebia.com::5e824fc6-3a6a-482b-8597-f9374fb4b421" providerId="AD" clId="Web-{D8461A20-B088-BF94-AB08-A85C906F22DA}" dt="2026-01-23T10:33:52.531" v="2"/>
        <pc:sldMkLst>
          <pc:docMk/>
          <pc:sldMk cId="4085443792" sldId="2147474246"/>
        </pc:sldMkLst>
        <pc:spChg chg="add del">
          <ac:chgData name="George Sereda" userId="S::george.sereda@xebia.com::5e824fc6-3a6a-482b-8597-f9374fb4b421" providerId="AD" clId="Web-{D8461A20-B088-BF94-AB08-A85C906F22DA}" dt="2026-01-23T10:33:52.531" v="2"/>
          <ac:spMkLst>
            <pc:docMk/>
            <pc:sldMk cId="4085443792" sldId="2147474246"/>
            <ac:spMk id="17" creationId="{F12B6E40-FA7D-43F8-EFFF-D3FD17B7DD73}"/>
          </ac:spMkLst>
        </pc:spChg>
      </pc:sldChg>
    </pc:docChg>
  </pc:docChgLst>
  <pc:docChgLst>
    <pc:chgData clId="Web-{80F72E07-5185-037A-9D1C-89347EC51E40}"/>
    <pc:docChg chg="modSld">
      <pc:chgData name="" userId="" providerId="" clId="Web-{80F72E07-5185-037A-9D1C-89347EC51E40}" dt="2026-01-23T10:35:12.996" v="0"/>
      <pc:docMkLst>
        <pc:docMk/>
      </pc:docMkLst>
      <pc:sldChg chg="delSp">
        <pc:chgData name="" userId="" providerId="" clId="Web-{80F72E07-5185-037A-9D1C-89347EC51E40}" dt="2026-01-23T10:35:12.996" v="0"/>
        <pc:sldMkLst>
          <pc:docMk/>
          <pc:sldMk cId="4085443792" sldId="2147474246"/>
        </pc:sldMkLst>
        <pc:picChg chg="del">
          <ac:chgData name="" userId="" providerId="" clId="Web-{80F72E07-5185-037A-9D1C-89347EC51E40}" dt="2026-01-23T10:35:12.996" v="0"/>
          <ac:picMkLst>
            <pc:docMk/>
            <pc:sldMk cId="4085443792" sldId="2147474246"/>
            <ac:picMk id="13" creationId="{AF54703D-79DB-D118-6357-97F2CDFB18F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D5BC0-978B-4A58-A66D-BD6297A7CBCC}" type="datetimeFigureOut"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CD4B8-41A2-4387-B53C-B39649D3F50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1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Joost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FC8E8-0CF1-4C81-B018-B9DDE5B5CC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443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1">
            <a:extLst>
              <a:ext uri="{FF2B5EF4-FFF2-40B4-BE49-F238E27FC236}">
                <a16:creationId xmlns:a16="http://schemas.microsoft.com/office/drawing/2014/main" id="{4D83A0C1-F24D-47FA-B336-D58331222FA2}"/>
              </a:ext>
            </a:extLst>
          </p:cNvPr>
          <p:cNvSpPr>
            <a:spLocks noChangeAspect="1"/>
          </p:cNvSpPr>
          <p:nvPr userDrawn="1"/>
        </p:nvSpPr>
        <p:spPr>
          <a:xfrm>
            <a:off x="8732452" y="-13853"/>
            <a:ext cx="2867367" cy="6885706"/>
          </a:xfrm>
          <a:custGeom>
            <a:avLst/>
            <a:gdLst>
              <a:gd name="connsiteX0" fmla="*/ 892481 w 5315644"/>
              <a:gd name="connsiteY0" fmla="*/ 0 h 7563811"/>
              <a:gd name="connsiteX1" fmla="*/ 5816 w 5315644"/>
              <a:gd name="connsiteY1" fmla="*/ 3571624 h 7563811"/>
              <a:gd name="connsiteX2" fmla="*/ 747667 w 5315644"/>
              <a:gd name="connsiteY2" fmla="*/ 7563812 h 7563811"/>
              <a:gd name="connsiteX3" fmla="*/ 5315644 w 5315644"/>
              <a:gd name="connsiteY3" fmla="*/ 7563812 h 7563811"/>
              <a:gd name="connsiteX4" fmla="*/ 5315644 w 5315644"/>
              <a:gd name="connsiteY4" fmla="*/ 0 h 7563811"/>
              <a:gd name="connsiteX5" fmla="*/ 892481 w 5315644"/>
              <a:gd name="connsiteY5" fmla="*/ 0 h 7563811"/>
              <a:gd name="connsiteX0" fmla="*/ 892481 w 5315644"/>
              <a:gd name="connsiteY0" fmla="*/ 0 h 7563812"/>
              <a:gd name="connsiteX1" fmla="*/ 5816 w 5315644"/>
              <a:gd name="connsiteY1" fmla="*/ 3571624 h 7563812"/>
              <a:gd name="connsiteX2" fmla="*/ 747667 w 5315644"/>
              <a:gd name="connsiteY2" fmla="*/ 7563812 h 7563812"/>
              <a:gd name="connsiteX3" fmla="*/ 2927500 w 5315644"/>
              <a:gd name="connsiteY3" fmla="*/ 7563812 h 7563812"/>
              <a:gd name="connsiteX4" fmla="*/ 5315644 w 5315644"/>
              <a:gd name="connsiteY4" fmla="*/ 0 h 7563812"/>
              <a:gd name="connsiteX5" fmla="*/ 892481 w 5315644"/>
              <a:gd name="connsiteY5" fmla="*/ 0 h 7563812"/>
              <a:gd name="connsiteX0" fmla="*/ 892481 w 5315644"/>
              <a:gd name="connsiteY0" fmla="*/ 0 h 7563812"/>
              <a:gd name="connsiteX1" fmla="*/ 5816 w 5315644"/>
              <a:gd name="connsiteY1" fmla="*/ 3571624 h 7563812"/>
              <a:gd name="connsiteX2" fmla="*/ 747667 w 5315644"/>
              <a:gd name="connsiteY2" fmla="*/ 7563812 h 7563812"/>
              <a:gd name="connsiteX3" fmla="*/ 2357198 w 5315644"/>
              <a:gd name="connsiteY3" fmla="*/ 7551931 h 7563812"/>
              <a:gd name="connsiteX4" fmla="*/ 5315644 w 5315644"/>
              <a:gd name="connsiteY4" fmla="*/ 0 h 7563812"/>
              <a:gd name="connsiteX5" fmla="*/ 892481 w 5315644"/>
              <a:gd name="connsiteY5" fmla="*/ 0 h 7563812"/>
              <a:gd name="connsiteX0" fmla="*/ 892481 w 5315644"/>
              <a:gd name="connsiteY0" fmla="*/ 0 h 7563813"/>
              <a:gd name="connsiteX1" fmla="*/ 5816 w 5315644"/>
              <a:gd name="connsiteY1" fmla="*/ 3571624 h 7563813"/>
              <a:gd name="connsiteX2" fmla="*/ 747667 w 5315644"/>
              <a:gd name="connsiteY2" fmla="*/ 7563812 h 7563813"/>
              <a:gd name="connsiteX3" fmla="*/ 2535418 w 5315644"/>
              <a:gd name="connsiteY3" fmla="*/ 7563813 h 7563813"/>
              <a:gd name="connsiteX4" fmla="*/ 5315644 w 5315644"/>
              <a:gd name="connsiteY4" fmla="*/ 0 h 7563813"/>
              <a:gd name="connsiteX5" fmla="*/ 892481 w 5315644"/>
              <a:gd name="connsiteY5" fmla="*/ 0 h 7563813"/>
              <a:gd name="connsiteX0" fmla="*/ 892481 w 2535418"/>
              <a:gd name="connsiteY0" fmla="*/ 0 h 7563813"/>
              <a:gd name="connsiteX1" fmla="*/ 5816 w 2535418"/>
              <a:gd name="connsiteY1" fmla="*/ 3571624 h 7563813"/>
              <a:gd name="connsiteX2" fmla="*/ 747667 w 2535418"/>
              <a:gd name="connsiteY2" fmla="*/ 7563812 h 7563813"/>
              <a:gd name="connsiteX3" fmla="*/ 2535418 w 2535418"/>
              <a:gd name="connsiteY3" fmla="*/ 7563813 h 7563813"/>
              <a:gd name="connsiteX4" fmla="*/ 2250266 w 2535418"/>
              <a:gd name="connsiteY4" fmla="*/ 59407 h 7563813"/>
              <a:gd name="connsiteX5" fmla="*/ 892481 w 2535418"/>
              <a:gd name="connsiteY5" fmla="*/ 0 h 7563813"/>
              <a:gd name="connsiteX0" fmla="*/ 892481 w 2547299"/>
              <a:gd name="connsiteY0" fmla="*/ 0 h 7563813"/>
              <a:gd name="connsiteX1" fmla="*/ 5816 w 2547299"/>
              <a:gd name="connsiteY1" fmla="*/ 3571624 h 7563813"/>
              <a:gd name="connsiteX2" fmla="*/ 747667 w 2547299"/>
              <a:gd name="connsiteY2" fmla="*/ 7563812 h 7563813"/>
              <a:gd name="connsiteX3" fmla="*/ 2535418 w 2547299"/>
              <a:gd name="connsiteY3" fmla="*/ 7563813 h 7563813"/>
              <a:gd name="connsiteX4" fmla="*/ 2547299 w 2547299"/>
              <a:gd name="connsiteY4" fmla="*/ 1 h 7563813"/>
              <a:gd name="connsiteX5" fmla="*/ 892481 w 2547299"/>
              <a:gd name="connsiteY5" fmla="*/ 0 h 7563813"/>
              <a:gd name="connsiteX0" fmla="*/ 892481 w 5792267"/>
              <a:gd name="connsiteY0" fmla="*/ 0 h 7576011"/>
              <a:gd name="connsiteX1" fmla="*/ 5816 w 5792267"/>
              <a:gd name="connsiteY1" fmla="*/ 3571624 h 7576011"/>
              <a:gd name="connsiteX2" fmla="*/ 747667 w 5792267"/>
              <a:gd name="connsiteY2" fmla="*/ 7563812 h 7576011"/>
              <a:gd name="connsiteX3" fmla="*/ 5792264 w 5792267"/>
              <a:gd name="connsiteY3" fmla="*/ 7576011 h 7576011"/>
              <a:gd name="connsiteX4" fmla="*/ 2547299 w 5792267"/>
              <a:gd name="connsiteY4" fmla="*/ 1 h 7576011"/>
              <a:gd name="connsiteX5" fmla="*/ 892481 w 5792267"/>
              <a:gd name="connsiteY5" fmla="*/ 0 h 7576011"/>
              <a:gd name="connsiteX0" fmla="*/ 892481 w 5795414"/>
              <a:gd name="connsiteY0" fmla="*/ 12197 h 7588208"/>
              <a:gd name="connsiteX1" fmla="*/ 5816 w 5795414"/>
              <a:gd name="connsiteY1" fmla="*/ 3583821 h 7588208"/>
              <a:gd name="connsiteX2" fmla="*/ 747667 w 5795414"/>
              <a:gd name="connsiteY2" fmla="*/ 7576009 h 7588208"/>
              <a:gd name="connsiteX3" fmla="*/ 5792264 w 5795414"/>
              <a:gd name="connsiteY3" fmla="*/ 7588208 h 7588208"/>
              <a:gd name="connsiteX4" fmla="*/ 5795414 w 5795414"/>
              <a:gd name="connsiteY4" fmla="*/ 0 h 7588208"/>
              <a:gd name="connsiteX5" fmla="*/ 892481 w 5795414"/>
              <a:gd name="connsiteY5" fmla="*/ 12197 h 7588208"/>
              <a:gd name="connsiteX0" fmla="*/ 892481 w 5795414"/>
              <a:gd name="connsiteY0" fmla="*/ 12197 h 7588208"/>
              <a:gd name="connsiteX1" fmla="*/ 5816 w 5795414"/>
              <a:gd name="connsiteY1" fmla="*/ 3583821 h 7588208"/>
              <a:gd name="connsiteX2" fmla="*/ 747667 w 5795414"/>
              <a:gd name="connsiteY2" fmla="*/ 7576009 h 7588208"/>
              <a:gd name="connsiteX3" fmla="*/ 5792265 w 5795414"/>
              <a:gd name="connsiteY3" fmla="*/ 7588208 h 7588208"/>
              <a:gd name="connsiteX4" fmla="*/ 5795414 w 5795414"/>
              <a:gd name="connsiteY4" fmla="*/ 0 h 7588208"/>
              <a:gd name="connsiteX5" fmla="*/ 892481 w 5795414"/>
              <a:gd name="connsiteY5" fmla="*/ 12197 h 7588208"/>
              <a:gd name="connsiteX0" fmla="*/ 892481 w 5795414"/>
              <a:gd name="connsiteY0" fmla="*/ 12197 h 7576009"/>
              <a:gd name="connsiteX1" fmla="*/ 5816 w 5795414"/>
              <a:gd name="connsiteY1" fmla="*/ 3583821 h 7576009"/>
              <a:gd name="connsiteX2" fmla="*/ 747667 w 5795414"/>
              <a:gd name="connsiteY2" fmla="*/ 7576009 h 7576009"/>
              <a:gd name="connsiteX3" fmla="*/ 5792265 w 5795414"/>
              <a:gd name="connsiteY3" fmla="*/ 7249712 h 7576009"/>
              <a:gd name="connsiteX4" fmla="*/ 5795414 w 5795414"/>
              <a:gd name="connsiteY4" fmla="*/ 0 h 7576009"/>
              <a:gd name="connsiteX5" fmla="*/ 892481 w 5795414"/>
              <a:gd name="connsiteY5" fmla="*/ 12197 h 7576009"/>
              <a:gd name="connsiteX0" fmla="*/ 892481 w 5795414"/>
              <a:gd name="connsiteY0" fmla="*/ 12197 h 7576009"/>
              <a:gd name="connsiteX1" fmla="*/ 5816 w 5795414"/>
              <a:gd name="connsiteY1" fmla="*/ 3583821 h 7576009"/>
              <a:gd name="connsiteX2" fmla="*/ 747667 w 5795414"/>
              <a:gd name="connsiteY2" fmla="*/ 7576009 h 7576009"/>
              <a:gd name="connsiteX3" fmla="*/ 5792265 w 5795414"/>
              <a:gd name="connsiteY3" fmla="*/ 7571283 h 7576009"/>
              <a:gd name="connsiteX4" fmla="*/ 5795414 w 5795414"/>
              <a:gd name="connsiteY4" fmla="*/ 0 h 7576009"/>
              <a:gd name="connsiteX5" fmla="*/ 892481 w 5795414"/>
              <a:gd name="connsiteY5" fmla="*/ 12197 h 7576009"/>
              <a:gd name="connsiteX0" fmla="*/ 244943 w 5795414"/>
              <a:gd name="connsiteY0" fmla="*/ 0 h 7589493"/>
              <a:gd name="connsiteX1" fmla="*/ 5816 w 5795414"/>
              <a:gd name="connsiteY1" fmla="*/ 3597305 h 7589493"/>
              <a:gd name="connsiteX2" fmla="*/ 747667 w 5795414"/>
              <a:gd name="connsiteY2" fmla="*/ 7589493 h 7589493"/>
              <a:gd name="connsiteX3" fmla="*/ 5792265 w 5795414"/>
              <a:gd name="connsiteY3" fmla="*/ 7584767 h 7589493"/>
              <a:gd name="connsiteX4" fmla="*/ 5795414 w 5795414"/>
              <a:gd name="connsiteY4" fmla="*/ 13484 h 7589493"/>
              <a:gd name="connsiteX5" fmla="*/ 244943 w 5795414"/>
              <a:gd name="connsiteY5" fmla="*/ 0 h 7589493"/>
              <a:gd name="connsiteX0" fmla="*/ 0 w 5550471"/>
              <a:gd name="connsiteY0" fmla="*/ 0 h 7589493"/>
              <a:gd name="connsiteX1" fmla="*/ 352103 w 5550471"/>
              <a:gd name="connsiteY1" fmla="*/ 3580184 h 7589493"/>
              <a:gd name="connsiteX2" fmla="*/ 502724 w 5550471"/>
              <a:gd name="connsiteY2" fmla="*/ 7589493 h 7589493"/>
              <a:gd name="connsiteX3" fmla="*/ 5547322 w 5550471"/>
              <a:gd name="connsiteY3" fmla="*/ 7584767 h 7589493"/>
              <a:gd name="connsiteX4" fmla="*/ 5550471 w 5550471"/>
              <a:gd name="connsiteY4" fmla="*/ 13484 h 7589493"/>
              <a:gd name="connsiteX5" fmla="*/ 0 w 5550471"/>
              <a:gd name="connsiteY5" fmla="*/ 0 h 7589493"/>
              <a:gd name="connsiteX0" fmla="*/ 338101 w 5212879"/>
              <a:gd name="connsiteY0" fmla="*/ 0 h 7589493"/>
              <a:gd name="connsiteX1" fmla="*/ 14511 w 5212879"/>
              <a:gd name="connsiteY1" fmla="*/ 3580184 h 7589493"/>
              <a:gd name="connsiteX2" fmla="*/ 165132 w 5212879"/>
              <a:gd name="connsiteY2" fmla="*/ 7589493 h 7589493"/>
              <a:gd name="connsiteX3" fmla="*/ 5209730 w 5212879"/>
              <a:gd name="connsiteY3" fmla="*/ 7584767 h 7589493"/>
              <a:gd name="connsiteX4" fmla="*/ 5212879 w 5212879"/>
              <a:gd name="connsiteY4" fmla="*/ 13484 h 7589493"/>
              <a:gd name="connsiteX5" fmla="*/ 338101 w 5212879"/>
              <a:gd name="connsiteY5" fmla="*/ 0 h 7589493"/>
              <a:gd name="connsiteX0" fmla="*/ 334006 w 5208784"/>
              <a:gd name="connsiteY0" fmla="*/ 0 h 7584767"/>
              <a:gd name="connsiteX1" fmla="*/ 10416 w 5208784"/>
              <a:gd name="connsiteY1" fmla="*/ 3580184 h 7584767"/>
              <a:gd name="connsiteX2" fmla="*/ 315884 w 5208784"/>
              <a:gd name="connsiteY2" fmla="*/ 7563812 h 7584767"/>
              <a:gd name="connsiteX3" fmla="*/ 5205635 w 5208784"/>
              <a:gd name="connsiteY3" fmla="*/ 7584767 h 7584767"/>
              <a:gd name="connsiteX4" fmla="*/ 5208784 w 5208784"/>
              <a:gd name="connsiteY4" fmla="*/ 13484 h 7584767"/>
              <a:gd name="connsiteX5" fmla="*/ 334006 w 5208784"/>
              <a:gd name="connsiteY5" fmla="*/ 0 h 7584767"/>
              <a:gd name="connsiteX0" fmla="*/ 334006 w 5208784"/>
              <a:gd name="connsiteY0" fmla="*/ 0 h 7606615"/>
              <a:gd name="connsiteX1" fmla="*/ 10416 w 5208784"/>
              <a:gd name="connsiteY1" fmla="*/ 3580184 h 7606615"/>
              <a:gd name="connsiteX2" fmla="*/ 315884 w 5208784"/>
              <a:gd name="connsiteY2" fmla="*/ 7606615 h 7606615"/>
              <a:gd name="connsiteX3" fmla="*/ 5205635 w 5208784"/>
              <a:gd name="connsiteY3" fmla="*/ 7584767 h 7606615"/>
              <a:gd name="connsiteX4" fmla="*/ 5208784 w 5208784"/>
              <a:gd name="connsiteY4" fmla="*/ 13484 h 7606615"/>
              <a:gd name="connsiteX5" fmla="*/ 334006 w 5208784"/>
              <a:gd name="connsiteY5" fmla="*/ 0 h 76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08784" h="7606615">
                <a:moveTo>
                  <a:pt x="334006" y="0"/>
                </a:moveTo>
                <a:cubicBezTo>
                  <a:pt x="552497" y="1866494"/>
                  <a:pt x="92985" y="2179995"/>
                  <a:pt x="10416" y="3580184"/>
                </a:cubicBezTo>
                <a:cubicBezTo>
                  <a:pt x="-77234" y="5057878"/>
                  <a:pt x="420049" y="6189909"/>
                  <a:pt x="315884" y="7606615"/>
                </a:cubicBezTo>
                <a:lnTo>
                  <a:pt x="5205635" y="7584767"/>
                </a:lnTo>
                <a:cubicBezTo>
                  <a:pt x="5209595" y="5063496"/>
                  <a:pt x="5204824" y="2534755"/>
                  <a:pt x="5208784" y="13484"/>
                </a:cubicBezTo>
                <a:lnTo>
                  <a:pt x="334006" y="0"/>
                </a:lnTo>
                <a:close/>
              </a:path>
            </a:pathLst>
          </a:custGeom>
          <a:solidFill>
            <a:schemeClr val="accent1"/>
          </a:solidFill>
          <a:ln w="12692" cap="flat">
            <a:noFill/>
            <a:prstDash val="solid"/>
            <a:miter/>
          </a:ln>
        </p:spPr>
        <p:txBody>
          <a:bodyPr rtlCol="0" anchor="ctr"/>
          <a:lstStyle/>
          <a:p>
            <a:endParaRPr lang="nl-NL" sz="1633"/>
          </a:p>
        </p:txBody>
      </p:sp>
      <p:sp>
        <p:nvSpPr>
          <p:cNvPr id="5" name="Tekstvak 4"/>
          <p:cNvSpPr txBox="1"/>
          <p:nvPr userDrawn="1"/>
        </p:nvSpPr>
        <p:spPr>
          <a:xfrm>
            <a:off x="-10750" y="-662296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400" b="0" spc="50" baseline="0">
                <a:solidFill>
                  <a:schemeClr val="accent2"/>
                </a:solidFill>
                <a:latin typeface="+mj-lt"/>
                <a:cs typeface="Calibri" panose="020F0502020204030204" pitchFamily="34" charset="0"/>
              </a:rPr>
              <a:t>Alleen titel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C75EC70-7F42-4BDA-A7A4-1B42B53FCE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80868" y="728743"/>
            <a:ext cx="4594368" cy="89548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nl-NL"/>
              <a:t>Plaats hier een titel</a:t>
            </a:r>
            <a:br>
              <a:rPr lang="nl-NL"/>
            </a:br>
            <a:r>
              <a:rPr lang="nl-NL"/>
              <a:t>max. 2 regels</a:t>
            </a:r>
          </a:p>
        </p:txBody>
      </p:sp>
      <p:sp>
        <p:nvSpPr>
          <p:cNvPr id="79" name="Tijdelijke aanduiding voor afbeelding 167">
            <a:extLst>
              <a:ext uri="{FF2B5EF4-FFF2-40B4-BE49-F238E27FC236}">
                <a16:creationId xmlns:a16="http://schemas.microsoft.com/office/drawing/2014/main" id="{421A4813-C8E8-C5E4-F4AF-2AB4A9830C8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058758" y="-16101"/>
            <a:ext cx="3124955" cy="6858000"/>
          </a:xfrm>
          <a:custGeom>
            <a:avLst/>
            <a:gdLst>
              <a:gd name="connsiteX0" fmla="*/ 19264 w 6626648"/>
              <a:gd name="connsiteY0" fmla="*/ 0 h 6858000"/>
              <a:gd name="connsiteX1" fmla="*/ 6626648 w 6626648"/>
              <a:gd name="connsiteY1" fmla="*/ 0 h 6858000"/>
              <a:gd name="connsiteX2" fmla="*/ 6626648 w 6626648"/>
              <a:gd name="connsiteY2" fmla="*/ 6858000 h 6858000"/>
              <a:gd name="connsiteX3" fmla="*/ 825001 w 6626648"/>
              <a:gd name="connsiteY3" fmla="*/ 6858000 h 6858000"/>
              <a:gd name="connsiteX4" fmla="*/ 713454 w 6626648"/>
              <a:gd name="connsiteY4" fmla="*/ 6652262 h 6858000"/>
              <a:gd name="connsiteX5" fmla="*/ 301 w 6626648"/>
              <a:gd name="connsiteY5" fmla="*/ 3635946 h 6858000"/>
              <a:gd name="connsiteX6" fmla="*/ 19264 w 6626648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26648" h="6858000">
                <a:moveTo>
                  <a:pt x="19264" y="0"/>
                </a:moveTo>
                <a:lnTo>
                  <a:pt x="6626648" y="0"/>
                </a:lnTo>
                <a:lnTo>
                  <a:pt x="6626648" y="6858000"/>
                </a:lnTo>
                <a:lnTo>
                  <a:pt x="825001" y="6858000"/>
                </a:lnTo>
                <a:lnTo>
                  <a:pt x="713454" y="6652262"/>
                </a:lnTo>
                <a:cubicBezTo>
                  <a:pt x="178350" y="5620370"/>
                  <a:pt x="-8587" y="4565886"/>
                  <a:pt x="301" y="3635946"/>
                </a:cubicBezTo>
                <a:cubicBezTo>
                  <a:pt x="16103" y="2402074"/>
                  <a:pt x="377968" y="1384793"/>
                  <a:pt x="1926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bIns="162000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/>
              <a:t>Klik op het onderstaand icoon </a:t>
            </a:r>
            <a:br>
              <a:rPr lang="nl-NL"/>
            </a:br>
            <a:r>
              <a:rPr lang="nl-NL"/>
              <a:t>om een foto in te voegen.</a:t>
            </a:r>
            <a:br>
              <a:rPr lang="nl-NL"/>
            </a:br>
            <a:br>
              <a:rPr lang="nl-NL"/>
            </a:br>
            <a:r>
              <a:rPr lang="nl-NL"/>
              <a:t>Meer hulp nodig? </a:t>
            </a:r>
            <a:br>
              <a:rPr lang="nl-NL"/>
            </a:br>
            <a:r>
              <a:rPr lang="nl-NL"/>
              <a:t>Aan de zijkanten van de dia's zijn instructies </a:t>
            </a:r>
            <a:br>
              <a:rPr lang="nl-NL"/>
            </a:br>
            <a:r>
              <a:rPr lang="nl-NL"/>
              <a:t>geplaatst voor verdere informatie.</a:t>
            </a:r>
          </a:p>
        </p:txBody>
      </p:sp>
    </p:spTree>
    <p:extLst>
      <p:ext uri="{BB962C8B-B14F-4D97-AF65-F5344CB8AC3E}">
        <p14:creationId xmlns:p14="http://schemas.microsoft.com/office/powerpoint/2010/main" val="1887617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Placeholder 22" descr="A person smiling with his arms crossed&#10;&#10;Description automatically generated">
            <a:extLst>
              <a:ext uri="{FF2B5EF4-FFF2-40B4-BE49-F238E27FC236}">
                <a16:creationId xmlns:a16="http://schemas.microsoft.com/office/drawing/2014/main" id="{20EC569E-0AF7-8084-7E59-33CF37DB911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2" r="46946"/>
          <a:stretch/>
        </p:blipFill>
        <p:spPr>
          <a:xfrm>
            <a:off x="9058758" y="-16101"/>
            <a:ext cx="3124955" cy="6858000"/>
          </a:xfrm>
        </p:spPr>
      </p:pic>
      <p:sp>
        <p:nvSpPr>
          <p:cNvPr id="14" name="Title 2">
            <a:extLst>
              <a:ext uri="{FF2B5EF4-FFF2-40B4-BE49-F238E27FC236}">
                <a16:creationId xmlns:a16="http://schemas.microsoft.com/office/drawing/2014/main" id="{959B042C-277D-6E1C-FD66-A6E38CEB8BE7}"/>
              </a:ext>
            </a:extLst>
          </p:cNvPr>
          <p:cNvSpPr txBox="1">
            <a:spLocks/>
          </p:cNvSpPr>
          <p:nvPr/>
        </p:nvSpPr>
        <p:spPr>
          <a:xfrm>
            <a:off x="641081" y="739437"/>
            <a:ext cx="5147535" cy="741193"/>
          </a:xfrm>
          <a:prstGeom prst="rect">
            <a:avLst/>
          </a:prstGeom>
          <a:noFill/>
        </p:spPr>
        <p:txBody>
          <a:bodyPr vert="horz" wrap="square" lIns="0" tIns="108000" rIns="108000" bIns="3600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55713" algn="l"/>
              </a:tabLst>
              <a:defRPr sz="3600" b="1" i="0" strike="noStrike" kern="1200" cap="none" spc="0" baseline="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b="1">
                <a:solidFill>
                  <a:srgbClr val="6C1D5F"/>
                </a:solidFill>
                <a:ea typeface="+mn-ea"/>
                <a:cs typeface="+mn-cs"/>
              </a:rPr>
              <a:t>Building a scalable multi-tenant and multi-product platform</a:t>
            </a:r>
            <a:endParaRPr lang="en-GB" sz="2400" b="1">
              <a:solidFill>
                <a:srgbClr val="6C1D5F"/>
              </a:solidFill>
              <a:highlight>
                <a:srgbClr val="00FF00"/>
              </a:highlight>
              <a:ea typeface="+mn-ea"/>
              <a:cs typeface="+mn-cs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C5CB0D8-671C-DD6C-B9A0-33EB519524A0}"/>
              </a:ext>
            </a:extLst>
          </p:cNvPr>
          <p:cNvSpPr txBox="1">
            <a:spLocks/>
          </p:cNvSpPr>
          <p:nvPr/>
        </p:nvSpPr>
        <p:spPr>
          <a:xfrm>
            <a:off x="641081" y="1735455"/>
            <a:ext cx="4876315" cy="240580"/>
          </a:xfrm>
          <a:prstGeom prst="rect">
            <a:avLst/>
          </a:prstGeom>
        </p:spPr>
        <p:txBody>
          <a:bodyPr vert="horz" lIns="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i="0" kern="1200" noProof="0">
                <a:solidFill>
                  <a:srgbClr val="6A205F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6C1D5F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Revamp entire Legacy platform to a new omnichannel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77E5AF-39F9-88B7-A210-181997A5F2B2}"/>
              </a:ext>
            </a:extLst>
          </p:cNvPr>
          <p:cNvSpPr txBox="1"/>
          <p:nvPr/>
        </p:nvSpPr>
        <p:spPr>
          <a:xfrm>
            <a:off x="641081" y="4251926"/>
            <a:ext cx="4876315" cy="1892826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SzPct val="100000"/>
              <a:defRPr/>
            </a:pPr>
            <a:r>
              <a:rPr lang="pl-PL" sz="1000" b="1">
                <a:solidFill>
                  <a:srgbClr val="6A205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Solution </a:t>
            </a:r>
          </a:p>
          <a:p>
            <a:pPr>
              <a:lnSpc>
                <a:spcPct val="90000"/>
              </a:lnSpc>
              <a:spcBef>
                <a:spcPct val="0"/>
              </a:spcBef>
              <a:buSzPct val="100000"/>
              <a:defRPr/>
            </a:pPr>
            <a:endParaRPr lang="pl-PL" sz="1000" b="1">
              <a:solidFill>
                <a:srgbClr val="6A205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>
              <a:lnSpc>
                <a:spcPct val="9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  <a:defRPr sz="13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Maintainable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codebases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built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with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React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Next.js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typescript</a:t>
            </a:r>
            <a:endParaRPr lang="pl-PL" sz="1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>
              <a:lnSpc>
                <a:spcPct val="9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  <a:defRPr sz="13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Component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library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that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be re-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used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multiple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designs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products</a:t>
            </a:r>
          </a:p>
          <a:p>
            <a:pPr marL="171450" indent="-171450">
              <a:lnSpc>
                <a:spcPct val="9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  <a:defRPr sz="13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Automated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quality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deployments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making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azure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playwright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other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tools</a:t>
            </a:r>
            <a:endParaRPr lang="pl-PL" sz="1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>
              <a:lnSpc>
                <a:spcPct val="9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Implementation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off-the-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shelf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tools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such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as Commerce-Tools and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Contentful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</a:p>
          <a:p>
            <a:pPr marL="171450" indent="-171450">
              <a:lnSpc>
                <a:spcPct val="9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  <a:defRPr sz="13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Maintainable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codebases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built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with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React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Next.js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typescript</a:t>
            </a:r>
            <a:endParaRPr lang="pl-PL" sz="1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>
              <a:lnSpc>
                <a:spcPct val="9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  <a:defRPr sz="13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Component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library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that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be re-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used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multiple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designs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products</a:t>
            </a:r>
          </a:p>
          <a:p>
            <a:pPr marL="171450" indent="-171450">
              <a:lnSpc>
                <a:spcPct val="9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  <a:defRPr sz="13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Automated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quality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deployments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making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azure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playwright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other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tools</a:t>
            </a:r>
            <a:endParaRPr lang="pl-PL" sz="1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>
              <a:lnSpc>
                <a:spcPct val="9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  <a:defRPr sz="13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Implementation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off-the-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shelf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tools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such</a:t>
            </a:r>
            <a:r>
              <a:rPr lang="pl-PL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as Commerce-Tools and </a:t>
            </a:r>
            <a:r>
              <a:rPr lang="pl-PL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Contentful</a:t>
            </a:r>
            <a:endParaRPr lang="pl-PL" sz="1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A49987-2712-0BD2-36DF-900A5A03B898}"/>
              </a:ext>
            </a:extLst>
          </p:cNvPr>
          <p:cNvSpPr txBox="1"/>
          <p:nvPr/>
        </p:nvSpPr>
        <p:spPr>
          <a:xfrm>
            <a:off x="641080" y="2940701"/>
            <a:ext cx="2342949" cy="923330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>
                <a:solidFill>
                  <a:srgbClr val="6C1D5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business </a:t>
            </a:r>
            <a:r>
              <a:rPr lang="pl-PL" sz="1000" b="1">
                <a:solidFill>
                  <a:srgbClr val="6C1D5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challenge</a:t>
            </a:r>
            <a:endParaRPr lang="en-GB" sz="1000" b="1">
              <a:solidFill>
                <a:srgbClr val="6C1D5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Multi-tent and multi-product platform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Unified design system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Fast delivery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Scalable and flexible per tenant</a:t>
            </a:r>
            <a:endParaRPr kumimoji="0" lang="pl-PL" sz="1000" b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he Data platform supports KADs current data journeys and is able to adapt to the rising business requirements in the future.…">
            <a:extLst>
              <a:ext uri="{FF2B5EF4-FFF2-40B4-BE49-F238E27FC236}">
                <a16:creationId xmlns:a16="http://schemas.microsoft.com/office/drawing/2014/main" id="{28CE0550-D5EE-631E-BB90-2DF55C00EB2C}"/>
              </a:ext>
            </a:extLst>
          </p:cNvPr>
          <p:cNvSpPr txBox="1"/>
          <p:nvPr/>
        </p:nvSpPr>
        <p:spPr>
          <a:xfrm>
            <a:off x="5749178" y="4251926"/>
            <a:ext cx="2401875" cy="2438873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rtlCol="0" anchor="t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SzPct val="100000"/>
              <a:defRPr sz="1000" b="1">
                <a:solidFill>
                  <a:srgbClr val="6A205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l-PL" err="1"/>
              <a:t>Impact</a:t>
            </a:r>
            <a:endParaRPr lang="pl-PL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b="0">
                <a:solidFill>
                  <a:schemeClr val="tx1"/>
                </a:solidFill>
              </a:rPr>
              <a:t>Adaptable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platform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to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adhere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to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design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and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market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specific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needs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b="0">
                <a:solidFill>
                  <a:schemeClr val="tx1"/>
                </a:solidFill>
              </a:rPr>
              <a:t>Rapid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development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to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meet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very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demanding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deadlines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with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high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quality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b="0">
                <a:solidFill>
                  <a:schemeClr val="tx1"/>
                </a:solidFill>
              </a:rPr>
              <a:t>Equipping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other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developers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with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the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knowledge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to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maintain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and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further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develop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system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by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giving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training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and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working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alongside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them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b="0">
                <a:solidFill>
                  <a:schemeClr val="tx1"/>
                </a:solidFill>
              </a:rPr>
              <a:t>Seamless,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stable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and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regular</a:t>
            </a:r>
            <a:r>
              <a:rPr lang="nl-NL" b="0">
                <a:solidFill>
                  <a:schemeClr val="tx1"/>
                </a:solidFill>
              </a:rPr>
              <a:t> </a:t>
            </a:r>
            <a:r>
              <a:rPr b="0">
                <a:solidFill>
                  <a:schemeClr val="tx1"/>
                </a:solidFill>
              </a:rPr>
              <a:t>deployments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F6364E-C497-DC0A-BD9C-156914E798C6}"/>
              </a:ext>
            </a:extLst>
          </p:cNvPr>
          <p:cNvCxnSpPr/>
          <p:nvPr/>
        </p:nvCxnSpPr>
        <p:spPr>
          <a:xfrm>
            <a:off x="641080" y="2549470"/>
            <a:ext cx="72398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44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7BC49A-E150-4191-BC47-4F89A1CF0E4F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customXml/itemProps2.xml><?xml version="1.0" encoding="utf-8"?>
<ds:datastoreItem xmlns:ds="http://schemas.openxmlformats.org/officeDocument/2006/customXml" ds:itemID="{FEA60F4C-48A4-452F-8770-24F066BA0A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1ECEDA-764C-4878-A865-53C663F71B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2026-01-23T10:30:42Z</dcterms:created>
  <dcterms:modified xsi:type="dcterms:W3CDTF">2026-01-23T10:35:13Z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