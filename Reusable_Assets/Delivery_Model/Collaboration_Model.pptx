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14748163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4098E-9C69-4E6B-A16D-442743EC4AA5}" v="41" dt="2026-01-22T14:27:20.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6CE4098E-9C69-4E6B-A16D-442743EC4AA5}"/>
    <pc:docChg chg="addSld delSld modSld">
      <pc:chgData name="George Sereda" userId="S::george.sereda@xebia.com::5e824fc6-3a6a-482b-8597-f9374fb4b421" providerId="AD" clId="Web-{6CE4098E-9C69-4E6B-A16D-442743EC4AA5}" dt="2026-01-22T14:27:20.813" v="35"/>
      <pc:docMkLst>
        <pc:docMk/>
      </pc:docMkLst>
      <pc:sldChg chg="del">
        <pc:chgData name="George Sereda" userId="S::george.sereda@xebia.com::5e824fc6-3a6a-482b-8597-f9374fb4b421" providerId="AD" clId="Web-{6CE4098E-9C69-4E6B-A16D-442743EC4AA5}" dt="2026-01-22T14:27:20.813" v="35"/>
        <pc:sldMkLst>
          <pc:docMk/>
          <pc:sldMk cId="109857222" sldId="256"/>
        </pc:sldMkLst>
      </pc:sldChg>
      <pc:sldChg chg="addSp delSp modSp add">
        <pc:chgData name="George Sereda" userId="S::george.sereda@xebia.com::5e824fc6-3a6a-482b-8597-f9374fb4b421" providerId="AD" clId="Web-{6CE4098E-9C69-4E6B-A16D-442743EC4AA5}" dt="2026-01-22T14:27:14.407" v="34" actId="1076"/>
        <pc:sldMkLst>
          <pc:docMk/>
          <pc:sldMk cId="3263802360" sldId="2147481635"/>
        </pc:sldMkLst>
        <pc:spChg chg="del mod">
          <ac:chgData name="George Sereda" userId="S::george.sereda@xebia.com::5e824fc6-3a6a-482b-8597-f9374fb4b421" providerId="AD" clId="Web-{6CE4098E-9C69-4E6B-A16D-442743EC4AA5}" dt="2026-01-22T14:27:11.235" v="33"/>
          <ac:spMkLst>
            <pc:docMk/>
            <pc:sldMk cId="3263802360" sldId="2147481635"/>
            <ac:spMk id="29" creationId="{0E3696ED-E26D-BB41-C449-5EE307CCB09D}"/>
          </ac:spMkLst>
        </pc:spChg>
        <pc:spChg chg="del mod">
          <ac:chgData name="George Sereda" userId="S::george.sereda@xebia.com::5e824fc6-3a6a-482b-8597-f9374fb4b421" providerId="AD" clId="Web-{6CE4098E-9C69-4E6B-A16D-442743EC4AA5}" dt="2026-01-22T14:27:11.235" v="32"/>
          <ac:spMkLst>
            <pc:docMk/>
            <pc:sldMk cId="3263802360" sldId="2147481635"/>
            <ac:spMk id="31" creationId="{F4A202E7-8C01-A745-A78F-EC97A8339AEB}"/>
          </ac:spMkLst>
        </pc:spChg>
        <pc:spChg chg="del mod">
          <ac:chgData name="George Sereda" userId="S::george.sereda@xebia.com::5e824fc6-3a6a-482b-8597-f9374fb4b421" providerId="AD" clId="Web-{6CE4098E-9C69-4E6B-A16D-442743EC4AA5}" dt="2026-01-22T14:27:11.235" v="31"/>
          <ac:spMkLst>
            <pc:docMk/>
            <pc:sldMk cId="3263802360" sldId="2147481635"/>
            <ac:spMk id="32" creationId="{CA8ABF8E-87B5-FEFE-2CD7-B602C05603FF}"/>
          </ac:spMkLst>
        </pc:spChg>
        <pc:spChg chg="add del">
          <ac:chgData name="George Sereda" userId="S::george.sereda@xebia.com::5e824fc6-3a6a-482b-8597-f9374fb4b421" providerId="AD" clId="Web-{6CE4098E-9C69-4E6B-A16D-442743EC4AA5}" dt="2026-01-22T14:26:18.374" v="13"/>
          <ac:spMkLst>
            <pc:docMk/>
            <pc:sldMk cId="3263802360" sldId="2147481635"/>
            <ac:spMk id="36" creationId="{E67E2601-4D93-45DC-95C7-CA8940FB4470}"/>
          </ac:spMkLst>
        </pc:spChg>
        <pc:spChg chg="add del mod">
          <ac:chgData name="George Sereda" userId="S::george.sereda@xebia.com::5e824fc6-3a6a-482b-8597-f9374fb4b421" providerId="AD" clId="Web-{6CE4098E-9C69-4E6B-A16D-442743EC4AA5}" dt="2026-01-22T14:26:48.859" v="26" actId="20577"/>
          <ac:spMkLst>
            <pc:docMk/>
            <pc:sldMk cId="3263802360" sldId="2147481635"/>
            <ac:spMk id="39" creationId="{2879DDE2-AEF2-9F1A-6E05-81A2BBCBC5C7}"/>
          </ac:spMkLst>
        </pc:spChg>
        <pc:spChg chg="add del mod">
          <ac:chgData name="George Sereda" userId="S::george.sereda@xebia.com::5e824fc6-3a6a-482b-8597-f9374fb4b421" providerId="AD" clId="Web-{6CE4098E-9C69-4E6B-A16D-442743EC4AA5}" dt="2026-01-22T14:26:43.609" v="24" actId="20577"/>
          <ac:spMkLst>
            <pc:docMk/>
            <pc:sldMk cId="3263802360" sldId="2147481635"/>
            <ac:spMk id="40" creationId="{6CE2DC0E-CD0A-4471-A105-6C3F3AC8D340}"/>
          </ac:spMkLst>
        </pc:spChg>
        <pc:picChg chg="add mod">
          <ac:chgData name="George Sereda" userId="S::george.sereda@xebia.com::5e824fc6-3a6a-482b-8597-f9374fb4b421" providerId="AD" clId="Web-{6CE4098E-9C69-4E6B-A16D-442743EC4AA5}" dt="2026-01-22T14:27:14.407" v="34" actId="1076"/>
          <ac:picMkLst>
            <pc:docMk/>
            <pc:sldMk cId="3263802360" sldId="2147481635"/>
            <ac:picMk id="2" creationId="{6AE7855F-AF67-569F-5966-8BED165E0590}"/>
          </ac:picMkLst>
        </pc:picChg>
        <pc:picChg chg="add del">
          <ac:chgData name="George Sereda" userId="S::george.sereda@xebia.com::5e824fc6-3a6a-482b-8597-f9374fb4b421" providerId="AD" clId="Web-{6CE4098E-9C69-4E6B-A16D-442743EC4AA5}" dt="2026-01-22T14:26:51.360" v="27"/>
          <ac:picMkLst>
            <pc:docMk/>
            <pc:sldMk cId="3263802360" sldId="2147481635"/>
            <ac:picMk id="42" creationId="{594F838E-582C-C042-AC70-A1922F2DA924}"/>
          </ac:picMkLst>
        </pc:picChg>
        <pc:picChg chg="del mod">
          <ac:chgData name="George Sereda" userId="S::george.sereda@xebia.com::5e824fc6-3a6a-482b-8597-f9374fb4b421" providerId="AD" clId="Web-{6CE4098E-9C69-4E6B-A16D-442743EC4AA5}" dt="2026-01-22T14:27:11.235" v="30"/>
          <ac:picMkLst>
            <pc:docMk/>
            <pc:sldMk cId="3263802360" sldId="2147481635"/>
            <ac:picMk id="43" creationId="{24F66144-C8C2-3EAA-5DF5-5E9E544A5112}"/>
          </ac:picMkLst>
        </pc:picChg>
      </pc:sldChg>
      <pc:sldChg chg="add del">
        <pc:chgData name="George Sereda" userId="S::george.sereda@xebia.com::5e824fc6-3a6a-482b-8597-f9374fb4b421" providerId="AD" clId="Web-{6CE4098E-9C69-4E6B-A16D-442743EC4AA5}" dt="2026-01-22T14:26:38.531" v="21"/>
        <pc:sldMkLst>
          <pc:docMk/>
          <pc:sldMk cId="3681469833" sldId="2147481636"/>
        </pc:sldMkLst>
      </pc:sldChg>
      <pc:sldMasterChg chg="addSldLayout">
        <pc:chgData name="George Sereda" userId="S::george.sereda@xebia.com::5e824fc6-3a6a-482b-8597-f9374fb4b421" providerId="AD" clId="Web-{6CE4098E-9C69-4E6B-A16D-442743EC4AA5}" dt="2026-01-22T14:25:26.435" v="0"/>
        <pc:sldMasterMkLst>
          <pc:docMk/>
          <pc:sldMasterMk cId="2460954070" sldId="2147483660"/>
        </pc:sldMasterMkLst>
        <pc:sldLayoutChg chg="add">
          <pc:chgData name="George Sereda" userId="S::george.sereda@xebia.com::5e824fc6-3a6a-482b-8597-f9374fb4b421" providerId="AD" clId="Web-{6CE4098E-9C69-4E6B-A16D-442743EC4AA5}" dt="2026-01-22T14:25:26.435" v="0"/>
          <pc:sldLayoutMkLst>
            <pc:docMk/>
            <pc:sldMasterMk cId="2460954070" sldId="2147483660"/>
            <pc:sldLayoutMk cId="1121224761"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_Light_01_Larg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412750" y="4220083"/>
            <a:ext cx="355600" cy="355600"/>
          </a:xfrm>
          <a:prstGeom prst="rect">
            <a:avLst/>
          </a:prstGeom>
          <a:noFill/>
          <a:ln/>
        </p:spPr>
        <p:txBody>
          <a:bodyPr wrap="square" rtlCol="0"/>
          <a:lstStyle>
            <a:lvl1pPr marL="0" indent="0">
              <a:buNone/>
              <a:defRPr lang="en-US" dirty="0"/>
            </a:lvl1pPr>
          </a:lstStyle>
          <a:p>
            <a:pPr marL="0" indent="0">
              <a:buNone/>
            </a:pPr>
            <a:r>
              <a:rPr lang="en-US">
                <a:solidFill>
                  <a:srgbClr val="000000"/>
                </a:solidFill>
              </a:rPr>
              <a:t> </a:t>
            </a:r>
            <a:endParaRPr lang="en-US"/>
          </a:p>
        </p:txBody>
      </p:sp>
      <p:sp>
        <p:nvSpPr>
          <p:cNvPr id="5" name="Text 0"/>
          <p:cNvSpPr>
            <a:spLocks noGrp="1"/>
          </p:cNvSpPr>
          <p:nvPr>
            <p:ph type="body" idx="103" hasCustomPrompt="1"/>
          </p:nvPr>
        </p:nvSpPr>
        <p:spPr>
          <a:xfrm>
            <a:off x="920750" y="4213987"/>
            <a:ext cx="825500" cy="177800"/>
          </a:xfrm>
          <a:prstGeom prst="rect">
            <a:avLst/>
          </a:prstGeom>
          <a:noFill/>
          <a:ln/>
        </p:spPr>
        <p:txBody>
          <a:bodyPr wrap="square" lIns="0" tIns="0" rIns="0" bIns="0" rtlCol="0" anchor="b"/>
          <a:lstStyle>
            <a:lvl1pPr marL="0" indent="0" algn="l">
              <a:lnSpc>
                <a:spcPts val="1400"/>
              </a:lnSpc>
              <a:buNone/>
              <a:defRPr lang="en-US" sz="1050" kern="0" spc="-50" dirty="0">
                <a:solidFill>
                  <a:srgbClr val="000000"/>
                </a:solidFill>
                <a:latin typeface="SuisseIntl-Medium" pitchFamily="34" charset="0"/>
                <a:ea typeface="SuisseIntl-Medium" pitchFamily="34" charset="-122"/>
                <a:cs typeface="SuisseIntl-Medium" pitchFamily="34" charset="-120"/>
              </a:defRPr>
            </a:lvl1pPr>
          </a:lstStyle>
          <a:p>
            <a:pPr marL="0" indent="0" algn="l">
              <a:lnSpc>
                <a:spcPts val="1400"/>
              </a:lnSpc>
              <a:buNone/>
            </a:pPr>
            <a:r>
              <a:rPr lang="en-US" sz="1050" kern="0" spc="-50">
                <a:solidFill>
                  <a:srgbClr val="000000"/>
                </a:solidFill>
                <a:latin typeface="SuisseIntl-Medium" pitchFamily="34" charset="0"/>
                <a:ea typeface="SuisseIntl-Medium" pitchFamily="34" charset="-122"/>
                <a:cs typeface="SuisseIntl-Medium" pitchFamily="34" charset="-120"/>
              </a:rPr>
              <a:t>Robert Smith</a:t>
            </a:r>
            <a:endParaRPr lang="en-US" sz="1050"/>
          </a:p>
        </p:txBody>
      </p:sp>
      <p:sp>
        <p:nvSpPr>
          <p:cNvPr id="6" name="Text 0"/>
          <p:cNvSpPr>
            <a:spLocks noGrp="1"/>
          </p:cNvSpPr>
          <p:nvPr>
            <p:ph type="body" idx="104" hasCustomPrompt="1"/>
          </p:nvPr>
        </p:nvSpPr>
        <p:spPr>
          <a:xfrm>
            <a:off x="920750" y="4423283"/>
            <a:ext cx="1276350" cy="152400"/>
          </a:xfrm>
          <a:prstGeom prst="rect">
            <a:avLst/>
          </a:prstGeom>
          <a:noFill/>
          <a:ln/>
        </p:spPr>
        <p:txBody>
          <a:bodyPr wrap="square" lIns="0" tIns="0" rIns="0" bIns="0" rtlCol="0" anchor="b"/>
          <a:lstStyle>
            <a:lvl1pPr marL="0" indent="0" algn="l">
              <a:lnSpc>
                <a:spcPts val="1200"/>
              </a:lnSpc>
              <a:buNone/>
              <a:defRPr lang="en-US" sz="900" dirty="0">
                <a:solidFill>
                  <a:srgbClr val="6D6D6D"/>
                </a:solidFill>
                <a:latin typeface="Suisse Int'l Regular" pitchFamily="34" charset="0"/>
                <a:ea typeface="Suisse Int'l Regular" pitchFamily="34" charset="-122"/>
                <a:cs typeface="Suisse Int'l Regular" pitchFamily="34" charset="-120"/>
              </a:defRPr>
            </a:lvl1pPr>
          </a:lstStyle>
          <a:p>
            <a:pPr marL="0" indent="0" algn="l">
              <a:lnSpc>
                <a:spcPts val="1200"/>
              </a:lnSpc>
              <a:buNone/>
            </a:pPr>
            <a:r>
              <a:rPr lang="en-US" sz="900">
                <a:solidFill>
                  <a:srgbClr val="6D6D6D"/>
                </a:solidFill>
                <a:latin typeface="Suisse Int'l Regular" pitchFamily="34" charset="0"/>
                <a:ea typeface="Suisse Int'l Regular" pitchFamily="34" charset="-122"/>
                <a:cs typeface="Suisse Int'l Regular" pitchFamily="34" charset="-120"/>
              </a:rPr>
              <a:t>CEO Example Company</a:t>
            </a:r>
            <a:endParaRPr lang="en-US" sz="900"/>
          </a:p>
        </p:txBody>
      </p:sp>
      <p:sp>
        <p:nvSpPr>
          <p:cNvPr id="8" name="Text 0"/>
          <p:cNvSpPr>
            <a:spLocks noGrp="1"/>
          </p:cNvSpPr>
          <p:nvPr>
            <p:ph type="body" idx="106" hasCustomPrompt="1"/>
          </p:nvPr>
        </p:nvSpPr>
        <p:spPr>
          <a:xfrm>
            <a:off x="406400" y="374650"/>
            <a:ext cx="1841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00</a:t>
            </a:r>
            <a:endParaRPr lang="en-US" sz="1050"/>
          </a:p>
        </p:txBody>
      </p:sp>
      <p:sp>
        <p:nvSpPr>
          <p:cNvPr id="9" name="Text 0"/>
          <p:cNvSpPr>
            <a:spLocks noGrp="1"/>
          </p:cNvSpPr>
          <p:nvPr>
            <p:ph type="body" idx="107" hasCustomPrompt="1"/>
          </p:nvPr>
        </p:nvSpPr>
        <p:spPr>
          <a:xfrm>
            <a:off x="1092200" y="374650"/>
            <a:ext cx="7429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Section title</a:t>
            </a:r>
            <a:endParaRPr lang="en-US" sz="1050"/>
          </a:p>
        </p:txBody>
      </p:sp>
      <p:sp>
        <p:nvSpPr>
          <p:cNvPr id="10" name="Text 0"/>
          <p:cNvSpPr>
            <a:spLocks noGrp="1"/>
          </p:cNvSpPr>
          <p:nvPr>
            <p:ph type="body" idx="108" hasCustomPrompt="1"/>
          </p:nvPr>
        </p:nvSpPr>
        <p:spPr>
          <a:xfrm>
            <a:off x="2286000" y="374650"/>
            <a:ext cx="7937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Optional text</a:t>
            </a:r>
            <a:endParaRPr lang="en-US" sz="1050"/>
          </a:p>
        </p:txBody>
      </p:sp>
      <p:pic>
        <p:nvPicPr>
          <p:cNvPr id="11" name="Line 14" descr="preencoded.png">
            <a:extLst>
              <a:ext uri="{FF2B5EF4-FFF2-40B4-BE49-F238E27FC236}">
                <a16:creationId xmlns:a16="http://schemas.microsoft.com/office/drawing/2014/main" id="{D8723769-4C90-A9F9-AFAF-C8875E0CFB55}"/>
              </a:ext>
            </a:extLst>
          </p:cNvPr>
          <p:cNvPicPr preferRelativeResize="0">
            <a:picLocks/>
          </p:cNvPicPr>
          <p:nvPr userDrawn="1"/>
        </p:nvPicPr>
        <p:blipFill>
          <a:blip r:embed="rId2"/>
          <a:srcRect/>
          <a:stretch/>
        </p:blipFill>
        <p:spPr>
          <a:xfrm>
            <a:off x="406400" y="698500"/>
            <a:ext cx="11379200" cy="2400"/>
          </a:xfrm>
          <a:prstGeom prst="rect">
            <a:avLst/>
          </a:prstGeom>
        </p:spPr>
      </p:pic>
      <p:pic>
        <p:nvPicPr>
          <p:cNvPr id="12" name="Xebia" descr="preencoded.png">
            <a:extLst>
              <a:ext uri="{FF2B5EF4-FFF2-40B4-BE49-F238E27FC236}">
                <a16:creationId xmlns:a16="http://schemas.microsoft.com/office/drawing/2014/main" id="{097C9BD7-274D-A422-E137-AA25578B059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1112500" y="292100"/>
            <a:ext cx="673101" cy="215900"/>
          </a:xfrm>
          <a:prstGeom prst="rect">
            <a:avLst/>
          </a:prstGeom>
        </p:spPr>
      </p:pic>
      <p:sp>
        <p:nvSpPr>
          <p:cNvPr id="15" name="Marcador de texto 14">
            <a:extLst>
              <a:ext uri="{FF2B5EF4-FFF2-40B4-BE49-F238E27FC236}">
                <a16:creationId xmlns:a16="http://schemas.microsoft.com/office/drawing/2014/main" id="{14F76D35-1C31-CB8E-31D9-9E238636F2AD}"/>
              </a:ext>
            </a:extLst>
          </p:cNvPr>
          <p:cNvSpPr>
            <a:spLocks noGrp="1"/>
          </p:cNvSpPr>
          <p:nvPr>
            <p:ph type="body" sz="quarter" idx="109" hasCustomPrompt="1"/>
          </p:nvPr>
        </p:nvSpPr>
        <p:spPr>
          <a:xfrm>
            <a:off x="346499" y="5046165"/>
            <a:ext cx="9685443" cy="1581972"/>
          </a:xfrm>
          <a:prstGeom prst="rect">
            <a:avLst/>
          </a:prstGeom>
        </p:spPr>
        <p:txBody>
          <a:bodyPr wrap="square" anchor="b" anchorCtr="0">
            <a:spAutoFit/>
          </a:bodyPr>
          <a:lstStyle>
            <a:lvl1pPr marL="0" indent="0">
              <a:lnSpc>
                <a:spcPct val="80000"/>
              </a:lnSpc>
              <a:buNone/>
              <a:defRPr sz="4000" spc="-100">
                <a:latin typeface="Suisse Int'l" panose="020B0504000000000000" pitchFamily="34" charset="77"/>
              </a:defRPr>
            </a:lvl1pPr>
            <a:lvl2pPr marL="304815" indent="0">
              <a:lnSpc>
                <a:spcPct val="80000"/>
              </a:lnSpc>
              <a:buNone/>
              <a:defRPr sz="4000" spc="-100">
                <a:latin typeface="Suisse Int'l" panose="020B0504000000000000" pitchFamily="34" charset="77"/>
              </a:defRPr>
            </a:lvl2pPr>
            <a:lvl3pPr marL="609630" indent="0">
              <a:lnSpc>
                <a:spcPct val="80000"/>
              </a:lnSpc>
              <a:buNone/>
              <a:defRPr sz="4000" spc="-100">
                <a:latin typeface="Suisse Int'l" panose="020B0504000000000000" pitchFamily="34" charset="77"/>
              </a:defRPr>
            </a:lvl3pPr>
            <a:lvl4pPr marL="914446" indent="0">
              <a:lnSpc>
                <a:spcPct val="80000"/>
              </a:lnSpc>
              <a:buNone/>
              <a:defRPr sz="4000" spc="-100">
                <a:latin typeface="Suisse Int'l" panose="020B0504000000000000" pitchFamily="34" charset="77"/>
              </a:defRPr>
            </a:lvl4pPr>
            <a:lvl5pPr marL="1219261" indent="0">
              <a:lnSpc>
                <a:spcPct val="80000"/>
              </a:lnSpc>
              <a:buNone/>
              <a:defRPr sz="4000" spc="-100">
                <a:latin typeface="Suisse Int'l" panose="020B0504000000000000" pitchFamily="34" charset="77"/>
              </a:defRPr>
            </a:lvl5pPr>
          </a:lstStyle>
          <a:p>
            <a:pPr lvl="0"/>
            <a:r>
              <a:rPr lang="es-ES"/>
              <a:t>“</a:t>
            </a:r>
            <a:r>
              <a:rPr lang="es-ES" err="1"/>
              <a:t>We</a:t>
            </a:r>
            <a:r>
              <a:rPr lang="es-ES"/>
              <a:t> </a:t>
            </a:r>
            <a:r>
              <a:rPr lang="es-ES" err="1"/>
              <a:t>see</a:t>
            </a:r>
            <a:r>
              <a:rPr lang="es-ES"/>
              <a:t> </a:t>
            </a:r>
            <a:r>
              <a:rPr lang="es-ES" err="1"/>
              <a:t>the</a:t>
            </a:r>
            <a:r>
              <a:rPr lang="es-ES"/>
              <a:t> </a:t>
            </a:r>
            <a:r>
              <a:rPr lang="es-ES" err="1"/>
              <a:t>evolution</a:t>
            </a:r>
            <a:r>
              <a:rPr lang="es-ES"/>
              <a:t> </a:t>
            </a:r>
            <a:r>
              <a:rPr lang="es-ES" err="1"/>
              <a:t>of</a:t>
            </a:r>
            <a:r>
              <a:rPr lang="es-ES"/>
              <a:t> IT </a:t>
            </a:r>
            <a:r>
              <a:rPr lang="es-ES" err="1"/>
              <a:t>services</a:t>
            </a:r>
            <a:r>
              <a:rPr lang="es-ES"/>
              <a:t> </a:t>
            </a:r>
            <a:r>
              <a:rPr lang="es-ES" err="1"/>
              <a:t>continuing</a:t>
            </a:r>
            <a:r>
              <a:rPr lang="es-ES"/>
              <a:t> </a:t>
            </a:r>
            <a:r>
              <a:rPr lang="es-ES" err="1"/>
              <a:t>to</a:t>
            </a:r>
            <a:r>
              <a:rPr lang="es-ES"/>
              <a:t> </a:t>
            </a:r>
            <a:r>
              <a:rPr lang="es-ES" err="1"/>
              <a:t>underpin</a:t>
            </a:r>
            <a:r>
              <a:rPr lang="es-ES"/>
              <a:t> </a:t>
            </a:r>
            <a:r>
              <a:rPr lang="es-ES" err="1"/>
              <a:t>technology</a:t>
            </a:r>
            <a:r>
              <a:rPr lang="es-ES"/>
              <a:t> and </a:t>
            </a:r>
            <a:r>
              <a:rPr lang="es-ES" err="1"/>
              <a:t>people</a:t>
            </a:r>
            <a:r>
              <a:rPr lang="es-ES"/>
              <a:t> </a:t>
            </a:r>
            <a:r>
              <a:rPr lang="es-ES" err="1"/>
              <a:t>transformation</a:t>
            </a:r>
            <a:r>
              <a:rPr lang="es-ES"/>
              <a:t>”</a:t>
            </a:r>
          </a:p>
        </p:txBody>
      </p:sp>
    </p:spTree>
    <p:extLst>
      <p:ext uri="{BB962C8B-B14F-4D97-AF65-F5344CB8AC3E}">
        <p14:creationId xmlns:p14="http://schemas.microsoft.com/office/powerpoint/2010/main" val="1121224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Line 14" descr="preencoded.png">
            <a:extLst>
              <a:ext uri="{FF2B5EF4-FFF2-40B4-BE49-F238E27FC236}">
                <a16:creationId xmlns:a16="http://schemas.microsoft.com/office/drawing/2014/main" id="{CE16C99A-0C00-7E3E-76D4-1CBFDFEC384D}"/>
              </a:ext>
            </a:extLst>
          </p:cNvPr>
          <p:cNvPicPr preferRelativeResize="0">
            <a:picLocks/>
          </p:cNvPicPr>
          <p:nvPr/>
        </p:nvPicPr>
        <p:blipFill>
          <a:blip r:embed="rId2"/>
          <a:srcRect/>
          <a:stretch/>
        </p:blipFill>
        <p:spPr>
          <a:xfrm>
            <a:off x="406400" y="698500"/>
            <a:ext cx="11379200" cy="2400"/>
          </a:xfrm>
          <a:prstGeom prst="rect">
            <a:avLst/>
          </a:prstGeom>
        </p:spPr>
      </p:pic>
      <p:pic>
        <p:nvPicPr>
          <p:cNvPr id="15" name="Xebia" descr="preencoded.png">
            <a:extLst>
              <a:ext uri="{FF2B5EF4-FFF2-40B4-BE49-F238E27FC236}">
                <a16:creationId xmlns:a16="http://schemas.microsoft.com/office/drawing/2014/main" id="{B6629427-BD86-9830-BB50-39412D7EE99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112501" y="292100"/>
            <a:ext cx="673101" cy="215900"/>
          </a:xfrm>
          <a:prstGeom prst="rect">
            <a:avLst/>
          </a:prstGeom>
        </p:spPr>
      </p:pic>
      <p:sp>
        <p:nvSpPr>
          <p:cNvPr id="16" name="name_00">
            <a:extLst>
              <a:ext uri="{FF2B5EF4-FFF2-40B4-BE49-F238E27FC236}">
                <a16:creationId xmlns:a16="http://schemas.microsoft.com/office/drawing/2014/main" id="{982B4BFF-85C9-A77B-05E6-F969950EAD5C}"/>
              </a:ext>
            </a:extLst>
          </p:cNvPr>
          <p:cNvSpPr/>
          <p:nvPr/>
        </p:nvSpPr>
        <p:spPr>
          <a:xfrm>
            <a:off x="406400" y="374650"/>
            <a:ext cx="6027057" cy="69419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660">
              <a:lnSpc>
                <a:spcPts val="1400"/>
              </a:lnSpc>
              <a:defRPr/>
            </a:pPr>
            <a:r>
              <a:rPr lang="en-US" sz="1050" kern="0">
                <a:solidFill>
                  <a:srgbClr val="000000"/>
                </a:solidFill>
                <a:latin typeface="+mj-lt"/>
                <a:ea typeface="Suisse Int'l Regular" pitchFamily="34" charset="-122"/>
                <a:cs typeface="Suisse Int'l Regular" pitchFamily="34" charset="-120"/>
              </a:rPr>
              <a:t>
</a:t>
            </a:r>
            <a:endParaRPr lang="en-US" sz="1050">
              <a:solidFill>
                <a:srgbClr val="000000"/>
              </a:solidFill>
              <a:latin typeface="+mj-lt"/>
            </a:endParaRPr>
          </a:p>
        </p:txBody>
      </p:sp>
      <p:sp>
        <p:nvSpPr>
          <p:cNvPr id="17" name="Section title">
            <a:extLst>
              <a:ext uri="{FF2B5EF4-FFF2-40B4-BE49-F238E27FC236}">
                <a16:creationId xmlns:a16="http://schemas.microsoft.com/office/drawing/2014/main" id="{2567D1F1-EF76-451F-948E-AE909D07D997}"/>
              </a:ext>
            </a:extLst>
          </p:cNvPr>
          <p:cNvSpPr/>
          <p:nvPr/>
        </p:nvSpPr>
        <p:spPr>
          <a:xfrm>
            <a:off x="1092200" y="374650"/>
            <a:ext cx="1761067" cy="175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660">
              <a:lnSpc>
                <a:spcPts val="1400"/>
              </a:lnSpc>
              <a:defRPr/>
            </a:pPr>
            <a:endParaRPr lang="en-US" sz="1050" kern="0">
              <a:solidFill>
                <a:srgbClr val="000000"/>
              </a:solidFill>
              <a:latin typeface="+mj-lt"/>
              <a:ea typeface="Suisse Int'l Regular" pitchFamily="34" charset="-122"/>
              <a:cs typeface="Suisse Int'l Regular" pitchFamily="34" charset="-120"/>
            </a:endParaRPr>
          </a:p>
        </p:txBody>
      </p:sp>
      <p:sp>
        <p:nvSpPr>
          <p:cNvPr id="24" name="Tekstvak 7">
            <a:extLst>
              <a:ext uri="{FF2B5EF4-FFF2-40B4-BE49-F238E27FC236}">
                <a16:creationId xmlns:a16="http://schemas.microsoft.com/office/drawing/2014/main" id="{19360FF8-E660-CA0D-EEC9-1B3C3A4ADF2C}"/>
              </a:ext>
            </a:extLst>
          </p:cNvPr>
          <p:cNvSpPr txBox="1"/>
          <p:nvPr/>
        </p:nvSpPr>
        <p:spPr>
          <a:xfrm>
            <a:off x="337457" y="278512"/>
            <a:ext cx="6096000" cy="420564"/>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133" b="1" kern="0">
                <a:solidFill>
                  <a:srgbClr val="000000"/>
                </a:solidFill>
                <a:latin typeface="+mj-lt"/>
                <a:ea typeface="Suisse Int'l Regular" pitchFamily="34" charset="-122"/>
              </a:rPr>
              <a:t>Approach to collaboration</a:t>
            </a:r>
          </a:p>
        </p:txBody>
      </p:sp>
      <p:sp>
        <p:nvSpPr>
          <p:cNvPr id="28" name="Google Shape;9278;p202">
            <a:extLst>
              <a:ext uri="{FF2B5EF4-FFF2-40B4-BE49-F238E27FC236}">
                <a16:creationId xmlns:a16="http://schemas.microsoft.com/office/drawing/2014/main" id="{AC45559E-4150-832A-433D-5EA1F4151BEF}"/>
              </a:ext>
            </a:extLst>
          </p:cNvPr>
          <p:cNvSpPr/>
          <p:nvPr/>
        </p:nvSpPr>
        <p:spPr>
          <a:xfrm>
            <a:off x="1630967" y="1945100"/>
            <a:ext cx="4808800" cy="1141200"/>
          </a:xfrm>
          <a:prstGeom prst="rect">
            <a:avLst/>
          </a:prstGeom>
          <a:noFill/>
          <a:ln>
            <a:noFill/>
          </a:ln>
        </p:spPr>
        <p:txBody>
          <a:bodyPr spcFirstLastPara="1" wrap="square" lIns="45700" tIns="22867" rIns="45700" bIns="22867" anchor="t"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15000"/>
              </a:lnSpc>
              <a:buClr>
                <a:srgbClr val="555555"/>
              </a:buClr>
              <a:buSzPts val="1000"/>
            </a:pPr>
            <a:r>
              <a:rPr lang="nl" sz="1600" kern="0" spc="-13">
                <a:solidFill>
                  <a:srgbClr val="000000"/>
                </a:solidFill>
                <a:latin typeface="Arial" panose="020B0604020202020204" pitchFamily="34" charset="0"/>
                <a:ea typeface="Suisse Int'l Regular" pitchFamily="34" charset="-122"/>
                <a:cs typeface="Arial" panose="020B0604020202020204" pitchFamily="34" charset="0"/>
                <a:sym typeface="Proxima Nova"/>
              </a:rPr>
              <a:t>We'll connect with a dedicated partner expert early, schedule regular knowledge transfer sessions, and gain technical access. Our goal is to achieve control over the software delivery pipeline, enabling continuous delivery of small improvements without dependencies outside the team.</a:t>
            </a:r>
            <a:endParaRPr sz="1600" kern="0" spc="-13">
              <a:solidFill>
                <a:srgbClr val="000000"/>
              </a:solidFill>
              <a:latin typeface="Arial" panose="020B0604020202020204" pitchFamily="34" charset="0"/>
              <a:ea typeface="Suisse Int'l Regular" pitchFamily="34" charset="-122"/>
              <a:cs typeface="Arial" panose="020B0604020202020204" pitchFamily="34" charset="0"/>
              <a:sym typeface="Arial"/>
            </a:endParaRPr>
          </a:p>
        </p:txBody>
      </p:sp>
      <p:sp>
        <p:nvSpPr>
          <p:cNvPr id="30" name="Google Shape;9280;p202">
            <a:extLst>
              <a:ext uri="{FF2B5EF4-FFF2-40B4-BE49-F238E27FC236}">
                <a16:creationId xmlns:a16="http://schemas.microsoft.com/office/drawing/2014/main" id="{1DE6B438-895D-A390-1643-11F529424874}"/>
              </a:ext>
            </a:extLst>
          </p:cNvPr>
          <p:cNvSpPr/>
          <p:nvPr/>
        </p:nvSpPr>
        <p:spPr>
          <a:xfrm>
            <a:off x="496108" y="1547565"/>
            <a:ext cx="1027600" cy="1027600"/>
          </a:xfrm>
          <a:prstGeom prst="ellipse">
            <a:avLst/>
          </a:prstGeom>
          <a:solidFill>
            <a:srgbClr val="FFFFFF"/>
          </a:solidFill>
          <a:ln>
            <a:noFill/>
          </a:ln>
          <a:effectLst>
            <a:outerShdw blurRad="177800" dist="59322" dir="5400000" rotWithShape="0">
              <a:srgbClr val="000000">
                <a:alpha val="9410"/>
              </a:srgbClr>
            </a:outerShdw>
          </a:effectLst>
        </p:spPr>
        <p:txBody>
          <a:bodyPr spcFirstLastPara="1" wrap="square" lIns="0" tIns="0" rIns="0" bIns="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buClr>
                <a:srgbClr val="FFFFFF"/>
              </a:buClr>
              <a:buSzPts val="900"/>
            </a:pPr>
            <a:endParaRPr sz="800">
              <a:solidFill>
                <a:srgbClr val="5E5E5E"/>
              </a:solidFill>
              <a:latin typeface="+mj-lt"/>
              <a:ea typeface="Helvetica Neue"/>
              <a:cs typeface="Helvetica Neue"/>
              <a:sym typeface="Helvetica Neue"/>
            </a:endParaRPr>
          </a:p>
        </p:txBody>
      </p:sp>
      <p:sp>
        <p:nvSpPr>
          <p:cNvPr id="33" name="Google Shape;9283;p202">
            <a:extLst>
              <a:ext uri="{FF2B5EF4-FFF2-40B4-BE49-F238E27FC236}">
                <a16:creationId xmlns:a16="http://schemas.microsoft.com/office/drawing/2014/main" id="{C3A07161-AD58-336B-8544-3FD7EB4F9C0B}"/>
              </a:ext>
            </a:extLst>
          </p:cNvPr>
          <p:cNvSpPr txBox="1"/>
          <p:nvPr/>
        </p:nvSpPr>
        <p:spPr>
          <a:xfrm>
            <a:off x="1630968" y="1400967"/>
            <a:ext cx="3332800" cy="540800"/>
          </a:xfrm>
          <a:prstGeom prst="rect">
            <a:avLst/>
          </a:prstGeom>
          <a:noFill/>
          <a:ln>
            <a:noFill/>
          </a:ln>
        </p:spPr>
        <p:txBody>
          <a:bodyPr spcFirstLastPara="1" wrap="square" lIns="25400" tIns="25400" rIns="25400" bIns="2540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buClr>
                <a:srgbClr val="6C1D5F"/>
              </a:buClr>
              <a:buSzPts val="1300"/>
            </a:pPr>
            <a:r>
              <a:rPr lang="nl" sz="1733" b="1">
                <a:latin typeface="+mj-lt"/>
                <a:ea typeface="Proxima Nova Semibold"/>
                <a:cs typeface="Proxima Nova Semibold"/>
                <a:sym typeface="Proxima Nova Semibold"/>
              </a:rPr>
              <a:t>Working with partners</a:t>
            </a:r>
            <a:endParaRPr sz="1733" b="1">
              <a:latin typeface="+mj-lt"/>
              <a:ea typeface="Arial"/>
              <a:cs typeface="Arial"/>
              <a:sym typeface="Arial"/>
            </a:endParaRPr>
          </a:p>
        </p:txBody>
      </p:sp>
      <p:sp>
        <p:nvSpPr>
          <p:cNvPr id="34" name="Google Shape;9284;p202">
            <a:extLst>
              <a:ext uri="{FF2B5EF4-FFF2-40B4-BE49-F238E27FC236}">
                <a16:creationId xmlns:a16="http://schemas.microsoft.com/office/drawing/2014/main" id="{73444126-7BEA-9ADB-80E2-DCA0D1CE1484}"/>
              </a:ext>
            </a:extLst>
          </p:cNvPr>
          <p:cNvSpPr/>
          <p:nvPr/>
        </p:nvSpPr>
        <p:spPr>
          <a:xfrm>
            <a:off x="6650636" y="1547548"/>
            <a:ext cx="1027600" cy="1027600"/>
          </a:xfrm>
          <a:prstGeom prst="ellipse">
            <a:avLst/>
          </a:prstGeom>
          <a:solidFill>
            <a:srgbClr val="FFFFFF"/>
          </a:solidFill>
          <a:ln>
            <a:noFill/>
          </a:ln>
          <a:effectLst>
            <a:outerShdw blurRad="177800" dist="59322" dir="5400000" rotWithShape="0">
              <a:srgbClr val="000000">
                <a:alpha val="9410"/>
              </a:srgbClr>
            </a:outerShdw>
          </a:effectLst>
        </p:spPr>
        <p:txBody>
          <a:bodyPr spcFirstLastPara="1" wrap="square" lIns="0" tIns="0" rIns="0" bIns="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buClr>
                <a:srgbClr val="FFFFFF"/>
              </a:buClr>
              <a:buSzPts val="900"/>
            </a:pPr>
            <a:endParaRPr sz="800">
              <a:solidFill>
                <a:srgbClr val="5E5E5E"/>
              </a:solidFill>
              <a:latin typeface="+mj-lt"/>
              <a:ea typeface="Helvetica Neue"/>
              <a:cs typeface="Helvetica Neue"/>
              <a:sym typeface="Helvetica Neue"/>
            </a:endParaRPr>
          </a:p>
        </p:txBody>
      </p:sp>
      <p:sp>
        <p:nvSpPr>
          <p:cNvPr id="35" name="Google Shape;9285;p202">
            <a:extLst>
              <a:ext uri="{FF2B5EF4-FFF2-40B4-BE49-F238E27FC236}">
                <a16:creationId xmlns:a16="http://schemas.microsoft.com/office/drawing/2014/main" id="{E09A5B66-EDA7-6723-869E-43B61CA8ABF2}"/>
              </a:ext>
            </a:extLst>
          </p:cNvPr>
          <p:cNvSpPr txBox="1"/>
          <p:nvPr/>
        </p:nvSpPr>
        <p:spPr>
          <a:xfrm>
            <a:off x="7775267" y="1478767"/>
            <a:ext cx="4356000" cy="385200"/>
          </a:xfrm>
          <a:prstGeom prst="rect">
            <a:avLst/>
          </a:prstGeom>
          <a:noFill/>
          <a:ln>
            <a:noFill/>
          </a:ln>
        </p:spPr>
        <p:txBody>
          <a:bodyPr spcFirstLastPara="1" wrap="square" lIns="25400" tIns="25400" rIns="25400" bIns="2540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buClr>
                <a:srgbClr val="6C1D5F"/>
              </a:buClr>
              <a:buSzPts val="1300"/>
            </a:pPr>
            <a:r>
              <a:rPr lang="nl" sz="1733" b="1">
                <a:latin typeface="+mj-lt"/>
                <a:ea typeface="Proxima Nova Semibold"/>
                <a:cs typeface="Proxima Nova Semibold"/>
                <a:sym typeface="Proxima Nova Semibold"/>
              </a:rPr>
              <a:t>Empowering our customers</a:t>
            </a:r>
            <a:endParaRPr sz="1733" b="1">
              <a:latin typeface="+mj-lt"/>
              <a:ea typeface="Arial"/>
              <a:cs typeface="Arial"/>
              <a:sym typeface="Arial"/>
            </a:endParaRPr>
          </a:p>
        </p:txBody>
      </p:sp>
      <p:sp>
        <p:nvSpPr>
          <p:cNvPr id="36" name="Google Shape;9286;p202">
            <a:extLst>
              <a:ext uri="{FF2B5EF4-FFF2-40B4-BE49-F238E27FC236}">
                <a16:creationId xmlns:a16="http://schemas.microsoft.com/office/drawing/2014/main" id="{E67E2601-4D93-45DC-95C7-CA8940FB4470}"/>
              </a:ext>
            </a:extLst>
          </p:cNvPr>
          <p:cNvSpPr/>
          <p:nvPr/>
        </p:nvSpPr>
        <p:spPr>
          <a:xfrm>
            <a:off x="471545" y="4149771"/>
            <a:ext cx="1027600" cy="1027600"/>
          </a:xfrm>
          <a:prstGeom prst="ellipse">
            <a:avLst/>
          </a:prstGeom>
          <a:solidFill>
            <a:srgbClr val="FFFFFF"/>
          </a:solidFill>
          <a:ln>
            <a:noFill/>
          </a:ln>
          <a:effectLst>
            <a:outerShdw blurRad="177800" dist="59322" dir="5400000" rotWithShape="0">
              <a:srgbClr val="000000">
                <a:alpha val="9410"/>
              </a:srgbClr>
            </a:outerShdw>
          </a:effectLst>
        </p:spPr>
        <p:txBody>
          <a:bodyPr spcFirstLastPara="1" wrap="square" lIns="0" tIns="0" rIns="0" bIns="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buClr>
                <a:srgbClr val="FFFFFF"/>
              </a:buClr>
              <a:buSzPts val="900"/>
            </a:pPr>
            <a:endParaRPr sz="800">
              <a:solidFill>
                <a:srgbClr val="5E5E5E"/>
              </a:solidFill>
              <a:latin typeface="+mj-lt"/>
              <a:ea typeface="Helvetica Neue"/>
              <a:cs typeface="Helvetica Neue"/>
              <a:sym typeface="Helvetica Neue"/>
            </a:endParaRPr>
          </a:p>
        </p:txBody>
      </p:sp>
      <p:sp>
        <p:nvSpPr>
          <p:cNvPr id="37" name="Google Shape;9288;p202">
            <a:extLst>
              <a:ext uri="{FF2B5EF4-FFF2-40B4-BE49-F238E27FC236}">
                <a16:creationId xmlns:a16="http://schemas.microsoft.com/office/drawing/2014/main" id="{568E58AA-73AC-9E1F-8E37-D21B975632A1}"/>
              </a:ext>
            </a:extLst>
          </p:cNvPr>
          <p:cNvSpPr/>
          <p:nvPr/>
        </p:nvSpPr>
        <p:spPr>
          <a:xfrm>
            <a:off x="7775267" y="1901467"/>
            <a:ext cx="3820400" cy="1446800"/>
          </a:xfrm>
          <a:prstGeom prst="rect">
            <a:avLst/>
          </a:prstGeom>
          <a:noFill/>
          <a:ln>
            <a:noFill/>
          </a:ln>
        </p:spPr>
        <p:txBody>
          <a:bodyPr spcFirstLastPara="1" wrap="square" lIns="45700" tIns="22867" rIns="45700" bIns="22867" anchor="t"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15000"/>
              </a:lnSpc>
              <a:buClr>
                <a:srgbClr val="5E5E5E"/>
              </a:buClr>
              <a:buSzPts val="1000"/>
            </a:pPr>
            <a:r>
              <a:rPr lang="nl" sz="1600">
                <a:latin typeface="Arial" panose="020B0604020202020204" pitchFamily="34" charset="0"/>
                <a:ea typeface="Proxima Nova"/>
                <a:cs typeface="Arial" panose="020B0604020202020204" pitchFamily="34" charset="0"/>
                <a:sym typeface="Proxima Nova"/>
              </a:rPr>
              <a:t>Software delivery through pair programming, code review, and presentations. Building trust and collaboration, we contribute to technical communities across teams.</a:t>
            </a:r>
            <a:endParaRPr sz="1600">
              <a:latin typeface="Arial" panose="020B0604020202020204" pitchFamily="34" charset="0"/>
              <a:ea typeface="Proxima Nova"/>
              <a:cs typeface="Arial" panose="020B0604020202020204" pitchFamily="34" charset="0"/>
              <a:sym typeface="Proxima Nova"/>
            </a:endParaRPr>
          </a:p>
          <a:p>
            <a:pPr>
              <a:lnSpc>
                <a:spcPct val="115000"/>
              </a:lnSpc>
              <a:buClr>
                <a:srgbClr val="5E5E5E"/>
              </a:buClr>
              <a:buSzPts val="1000"/>
            </a:pPr>
            <a:endParaRPr sz="1600">
              <a:latin typeface="Arial" panose="020B0604020202020204" pitchFamily="34" charset="0"/>
              <a:ea typeface="Proxima Nova"/>
              <a:cs typeface="Arial" panose="020B0604020202020204" pitchFamily="34" charset="0"/>
              <a:sym typeface="Proxima Nova"/>
            </a:endParaRPr>
          </a:p>
        </p:txBody>
      </p:sp>
      <p:pic>
        <p:nvPicPr>
          <p:cNvPr id="38" name="Google Shape;9289;p202">
            <a:extLst>
              <a:ext uri="{FF2B5EF4-FFF2-40B4-BE49-F238E27FC236}">
                <a16:creationId xmlns:a16="http://schemas.microsoft.com/office/drawing/2014/main" id="{7194709A-5766-6C1B-13AE-E4B1DC9027AE}"/>
              </a:ext>
            </a:extLst>
          </p:cNvPr>
          <p:cNvPicPr preferRelativeResize="0"/>
          <p:nvPr/>
        </p:nvPicPr>
        <p:blipFill>
          <a:blip r:embed="rId5">
            <a:alphaModFix/>
          </a:blip>
          <a:stretch>
            <a:fillRect/>
          </a:stretch>
        </p:blipFill>
        <p:spPr>
          <a:xfrm>
            <a:off x="758420" y="1763901"/>
            <a:ext cx="502933" cy="502967"/>
          </a:xfrm>
          <a:prstGeom prst="rect">
            <a:avLst/>
          </a:prstGeom>
          <a:noFill/>
          <a:ln>
            <a:noFill/>
          </a:ln>
        </p:spPr>
      </p:pic>
      <p:sp>
        <p:nvSpPr>
          <p:cNvPr id="39" name="Google Shape;9290;p202">
            <a:extLst>
              <a:ext uri="{FF2B5EF4-FFF2-40B4-BE49-F238E27FC236}">
                <a16:creationId xmlns:a16="http://schemas.microsoft.com/office/drawing/2014/main" id="{2879DDE2-AEF2-9F1A-6E05-81A2BBCBC5C7}"/>
              </a:ext>
            </a:extLst>
          </p:cNvPr>
          <p:cNvSpPr/>
          <p:nvPr/>
        </p:nvSpPr>
        <p:spPr>
          <a:xfrm>
            <a:off x="1630967" y="4704833"/>
            <a:ext cx="4808800" cy="1141200"/>
          </a:xfrm>
          <a:prstGeom prst="rect">
            <a:avLst/>
          </a:prstGeom>
          <a:noFill/>
          <a:ln>
            <a:noFill/>
          </a:ln>
        </p:spPr>
        <p:txBody>
          <a:bodyPr spcFirstLastPara="1" wrap="square" lIns="45700" tIns="22867" rIns="45700" bIns="22867" anchor="t"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14999"/>
              </a:lnSpc>
            </a:pPr>
            <a:r>
              <a:rPr lang="nl" sz="1600" dirty="0" err="1">
                <a:latin typeface="Arial"/>
                <a:ea typeface="Proxima Nova"/>
                <a:cs typeface="Arial"/>
                <a:sym typeface="Proxima Nova"/>
              </a:rPr>
              <a:t>Xebia</a:t>
            </a:r>
            <a:r>
              <a:rPr lang="nl" sz="1600" dirty="0">
                <a:latin typeface="Arial"/>
                <a:ea typeface="Proxima Nova"/>
                <a:cs typeface="Arial"/>
                <a:sym typeface="Proxima Nova"/>
              </a:rPr>
              <a:t> </a:t>
            </a:r>
            <a:r>
              <a:rPr lang="nl" sz="1600" dirty="0" err="1">
                <a:latin typeface="Arial"/>
                <a:ea typeface="Proxima Nova"/>
                <a:cs typeface="Arial"/>
                <a:sym typeface="Proxima Nova"/>
              </a:rPr>
              <a:t>innovates</a:t>
            </a:r>
            <a:r>
              <a:rPr lang="nl" sz="1600" dirty="0">
                <a:latin typeface="Arial"/>
                <a:ea typeface="Proxima Nova"/>
                <a:cs typeface="Arial"/>
                <a:sym typeface="Proxima Nova"/>
              </a:rPr>
              <a:t> </a:t>
            </a:r>
            <a:r>
              <a:rPr lang="nl" sz="1600" dirty="0" err="1">
                <a:latin typeface="Arial"/>
                <a:ea typeface="Proxima Nova"/>
                <a:cs typeface="Arial"/>
                <a:sym typeface="Proxima Nova"/>
              </a:rPr>
              <a:t>and</a:t>
            </a:r>
            <a:r>
              <a:rPr lang="nl" sz="1600" dirty="0">
                <a:latin typeface="Arial"/>
                <a:ea typeface="Proxima Nova"/>
                <a:cs typeface="Arial"/>
                <a:sym typeface="Proxima Nova"/>
              </a:rPr>
              <a:t> </a:t>
            </a:r>
            <a:r>
              <a:rPr lang="nl" sz="1600" dirty="0" err="1">
                <a:latin typeface="Arial"/>
                <a:ea typeface="Proxima Nova"/>
                <a:cs typeface="Arial"/>
                <a:sym typeface="Proxima Nova"/>
              </a:rPr>
              <a:t>adopts</a:t>
            </a:r>
            <a:r>
              <a:rPr lang="nl" sz="1600" dirty="0">
                <a:latin typeface="Arial"/>
                <a:ea typeface="Proxima Nova"/>
                <a:cs typeface="Arial"/>
                <a:sym typeface="Proxima Nova"/>
              </a:rPr>
              <a:t> new </a:t>
            </a:r>
            <a:r>
              <a:rPr lang="nl" sz="1600" dirty="0" err="1">
                <a:latin typeface="Arial"/>
                <a:ea typeface="Proxima Nova"/>
                <a:cs typeface="Arial"/>
                <a:sym typeface="Proxima Nova"/>
              </a:rPr>
              <a:t>tech</a:t>
            </a:r>
            <a:r>
              <a:rPr lang="nl" sz="1600" dirty="0">
                <a:latin typeface="Arial"/>
                <a:ea typeface="Proxima Nova"/>
                <a:cs typeface="Arial"/>
                <a:sym typeface="Proxima Nova"/>
              </a:rPr>
              <a:t> </a:t>
            </a:r>
            <a:r>
              <a:rPr lang="nl" sz="1600" dirty="0" err="1">
                <a:latin typeface="Arial"/>
                <a:ea typeface="Proxima Nova"/>
                <a:cs typeface="Arial"/>
                <a:sym typeface="Proxima Nova"/>
              </a:rPr>
              <a:t>and</a:t>
            </a:r>
            <a:r>
              <a:rPr lang="nl" sz="1600" dirty="0">
                <a:latin typeface="Arial"/>
                <a:ea typeface="Proxima Nova"/>
                <a:cs typeface="Arial"/>
                <a:sym typeface="Proxima Nova"/>
              </a:rPr>
              <a:t> </a:t>
            </a:r>
            <a:r>
              <a:rPr lang="nl" sz="1600" dirty="0" err="1">
                <a:latin typeface="Arial"/>
                <a:ea typeface="Proxima Nova"/>
                <a:cs typeface="Arial"/>
                <a:sym typeface="Proxima Nova"/>
              </a:rPr>
              <a:t>processes</a:t>
            </a:r>
            <a:r>
              <a:rPr lang="nl" sz="1600" dirty="0">
                <a:latin typeface="Arial"/>
                <a:ea typeface="Proxima Nova"/>
                <a:cs typeface="Arial"/>
                <a:sym typeface="Proxima Nova"/>
              </a:rPr>
              <a:t> </a:t>
            </a:r>
            <a:r>
              <a:rPr lang="nl" sz="1600" dirty="0" err="1">
                <a:latin typeface="Arial"/>
                <a:ea typeface="Proxima Nova"/>
                <a:cs typeface="Arial"/>
                <a:sym typeface="Proxima Nova"/>
              </a:rPr>
              <a:t>to</a:t>
            </a:r>
            <a:r>
              <a:rPr lang="nl" sz="1600" dirty="0">
                <a:latin typeface="Arial"/>
                <a:ea typeface="Proxima Nova"/>
                <a:cs typeface="Arial"/>
                <a:sym typeface="Proxima Nova"/>
              </a:rPr>
              <a:t> </a:t>
            </a:r>
            <a:r>
              <a:rPr lang="nl" sz="1600" dirty="0" err="1">
                <a:latin typeface="Arial"/>
                <a:ea typeface="Proxima Nova"/>
                <a:cs typeface="Arial"/>
                <a:sym typeface="Proxima Nova"/>
              </a:rPr>
              <a:t>optimize</a:t>
            </a:r>
            <a:r>
              <a:rPr lang="nl" sz="1600" dirty="0">
                <a:latin typeface="Arial"/>
                <a:ea typeface="Proxima Nova"/>
                <a:cs typeface="Arial"/>
                <a:sym typeface="Proxima Nova"/>
              </a:rPr>
              <a:t> operations, drive </a:t>
            </a:r>
            <a:r>
              <a:rPr lang="nl" sz="1600" dirty="0" err="1">
                <a:latin typeface="Arial"/>
                <a:ea typeface="Proxima Nova"/>
                <a:cs typeface="Arial"/>
                <a:sym typeface="Proxima Nova"/>
              </a:rPr>
              <a:t>growth</a:t>
            </a:r>
            <a:r>
              <a:rPr lang="nl" sz="1600" dirty="0">
                <a:latin typeface="Arial"/>
                <a:ea typeface="Proxima Nova"/>
                <a:cs typeface="Arial"/>
                <a:sym typeface="Proxima Nova"/>
              </a:rPr>
              <a:t>, </a:t>
            </a:r>
            <a:r>
              <a:rPr lang="nl" sz="1600" dirty="0" err="1">
                <a:latin typeface="Arial"/>
                <a:ea typeface="Proxima Nova"/>
                <a:cs typeface="Arial"/>
                <a:sym typeface="Proxima Nova"/>
              </a:rPr>
              <a:t>and</a:t>
            </a:r>
            <a:r>
              <a:rPr lang="nl" sz="1600" dirty="0">
                <a:latin typeface="Arial"/>
                <a:ea typeface="Proxima Nova"/>
                <a:cs typeface="Arial"/>
                <a:sym typeface="Proxima Nova"/>
              </a:rPr>
              <a:t> </a:t>
            </a:r>
            <a:r>
              <a:rPr lang="nl" sz="1600" dirty="0" err="1">
                <a:latin typeface="Arial"/>
                <a:ea typeface="Proxima Nova"/>
                <a:cs typeface="Arial"/>
                <a:sym typeface="Proxima Nova"/>
              </a:rPr>
              <a:t>improve</a:t>
            </a:r>
            <a:r>
              <a:rPr lang="nl" sz="1600" dirty="0">
                <a:latin typeface="Arial"/>
                <a:ea typeface="Proxima Nova"/>
                <a:cs typeface="Arial"/>
                <a:sym typeface="Proxima Nova"/>
              </a:rPr>
              <a:t> </a:t>
            </a:r>
            <a:r>
              <a:rPr lang="nl" sz="1600" dirty="0" err="1">
                <a:latin typeface="Arial"/>
                <a:ea typeface="Proxima Nova"/>
                <a:cs typeface="Arial"/>
                <a:sym typeface="Proxima Nova"/>
              </a:rPr>
              <a:t>outcomes</a:t>
            </a:r>
            <a:r>
              <a:rPr lang="nl" sz="1600" dirty="0">
                <a:latin typeface="Arial"/>
                <a:ea typeface="Proxima Nova"/>
                <a:cs typeface="Arial"/>
                <a:sym typeface="Proxima Nova"/>
              </a:rPr>
              <a:t>. We listen </a:t>
            </a:r>
            <a:r>
              <a:rPr lang="nl" sz="1600" dirty="0" err="1">
                <a:latin typeface="Arial"/>
                <a:ea typeface="Proxima Nova"/>
                <a:cs typeface="Arial"/>
                <a:sym typeface="Proxima Nova"/>
              </a:rPr>
              <a:t>to</a:t>
            </a:r>
            <a:r>
              <a:rPr lang="nl" sz="1600" dirty="0">
                <a:latin typeface="Arial"/>
                <a:ea typeface="Proxima Nova"/>
                <a:cs typeface="Arial"/>
                <a:sym typeface="Proxima Nova"/>
              </a:rPr>
              <a:t> client feedback </a:t>
            </a:r>
            <a:r>
              <a:rPr lang="nl" sz="1600" dirty="0" err="1">
                <a:latin typeface="Arial"/>
                <a:ea typeface="Proxima Nova"/>
                <a:cs typeface="Arial"/>
                <a:sym typeface="Proxima Nova"/>
              </a:rPr>
              <a:t>to</a:t>
            </a:r>
            <a:r>
              <a:rPr lang="nl" sz="1600" dirty="0">
                <a:latin typeface="Arial"/>
                <a:ea typeface="Proxima Nova"/>
                <a:cs typeface="Arial"/>
                <a:sym typeface="Proxima Nova"/>
              </a:rPr>
              <a:t> </a:t>
            </a:r>
            <a:r>
              <a:rPr lang="nl" sz="1600" dirty="0" err="1">
                <a:latin typeface="Arial"/>
                <a:ea typeface="Proxima Nova"/>
                <a:cs typeface="Arial"/>
                <a:sym typeface="Proxima Nova"/>
              </a:rPr>
              <a:t>ensure</a:t>
            </a:r>
            <a:r>
              <a:rPr lang="nl" sz="1600" dirty="0">
                <a:latin typeface="Arial"/>
                <a:ea typeface="Proxima Nova"/>
                <a:cs typeface="Arial"/>
                <a:sym typeface="Proxima Nova"/>
              </a:rPr>
              <a:t> </a:t>
            </a:r>
            <a:r>
              <a:rPr lang="nl" sz="1600" dirty="0" err="1">
                <a:latin typeface="Arial"/>
                <a:ea typeface="Proxima Nova"/>
                <a:cs typeface="Arial"/>
                <a:sym typeface="Proxima Nova"/>
              </a:rPr>
              <a:t>the</a:t>
            </a:r>
            <a:r>
              <a:rPr lang="nl" sz="1600" dirty="0">
                <a:latin typeface="Arial"/>
                <a:ea typeface="Proxima Nova"/>
                <a:cs typeface="Arial"/>
                <a:sym typeface="Proxima Nova"/>
              </a:rPr>
              <a:t> best service.</a:t>
            </a:r>
            <a:endParaRPr lang="en-US" dirty="0">
              <a:latin typeface="Arial"/>
              <a:cs typeface="Arial"/>
            </a:endParaRPr>
          </a:p>
        </p:txBody>
      </p:sp>
      <p:sp>
        <p:nvSpPr>
          <p:cNvPr id="40" name="Google Shape;9291;p202">
            <a:extLst>
              <a:ext uri="{FF2B5EF4-FFF2-40B4-BE49-F238E27FC236}">
                <a16:creationId xmlns:a16="http://schemas.microsoft.com/office/drawing/2014/main" id="{6CE2DC0E-CD0A-4471-A105-6C3F3AC8D340}"/>
              </a:ext>
            </a:extLst>
          </p:cNvPr>
          <p:cNvSpPr txBox="1"/>
          <p:nvPr/>
        </p:nvSpPr>
        <p:spPr>
          <a:xfrm>
            <a:off x="1630968" y="4160708"/>
            <a:ext cx="3332800" cy="540800"/>
          </a:xfrm>
          <a:prstGeom prst="rect">
            <a:avLst/>
          </a:prstGeom>
          <a:noFill/>
          <a:ln>
            <a:noFill/>
          </a:ln>
        </p:spPr>
        <p:txBody>
          <a:bodyPr spcFirstLastPara="1" wrap="square" lIns="25400" tIns="25400" rIns="25400" bIns="25400" anchor="ctr" anchorCtr="0">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nl" sz="1700" b="1" dirty="0" err="1">
                <a:latin typeface="+mj-lt"/>
                <a:cs typeface="Arial"/>
              </a:rPr>
              <a:t>Continuous</a:t>
            </a:r>
            <a:r>
              <a:rPr lang="nl" sz="1700" b="1" dirty="0">
                <a:latin typeface="+mj-lt"/>
                <a:cs typeface="Arial"/>
              </a:rPr>
              <a:t> </a:t>
            </a:r>
            <a:r>
              <a:rPr lang="nl" sz="1700" b="1" dirty="0" err="1">
                <a:latin typeface="+mj-lt"/>
                <a:cs typeface="Arial"/>
              </a:rPr>
              <a:t>improvement</a:t>
            </a:r>
            <a:endParaRPr lang="en-US" dirty="0" err="1"/>
          </a:p>
        </p:txBody>
      </p:sp>
      <p:pic>
        <p:nvPicPr>
          <p:cNvPr id="41" name="Google Shape;9292;p202">
            <a:extLst>
              <a:ext uri="{FF2B5EF4-FFF2-40B4-BE49-F238E27FC236}">
                <a16:creationId xmlns:a16="http://schemas.microsoft.com/office/drawing/2014/main" id="{7E1E8727-9279-9626-3822-D6F4B7002352}"/>
              </a:ext>
            </a:extLst>
          </p:cNvPr>
          <p:cNvPicPr preferRelativeResize="0"/>
          <p:nvPr/>
        </p:nvPicPr>
        <p:blipFill>
          <a:blip r:embed="rId6">
            <a:alphaModFix/>
          </a:blip>
          <a:stretch>
            <a:fillRect/>
          </a:stretch>
        </p:blipFill>
        <p:spPr>
          <a:xfrm>
            <a:off x="6833833" y="1743433"/>
            <a:ext cx="635884" cy="635884"/>
          </a:xfrm>
          <a:prstGeom prst="rect">
            <a:avLst/>
          </a:prstGeom>
          <a:noFill/>
          <a:ln>
            <a:noFill/>
          </a:ln>
        </p:spPr>
      </p:pic>
      <p:pic>
        <p:nvPicPr>
          <p:cNvPr id="2" name="Google Shape;9294;p202" descr="A purple line with arrows in a circle&#10;&#10;AI-generated content may be incorrect.">
            <a:extLst>
              <a:ext uri="{FF2B5EF4-FFF2-40B4-BE49-F238E27FC236}">
                <a16:creationId xmlns:a16="http://schemas.microsoft.com/office/drawing/2014/main" id="{6AE7855F-AF67-569F-5966-8BED165E0590}"/>
              </a:ext>
            </a:extLst>
          </p:cNvPr>
          <p:cNvPicPr preferRelativeResize="0"/>
          <p:nvPr/>
        </p:nvPicPr>
        <p:blipFill>
          <a:blip r:embed="rId7">
            <a:alphaModFix/>
          </a:blip>
          <a:stretch>
            <a:fillRect/>
          </a:stretch>
        </p:blipFill>
        <p:spPr>
          <a:xfrm>
            <a:off x="666152" y="4351952"/>
            <a:ext cx="635867" cy="635867"/>
          </a:xfrm>
          <a:prstGeom prst="rect">
            <a:avLst/>
          </a:prstGeom>
          <a:noFill/>
          <a:ln>
            <a:noFill/>
          </a:ln>
        </p:spPr>
      </p:pic>
    </p:spTree>
    <p:extLst>
      <p:ext uri="{BB962C8B-B14F-4D97-AF65-F5344CB8AC3E}">
        <p14:creationId xmlns:p14="http://schemas.microsoft.com/office/powerpoint/2010/main" val="3263802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506E42-BE3F-4EA1-9541-25579F158356}">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customXml/itemProps2.xml><?xml version="1.0" encoding="utf-8"?>
<ds:datastoreItem xmlns:ds="http://schemas.openxmlformats.org/officeDocument/2006/customXml" ds:itemID="{2FF02A02-1A5F-4225-84DF-A84947C39D2E}">
  <ds:schemaRefs>
    <ds:schemaRef ds:uri="http://schemas.microsoft.com/sharepoint/v3/contenttype/forms"/>
  </ds:schemaRefs>
</ds:datastoreItem>
</file>

<file path=customXml/itemProps3.xml><?xml version="1.0" encoding="utf-8"?>
<ds:datastoreItem xmlns:ds="http://schemas.openxmlformats.org/officeDocument/2006/customXml" ds:itemID="{C8595DE3-0F1E-48D6-9A8C-DD8D83696C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cp:revision>
  <dcterms:created xsi:type="dcterms:W3CDTF">2026-01-22T14:24:52Z</dcterms:created>
  <dcterms:modified xsi:type="dcterms:W3CDTF">2026-01-22T14:27:25Z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