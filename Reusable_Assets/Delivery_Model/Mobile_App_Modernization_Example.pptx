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61" r:id="rId4"/>
  </p:sldMasterIdLst>
  <p:sldIdLst>
    <p:sldId id="2146847621"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B6774-C85F-B14D-F4A7-6767500DC225}" v="3" dt="2026-01-28T14:10:39.7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orge Sereda" userId="S::george.sereda@xebia.com::5e824fc6-3a6a-482b-8597-f9374fb4b421" providerId="AD" clId="Web-{CB0B6774-C85F-B14D-F4A7-6767500DC225}"/>
    <pc:docChg chg="addSld delSld addMainMaster">
      <pc:chgData name="George Sereda" userId="S::george.sereda@xebia.com::5e824fc6-3a6a-482b-8597-f9374fb4b421" providerId="AD" clId="Web-{CB0B6774-C85F-B14D-F4A7-6767500DC225}" dt="2026-01-28T14:10:39.733" v="3"/>
      <pc:docMkLst>
        <pc:docMk/>
      </pc:docMkLst>
      <pc:sldChg chg="del">
        <pc:chgData name="George Sereda" userId="S::george.sereda@xebia.com::5e824fc6-3a6a-482b-8597-f9374fb4b421" providerId="AD" clId="Web-{CB0B6774-C85F-B14D-F4A7-6767500DC225}" dt="2026-01-28T14:10:39.733" v="3"/>
        <pc:sldMkLst>
          <pc:docMk/>
          <pc:sldMk cId="109857222" sldId="256"/>
        </pc:sldMkLst>
      </pc:sldChg>
      <pc:sldChg chg="add del">
        <pc:chgData name="George Sereda" userId="S::george.sereda@xebia.com::5e824fc6-3a6a-482b-8597-f9374fb4b421" providerId="AD" clId="Web-{CB0B6774-C85F-B14D-F4A7-6767500DC225}" dt="2026-01-28T14:10:35.936" v="2"/>
        <pc:sldMkLst>
          <pc:docMk/>
          <pc:sldMk cId="98750066" sldId="2146847621"/>
        </pc:sldMkLst>
      </pc:sldChg>
      <pc:sldMasterChg chg="addSldLayout delSldLayout">
        <pc:chgData name="George Sereda" userId="S::george.sereda@xebia.com::5e824fc6-3a6a-482b-8597-f9374fb4b421" providerId="AD" clId="Web-{CB0B6774-C85F-B14D-F4A7-6767500DC225}" dt="2026-01-28T14:10:35.154" v="1"/>
        <pc:sldMasterMkLst>
          <pc:docMk/>
          <pc:sldMasterMk cId="2460954070" sldId="2147483660"/>
        </pc:sldMasterMkLst>
        <pc:sldLayoutChg chg="add del">
          <pc:chgData name="George Sereda" userId="S::george.sereda@xebia.com::5e824fc6-3a6a-482b-8597-f9374fb4b421" providerId="AD" clId="Web-{CB0B6774-C85F-B14D-F4A7-6767500DC225}" dt="2026-01-28T14:10:35.154" v="1"/>
          <pc:sldLayoutMkLst>
            <pc:docMk/>
            <pc:sldMasterMk cId="2460954070" sldId="2147483660"/>
            <pc:sldLayoutMk cId="3604608417" sldId="2147483672"/>
          </pc:sldLayoutMkLst>
        </pc:sldLayoutChg>
      </pc:sldMasterChg>
      <pc:sldMasterChg chg="add addSldLayout">
        <pc:chgData name="George Sereda" userId="S::george.sereda@xebia.com::5e824fc6-3a6a-482b-8597-f9374fb4b421" providerId="AD" clId="Web-{CB0B6774-C85F-B14D-F4A7-6767500DC225}" dt="2026-01-28T14:10:35.936" v="2"/>
        <pc:sldMasterMkLst>
          <pc:docMk/>
          <pc:sldMasterMk cId="2136039300" sldId="2147483961"/>
        </pc:sldMasterMkLst>
        <pc:sldLayoutChg chg="add">
          <pc:chgData name="George Sereda" userId="S::george.sereda@xebia.com::5e824fc6-3a6a-482b-8597-f9374fb4b421" providerId="AD" clId="Web-{CB0B6774-C85F-B14D-F4A7-6767500DC225}" dt="2026-01-28T14:10:35.936" v="2"/>
          <pc:sldLayoutMkLst>
            <pc:docMk/>
            <pc:sldMasterMk cId="2136039300" sldId="2147483961"/>
            <pc:sldLayoutMk cId="1230136396" sldId="2147483962"/>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1112223939" sldId="2147483963"/>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2687296317" sldId="2147483964"/>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2066181969" sldId="2147483965"/>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2521803252" sldId="2147483966"/>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327624857" sldId="2147483967"/>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2784806216" sldId="2147483968"/>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3788580030" sldId="2147483969"/>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183064406" sldId="2147483970"/>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3142973630" sldId="2147483971"/>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3876420958" sldId="2147483972"/>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1570215629" sldId="2147483973"/>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2660716471" sldId="2147483974"/>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1833394981" sldId="2147483975"/>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1926172902" sldId="2147483976"/>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1911759127" sldId="2147483977"/>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455722315" sldId="2147483978"/>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2574244993" sldId="2147483979"/>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3250375082" sldId="2147483980"/>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689318260" sldId="2147483981"/>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2439056303" sldId="2147483982"/>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3230103355" sldId="2147483983"/>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3420260680" sldId="2147483984"/>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14729823" sldId="2147483985"/>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3543452291" sldId="2147483986"/>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3711316" sldId="2147483987"/>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1955489307" sldId="2147483988"/>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288149558" sldId="2147483989"/>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4207524627" sldId="2147483990"/>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1995592755" sldId="2147483991"/>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90515622" sldId="2147483992"/>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564833382" sldId="2147483993"/>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3285465369" sldId="2147483994"/>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2674629962" sldId="2147483995"/>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3721597600" sldId="2147483996"/>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352854006" sldId="2147483997"/>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2878979566" sldId="2147483998"/>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1130563270" sldId="2147483999"/>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357498386" sldId="2147484000"/>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267125637" sldId="2147484001"/>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3173376395" sldId="2147484002"/>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3622458657" sldId="2147484003"/>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2367384779" sldId="2147484004"/>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874602261" sldId="2147484005"/>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44968518" sldId="2147484006"/>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2854603344" sldId="2147484007"/>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1955687476" sldId="2147484008"/>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2999161221" sldId="2147484009"/>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166925696" sldId="2147484010"/>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1934302018" sldId="2147484011"/>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3255745320" sldId="2147484012"/>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464714393" sldId="2147484013"/>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3592282601" sldId="2147484014"/>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2943070305" sldId="2147484015"/>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1188206856" sldId="2147484016"/>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81364741" sldId="2147484017"/>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3774190542" sldId="2147484018"/>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388297083" sldId="2147484019"/>
          </pc:sldLayoutMkLst>
        </pc:sldLayoutChg>
        <pc:sldLayoutChg chg="add">
          <pc:chgData name="George Sereda" userId="S::george.sereda@xebia.com::5e824fc6-3a6a-482b-8597-f9374fb4b421" providerId="AD" clId="Web-{CB0B6774-C85F-B14D-F4A7-6767500DC225}" dt="2026-01-28T14:10:35.936" v="2"/>
          <pc:sldLayoutMkLst>
            <pc:docMk/>
            <pc:sldMasterMk cId="2136039300" sldId="2147483961"/>
            <pc:sldLayoutMk cId="2135832745" sldId="2147484020"/>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3.png"/><Relationship Id="rId4" Type="http://schemas.openxmlformats.org/officeDocument/2006/relationships/image" Target="../media/image10.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3.png"/><Relationship Id="rId4" Type="http://schemas.openxmlformats.org/officeDocument/2006/relationships/image" Target="../media/image10.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3.png"/><Relationship Id="rId4" Type="http://schemas.openxmlformats.org/officeDocument/2006/relationships/image" Target="../media/image10.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0.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ntent Slides ">
    <p:bg>
      <p:bgPr>
        <a:solidFill>
          <a:schemeClr val="accent2"/>
        </a:solidFill>
        <a:effectLst/>
      </p:bgPr>
    </p:bg>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CEABDB6F-69DE-6736-AEFC-DB6AFA212DDD}"/>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B55D9570-D3FC-6D43-AC32-D988B1849109}" type="slidenum">
              <a:rPr lang="en-PL" smtClean="0"/>
              <a:pPr/>
              <a:t>‹#›</a:t>
            </a:fld>
            <a:endParaRPr lang="en-PL"/>
          </a:p>
        </p:txBody>
      </p:sp>
      <p:sp>
        <p:nvSpPr>
          <p:cNvPr id="6" name="Symbol zastępczy stopki 1">
            <a:extLst>
              <a:ext uri="{FF2B5EF4-FFF2-40B4-BE49-F238E27FC236}">
                <a16:creationId xmlns:a16="http://schemas.microsoft.com/office/drawing/2014/main" id="{2708574E-B307-DD8F-EBFD-0F03215A914C}"/>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9" name="TextBox 8">
            <a:extLst>
              <a:ext uri="{FF2B5EF4-FFF2-40B4-BE49-F238E27FC236}">
                <a16:creationId xmlns:a16="http://schemas.microsoft.com/office/drawing/2014/main" id="{3666D7BB-271E-6E37-1765-C1C525D6DFC8}"/>
              </a:ext>
            </a:extLst>
          </p:cNvPr>
          <p:cNvSpPr txBox="1"/>
          <p:nvPr/>
        </p:nvSpPr>
        <p:spPr>
          <a:xfrm>
            <a:off x="406402" y="4690191"/>
            <a:ext cx="9319489" cy="1354217"/>
          </a:xfrm>
          <a:prstGeom prst="rect">
            <a:avLst/>
          </a:prstGeom>
          <a:noFill/>
        </p:spPr>
        <p:txBody>
          <a:bodyPr wrap="square" lIns="0" tIns="0" rIns="0" bIns="0" rtlCol="0" anchor="t" anchorCtr="0">
            <a:noAutofit/>
          </a:bodyPr>
          <a:lstStyle>
            <a:lvl1pPr marR="0" lvl="0" indent="0" defTabSz="609660" fontAlgn="auto">
              <a:lnSpc>
                <a:spcPct val="100000"/>
              </a:lnSpc>
              <a:spcBef>
                <a:spcPts val="0"/>
              </a:spcBef>
              <a:spcAft>
                <a:spcPts val="600"/>
              </a:spcAft>
              <a:buClrTx/>
              <a:buSzTx/>
              <a:buFontTx/>
              <a:buNone/>
              <a:tabLst/>
              <a:defRPr sz="5400" kern="0" spc="-67">
                <a:solidFill>
                  <a:schemeClr val="bg1"/>
                </a:solidFill>
                <a:latin typeface="+mj-lt"/>
                <a:ea typeface="Suisse Int'l Regular" pitchFamily="34" charset="-122"/>
                <a:cs typeface="Suisse Int'l Italic" panose="020B0504000000000000" pitchFamily="34" charset="-78"/>
              </a:defRPr>
            </a:lvl1pPr>
          </a:lstStyle>
          <a:p>
            <a:pPr lvl="0"/>
            <a:r>
              <a:rPr lang="en-US" sz="8800"/>
              <a:t>Content Slides</a:t>
            </a:r>
          </a:p>
        </p:txBody>
      </p:sp>
      <p:sp>
        <p:nvSpPr>
          <p:cNvPr id="7" name="Rectangle 6">
            <a:extLst>
              <a:ext uri="{FF2B5EF4-FFF2-40B4-BE49-F238E27FC236}">
                <a16:creationId xmlns:a16="http://schemas.microsoft.com/office/drawing/2014/main" id="{B7A99964-B307-6281-600E-D481491DC33C}"/>
              </a:ext>
            </a:extLst>
          </p:cNvPr>
          <p:cNvSpPr/>
          <p:nvPr/>
        </p:nvSpPr>
        <p:spPr>
          <a:xfrm>
            <a:off x="0" y="0"/>
            <a:ext cx="12192000" cy="404813"/>
          </a:xfrm>
          <a:prstGeom prst="rect">
            <a:avLst/>
          </a:prstGeom>
          <a:pattFill prst="wdUpDiag">
            <a:fgClr>
              <a:schemeClr val="bg1"/>
            </a:fgClr>
            <a:bgClr>
              <a:srgbClr val="CCA63E"/>
            </a:bgClr>
          </a:patt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sz="1400">
              <a:solidFill>
                <a:schemeClr val="bg1"/>
              </a:solidFill>
            </a:endParaRPr>
          </a:p>
        </p:txBody>
      </p:sp>
      <p:sp>
        <p:nvSpPr>
          <p:cNvPr id="8" name="Rectangle 7">
            <a:extLst>
              <a:ext uri="{FF2B5EF4-FFF2-40B4-BE49-F238E27FC236}">
                <a16:creationId xmlns:a16="http://schemas.microsoft.com/office/drawing/2014/main" id="{37E67677-1905-AF20-48A5-0B6A224CA3C2}"/>
              </a:ext>
            </a:extLst>
          </p:cNvPr>
          <p:cNvSpPr/>
          <p:nvPr/>
        </p:nvSpPr>
        <p:spPr>
          <a:xfrm>
            <a:off x="0" y="6453187"/>
            <a:ext cx="12192000" cy="404813"/>
          </a:xfrm>
          <a:prstGeom prst="rect">
            <a:avLst/>
          </a:prstGeom>
          <a:pattFill prst="wdUpDiag">
            <a:fgClr>
              <a:schemeClr val="bg1"/>
            </a:fgClr>
            <a:bgClr>
              <a:srgbClr val="CCA63E"/>
            </a:bgClr>
          </a:patt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sz="1400">
              <a:solidFill>
                <a:schemeClr val="bg1"/>
              </a:solidFill>
            </a:endParaRPr>
          </a:p>
        </p:txBody>
      </p:sp>
    </p:spTree>
    <p:extLst>
      <p:ext uri="{BB962C8B-B14F-4D97-AF65-F5344CB8AC3E}">
        <p14:creationId xmlns:p14="http://schemas.microsoft.com/office/powerpoint/2010/main" val="1230136396"/>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Content/White">
    <p:bg>
      <p:bgPr>
        <a:solidFill>
          <a:srgbClr val="FFFFFF"/>
        </a:solidFill>
        <a:effectLst/>
      </p:bgPr>
    </p:bg>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2BD1E98D-C6A7-1A86-D1DC-18C70ECE6DD7}"/>
              </a:ext>
            </a:extLst>
          </p:cNvPr>
          <p:cNvSpPr>
            <a:spLocks noGrp="1"/>
          </p:cNvSpPr>
          <p:nvPr>
            <p:ph type="body" idx="106" hasCustomPrompt="1"/>
          </p:nvPr>
        </p:nvSpPr>
        <p:spPr>
          <a:xfrm>
            <a:off x="406400" y="408055"/>
            <a:ext cx="7513108"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pic>
        <p:nvPicPr>
          <p:cNvPr id="3" name="Xebia" descr="preencoded.png">
            <a:extLst>
              <a:ext uri="{FF2B5EF4-FFF2-40B4-BE49-F238E27FC236}">
                <a16:creationId xmlns:a16="http://schemas.microsoft.com/office/drawing/2014/main" id="{7D652B89-16D3-A81D-A924-8E3B84071E37}"/>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cxnSp>
        <p:nvCxnSpPr>
          <p:cNvPr id="141" name="Straight Connector 140">
            <a:extLst>
              <a:ext uri="{FF2B5EF4-FFF2-40B4-BE49-F238E27FC236}">
                <a16:creationId xmlns:a16="http://schemas.microsoft.com/office/drawing/2014/main" id="{BA2C4591-EAE8-5F38-8D57-8D069553CBC7}"/>
              </a:ext>
            </a:extLst>
          </p:cNvPr>
          <p:cNvCxnSpPr>
            <a:cxnSpLocks/>
          </p:cNvCxnSpPr>
          <p:nvPr/>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4">
            <a:extLst>
              <a:ext uri="{FF2B5EF4-FFF2-40B4-BE49-F238E27FC236}">
                <a16:creationId xmlns:a16="http://schemas.microsoft.com/office/drawing/2014/main" id="{022DD7D2-2E6F-65F9-2D7E-EF0C1A6F1EEA}"/>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B55D9570-D3FC-6D43-AC32-D988B1849109}" type="slidenum">
              <a:rPr lang="en-PL" smtClean="0"/>
              <a:pPr/>
              <a:t>‹#›</a:t>
            </a:fld>
            <a:endParaRPr lang="en-PL"/>
          </a:p>
        </p:txBody>
      </p:sp>
      <p:sp>
        <p:nvSpPr>
          <p:cNvPr id="4" name="Title 9">
            <a:extLst>
              <a:ext uri="{FF2B5EF4-FFF2-40B4-BE49-F238E27FC236}">
                <a16:creationId xmlns:a16="http://schemas.microsoft.com/office/drawing/2014/main" id="{C7CD3809-B795-A666-BD74-62300D64F047}"/>
              </a:ext>
            </a:extLst>
          </p:cNvPr>
          <p:cNvSpPr>
            <a:spLocks noGrp="1"/>
          </p:cNvSpPr>
          <p:nvPr>
            <p:ph type="title" hasCustomPrompt="1"/>
          </p:nvPr>
        </p:nvSpPr>
        <p:spPr>
          <a:xfrm>
            <a:off x="407459" y="919056"/>
            <a:ext cx="7512000" cy="369332"/>
          </a:xfrm>
          <a:prstGeom prst="rect">
            <a:avLst/>
          </a:prstGeom>
        </p:spPr>
        <p:txBody>
          <a:bodyPr wrap="square" lIns="0" tIns="0" rIns="0" bIns="0">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
        <p:nvSpPr>
          <p:cNvPr id="10" name="Symbol zastępczy stopki 1">
            <a:extLst>
              <a:ext uri="{FF2B5EF4-FFF2-40B4-BE49-F238E27FC236}">
                <a16:creationId xmlns:a16="http://schemas.microsoft.com/office/drawing/2014/main" id="{6EFA064F-CFBB-09FE-B82B-164C527D7720}"/>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6" name="Text Placeholder 2">
            <a:extLst>
              <a:ext uri="{FF2B5EF4-FFF2-40B4-BE49-F238E27FC236}">
                <a16:creationId xmlns:a16="http://schemas.microsoft.com/office/drawing/2014/main" id="{422C57A7-1AF8-CBA2-5103-382E60629926}"/>
              </a:ext>
            </a:extLst>
          </p:cNvPr>
          <p:cNvSpPr>
            <a:spLocks noGrp="1"/>
          </p:cNvSpPr>
          <p:nvPr>
            <p:ph type="body" sz="quarter" idx="110"/>
          </p:nvPr>
        </p:nvSpPr>
        <p:spPr>
          <a:xfrm>
            <a:off x="407459" y="1666864"/>
            <a:ext cx="7512000" cy="4388637"/>
          </a:xfrm>
          <a:prstGeom prst="rect">
            <a:avLst/>
          </a:prstGeom>
        </p:spPr>
        <p:txBody>
          <a:bodyPr wrap="square" lIns="0" tIns="0" rIns="0" bIns="0" anchor="t">
            <a:noAutofit/>
          </a:bodyPr>
          <a:lstStyle>
            <a:lvl1pPr marL="0" marR="0" indent="0" algn="l" defTabSz="609660" rtl="0" eaLnBrk="1" fontAlgn="auto" latinLnBrk="0" hangingPunct="1">
              <a:lnSpc>
                <a:spcPct val="100000"/>
              </a:lnSpc>
              <a:spcBef>
                <a:spcPts val="933"/>
              </a:spcBef>
              <a:spcAft>
                <a:spcPts val="0"/>
              </a:spcAft>
              <a:buClrTx/>
              <a:buSzTx/>
              <a:buFontTx/>
              <a:buNone/>
              <a:tabLst/>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1112223939"/>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Content/Grey">
    <p:bg>
      <p:bgPr>
        <a:solidFill>
          <a:srgbClr val="E3E3E7"/>
        </a:solidFill>
        <a:effectLst/>
      </p:bgPr>
    </p:bg>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2BD1E98D-C6A7-1A86-D1DC-18C70ECE6DD7}"/>
              </a:ext>
            </a:extLst>
          </p:cNvPr>
          <p:cNvSpPr>
            <a:spLocks noGrp="1"/>
          </p:cNvSpPr>
          <p:nvPr>
            <p:ph type="body" idx="106" hasCustomPrompt="1"/>
          </p:nvPr>
        </p:nvSpPr>
        <p:spPr>
          <a:xfrm>
            <a:off x="406400" y="408055"/>
            <a:ext cx="7513108"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pic>
        <p:nvPicPr>
          <p:cNvPr id="3" name="Xebia" descr="preencoded.png">
            <a:extLst>
              <a:ext uri="{FF2B5EF4-FFF2-40B4-BE49-F238E27FC236}">
                <a16:creationId xmlns:a16="http://schemas.microsoft.com/office/drawing/2014/main" id="{7D652B89-16D3-A81D-A924-8E3B84071E37}"/>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cxnSp>
        <p:nvCxnSpPr>
          <p:cNvPr id="141" name="Straight Connector 140">
            <a:extLst>
              <a:ext uri="{FF2B5EF4-FFF2-40B4-BE49-F238E27FC236}">
                <a16:creationId xmlns:a16="http://schemas.microsoft.com/office/drawing/2014/main" id="{BA2C4591-EAE8-5F38-8D57-8D069553CBC7}"/>
              </a:ext>
            </a:extLst>
          </p:cNvPr>
          <p:cNvCxnSpPr>
            <a:cxnSpLocks/>
          </p:cNvCxnSpPr>
          <p:nvPr/>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4">
            <a:extLst>
              <a:ext uri="{FF2B5EF4-FFF2-40B4-BE49-F238E27FC236}">
                <a16:creationId xmlns:a16="http://schemas.microsoft.com/office/drawing/2014/main" id="{022DD7D2-2E6F-65F9-2D7E-EF0C1A6F1EEA}"/>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B55D9570-D3FC-6D43-AC32-D988B1849109}" type="slidenum">
              <a:rPr lang="en-PL" smtClean="0"/>
              <a:pPr/>
              <a:t>‹#›</a:t>
            </a:fld>
            <a:endParaRPr lang="en-PL"/>
          </a:p>
        </p:txBody>
      </p:sp>
      <p:sp>
        <p:nvSpPr>
          <p:cNvPr id="4" name="Title 9">
            <a:extLst>
              <a:ext uri="{FF2B5EF4-FFF2-40B4-BE49-F238E27FC236}">
                <a16:creationId xmlns:a16="http://schemas.microsoft.com/office/drawing/2014/main" id="{C7CD3809-B795-A666-BD74-62300D64F047}"/>
              </a:ext>
            </a:extLst>
          </p:cNvPr>
          <p:cNvSpPr>
            <a:spLocks noGrp="1"/>
          </p:cNvSpPr>
          <p:nvPr>
            <p:ph type="title" hasCustomPrompt="1"/>
          </p:nvPr>
        </p:nvSpPr>
        <p:spPr>
          <a:xfrm>
            <a:off x="407459" y="919056"/>
            <a:ext cx="7512000" cy="369332"/>
          </a:xfrm>
          <a:prstGeom prst="rect">
            <a:avLst/>
          </a:prstGeom>
        </p:spPr>
        <p:txBody>
          <a:bodyPr wrap="square" lIns="0" tIns="0" rIns="0" bIns="0" anchor="t">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
        <p:nvSpPr>
          <p:cNvPr id="10" name="Symbol zastępczy stopki 1">
            <a:extLst>
              <a:ext uri="{FF2B5EF4-FFF2-40B4-BE49-F238E27FC236}">
                <a16:creationId xmlns:a16="http://schemas.microsoft.com/office/drawing/2014/main" id="{6EFA064F-CFBB-09FE-B82B-164C527D7720}"/>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6" name="Text Placeholder 2">
            <a:extLst>
              <a:ext uri="{FF2B5EF4-FFF2-40B4-BE49-F238E27FC236}">
                <a16:creationId xmlns:a16="http://schemas.microsoft.com/office/drawing/2014/main" id="{422C57A7-1AF8-CBA2-5103-382E60629926}"/>
              </a:ext>
            </a:extLst>
          </p:cNvPr>
          <p:cNvSpPr>
            <a:spLocks noGrp="1"/>
          </p:cNvSpPr>
          <p:nvPr>
            <p:ph type="body" sz="quarter" idx="110"/>
          </p:nvPr>
        </p:nvSpPr>
        <p:spPr>
          <a:xfrm>
            <a:off x="407459" y="1666866"/>
            <a:ext cx="7512000" cy="4500000"/>
          </a:xfrm>
          <a:prstGeom prst="rect">
            <a:avLst/>
          </a:prstGeom>
        </p:spPr>
        <p:txBody>
          <a:bodyPr wrap="square" lIns="0" tIns="0" rIns="0" bIns="0" anchor="t">
            <a:noAutofit/>
          </a:bodyPr>
          <a:lstStyle>
            <a:lvl1pPr marL="0" marR="0" indent="0" algn="l" defTabSz="609660" rtl="0" eaLnBrk="1" fontAlgn="auto" latinLnBrk="0" hangingPunct="1">
              <a:lnSpc>
                <a:spcPct val="100000"/>
              </a:lnSpc>
              <a:spcBef>
                <a:spcPts val="933"/>
              </a:spcBef>
              <a:spcAft>
                <a:spcPts val="0"/>
              </a:spcAft>
              <a:buClrTx/>
              <a:buSzTx/>
              <a:buFontTx/>
              <a:buNone/>
              <a:tabLst/>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2687296317"/>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Dark">
    <p:bg>
      <p:bgPr>
        <a:solidFill>
          <a:srgbClr val="130025"/>
        </a:solidFill>
        <a:effectLst/>
      </p:bgPr>
    </p:bg>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2BD1E98D-C6A7-1A86-D1DC-18C70ECE6DD7}"/>
              </a:ext>
            </a:extLst>
          </p:cNvPr>
          <p:cNvSpPr>
            <a:spLocks noGrp="1"/>
          </p:cNvSpPr>
          <p:nvPr>
            <p:ph type="body" idx="106" hasCustomPrompt="1"/>
          </p:nvPr>
        </p:nvSpPr>
        <p:spPr>
          <a:xfrm>
            <a:off x="406400" y="408055"/>
            <a:ext cx="7513108"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bg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pic>
        <p:nvPicPr>
          <p:cNvPr id="3" name="Xebia" descr="preencoded.png">
            <a:extLst>
              <a:ext uri="{FF2B5EF4-FFF2-40B4-BE49-F238E27FC236}">
                <a16:creationId xmlns:a16="http://schemas.microsoft.com/office/drawing/2014/main" id="{7D652B89-16D3-A81D-A924-8E3B84071E37}"/>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cxnSp>
        <p:nvCxnSpPr>
          <p:cNvPr id="141" name="Straight Connector 140">
            <a:extLst>
              <a:ext uri="{FF2B5EF4-FFF2-40B4-BE49-F238E27FC236}">
                <a16:creationId xmlns:a16="http://schemas.microsoft.com/office/drawing/2014/main" id="{BA2C4591-EAE8-5F38-8D57-8D069553CBC7}"/>
              </a:ext>
            </a:extLst>
          </p:cNvPr>
          <p:cNvCxnSpPr>
            <a:cxnSpLocks/>
          </p:cNvCxnSpPr>
          <p:nvPr/>
        </p:nvCxnSpPr>
        <p:spPr>
          <a:xfrm>
            <a:off x="407460" y="698500"/>
            <a:ext cx="11384491" cy="0"/>
          </a:xfrm>
          <a:prstGeom prst="line">
            <a:avLst/>
          </a:prstGeom>
          <a:ln>
            <a:solidFill>
              <a:schemeClr val="bg1">
                <a:alpha val="53000"/>
              </a:schemeClr>
            </a:solidFill>
          </a:ln>
        </p:spPr>
        <p:style>
          <a:lnRef idx="1">
            <a:schemeClr val="accent1"/>
          </a:lnRef>
          <a:fillRef idx="0">
            <a:schemeClr val="accent1"/>
          </a:fillRef>
          <a:effectRef idx="0">
            <a:schemeClr val="accent1"/>
          </a:effectRef>
          <a:fontRef idx="minor">
            <a:schemeClr val="tx1"/>
          </a:fontRef>
        </p:style>
      </p:cxnSp>
      <p:sp>
        <p:nvSpPr>
          <p:cNvPr id="2" name="Slide Number Placeholder 4">
            <a:extLst>
              <a:ext uri="{FF2B5EF4-FFF2-40B4-BE49-F238E27FC236}">
                <a16:creationId xmlns:a16="http://schemas.microsoft.com/office/drawing/2014/main" id="{022DD7D2-2E6F-65F9-2D7E-EF0C1A6F1EEA}"/>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B55D9570-D3FC-6D43-AC32-D988B1849109}" type="slidenum">
              <a:rPr lang="en-PL" smtClean="0"/>
              <a:pPr/>
              <a:t>‹#›</a:t>
            </a:fld>
            <a:endParaRPr lang="en-PL"/>
          </a:p>
        </p:txBody>
      </p:sp>
      <p:sp>
        <p:nvSpPr>
          <p:cNvPr id="4" name="Title 9">
            <a:extLst>
              <a:ext uri="{FF2B5EF4-FFF2-40B4-BE49-F238E27FC236}">
                <a16:creationId xmlns:a16="http://schemas.microsoft.com/office/drawing/2014/main" id="{C7CD3809-B795-A666-BD74-62300D64F047}"/>
              </a:ext>
            </a:extLst>
          </p:cNvPr>
          <p:cNvSpPr>
            <a:spLocks noGrp="1"/>
          </p:cNvSpPr>
          <p:nvPr>
            <p:ph type="title" hasCustomPrompt="1"/>
          </p:nvPr>
        </p:nvSpPr>
        <p:spPr>
          <a:xfrm>
            <a:off x="407459" y="919056"/>
            <a:ext cx="7512000" cy="369332"/>
          </a:xfrm>
          <a:prstGeom prst="rect">
            <a:avLst/>
          </a:prstGeom>
        </p:spPr>
        <p:txBody>
          <a:bodyPr wrap="square" lIns="0" tIns="0" rIns="0" bIns="0" anchor="t">
            <a:spAutoFit/>
          </a:bodyPr>
          <a:lstStyle>
            <a:lvl1pPr algn="l">
              <a:defRPr lang="en-US" sz="2400" dirty="0">
                <a:solidFill>
                  <a:schemeClr val="bg1"/>
                </a:solidFill>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
        <p:nvSpPr>
          <p:cNvPr id="10" name="Symbol zastępczy stopki 1">
            <a:extLst>
              <a:ext uri="{FF2B5EF4-FFF2-40B4-BE49-F238E27FC236}">
                <a16:creationId xmlns:a16="http://schemas.microsoft.com/office/drawing/2014/main" id="{6EFA064F-CFBB-09FE-B82B-164C527D7720}"/>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6" name="Text Placeholder 2">
            <a:extLst>
              <a:ext uri="{FF2B5EF4-FFF2-40B4-BE49-F238E27FC236}">
                <a16:creationId xmlns:a16="http://schemas.microsoft.com/office/drawing/2014/main" id="{422C57A7-1AF8-CBA2-5103-382E60629926}"/>
              </a:ext>
            </a:extLst>
          </p:cNvPr>
          <p:cNvSpPr>
            <a:spLocks noGrp="1"/>
          </p:cNvSpPr>
          <p:nvPr>
            <p:ph type="body" sz="quarter" idx="110"/>
          </p:nvPr>
        </p:nvSpPr>
        <p:spPr>
          <a:xfrm>
            <a:off x="407459" y="1666866"/>
            <a:ext cx="7513108" cy="4500000"/>
          </a:xfrm>
          <a:prstGeom prst="rect">
            <a:avLst/>
          </a:prstGeom>
        </p:spPr>
        <p:txBody>
          <a:bodyPr wrap="square" lIns="0" tIns="0" rIns="0" bIns="0" anchor="t">
            <a:noAutofit/>
          </a:bodyPr>
          <a:lstStyle>
            <a:lvl1pPr marL="0" marR="0" indent="0" algn="l" defTabSz="609660" rtl="0" eaLnBrk="1" fontAlgn="auto" latinLnBrk="0" hangingPunct="1">
              <a:lnSpc>
                <a:spcPct val="100000"/>
              </a:lnSpc>
              <a:spcBef>
                <a:spcPts val="933"/>
              </a:spcBef>
              <a:spcAft>
                <a:spcPts val="0"/>
              </a:spcAft>
              <a:buClrTx/>
              <a:buSzTx/>
              <a:buFontTx/>
              <a:buNone/>
              <a:tabLst/>
              <a:defRPr sz="1200">
                <a:solidFill>
                  <a:schemeClr val="bg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2066181969"/>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White">
    <p:bg>
      <p:bgPr>
        <a:solidFill>
          <a:srgbClr val="FFFFFF"/>
        </a:solidFill>
        <a:effectLst/>
      </p:bgPr>
    </p:bg>
    <p:spTree>
      <p:nvGrpSpPr>
        <p:cNvPr id="1" name=""/>
        <p:cNvGrpSpPr/>
        <p:nvPr/>
      </p:nvGrpSpPr>
      <p:grpSpPr>
        <a:xfrm>
          <a:off x="0" y="0"/>
          <a:ext cx="0" cy="0"/>
          <a:chOff x="0" y="0"/>
          <a:chExt cx="0" cy="0"/>
        </a:xfrm>
      </p:grpSpPr>
      <p:pic>
        <p:nvPicPr>
          <p:cNvPr id="3" name="Xebia" descr="preencoded.png">
            <a:extLst>
              <a:ext uri="{FF2B5EF4-FFF2-40B4-BE49-F238E27FC236}">
                <a16:creationId xmlns:a16="http://schemas.microsoft.com/office/drawing/2014/main" id="{7D652B89-16D3-A81D-A924-8E3B84071E37}"/>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cxnSp>
        <p:nvCxnSpPr>
          <p:cNvPr id="141" name="Straight Connector 140">
            <a:extLst>
              <a:ext uri="{FF2B5EF4-FFF2-40B4-BE49-F238E27FC236}">
                <a16:creationId xmlns:a16="http://schemas.microsoft.com/office/drawing/2014/main" id="{BA2C4591-EAE8-5F38-8D57-8D069553CBC7}"/>
              </a:ext>
            </a:extLst>
          </p:cNvPr>
          <p:cNvCxnSpPr>
            <a:cxnSpLocks/>
          </p:cNvCxnSpPr>
          <p:nvPr/>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4">
            <a:extLst>
              <a:ext uri="{FF2B5EF4-FFF2-40B4-BE49-F238E27FC236}">
                <a16:creationId xmlns:a16="http://schemas.microsoft.com/office/drawing/2014/main" id="{022DD7D2-2E6F-65F9-2D7E-EF0C1A6F1EEA}"/>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4" name="Title 9">
            <a:extLst>
              <a:ext uri="{FF2B5EF4-FFF2-40B4-BE49-F238E27FC236}">
                <a16:creationId xmlns:a16="http://schemas.microsoft.com/office/drawing/2014/main" id="{C7CD3809-B795-A666-BD74-62300D64F047}"/>
              </a:ext>
            </a:extLst>
          </p:cNvPr>
          <p:cNvSpPr>
            <a:spLocks noGrp="1"/>
          </p:cNvSpPr>
          <p:nvPr>
            <p:ph type="title" hasCustomPrompt="1"/>
          </p:nvPr>
        </p:nvSpPr>
        <p:spPr>
          <a:xfrm>
            <a:off x="407459" y="919056"/>
            <a:ext cx="7512000" cy="369332"/>
          </a:xfrm>
          <a:prstGeom prst="rect">
            <a:avLst/>
          </a:prstGeom>
        </p:spPr>
        <p:txBody>
          <a:bodyPr wrap="square" lIns="0" tIns="0" rIns="0" bIns="0" anchor="t">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
        <p:nvSpPr>
          <p:cNvPr id="10" name="Symbol zastępczy stopki 1">
            <a:extLst>
              <a:ext uri="{FF2B5EF4-FFF2-40B4-BE49-F238E27FC236}">
                <a16:creationId xmlns:a16="http://schemas.microsoft.com/office/drawing/2014/main" id="{6EFA064F-CFBB-09FE-B82B-164C527D7720}"/>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6" name="Text 0">
            <a:extLst>
              <a:ext uri="{FF2B5EF4-FFF2-40B4-BE49-F238E27FC236}">
                <a16:creationId xmlns:a16="http://schemas.microsoft.com/office/drawing/2014/main" id="{EF0B911F-1E8D-8D8E-57E9-1BC18C354D50}"/>
              </a:ext>
            </a:extLst>
          </p:cNvPr>
          <p:cNvSpPr>
            <a:spLocks noGrp="1"/>
          </p:cNvSpPr>
          <p:nvPr>
            <p:ph type="body" idx="106" hasCustomPrompt="1"/>
          </p:nvPr>
        </p:nvSpPr>
        <p:spPr>
          <a:xfrm>
            <a:off x="406400" y="408055"/>
            <a:ext cx="7513108" cy="232628"/>
          </a:xfrm>
          <a:prstGeom prst="rect">
            <a:avLst/>
          </a:prstGeom>
          <a:noFill/>
          <a:ln/>
        </p:spPr>
        <p:txBody>
          <a:bodyPr wrap="square" lIns="0" tIns="0" rIns="0" bIns="0" rtlCol="0" anchor="t">
            <a:spAutoFit/>
          </a:bodyPr>
          <a:lstStyle>
            <a:lvl1pPr marL="0" indent="0" algn="l">
              <a:lnSpc>
                <a:spcPct val="1000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pic>
        <p:nvPicPr>
          <p:cNvPr id="5" name="Xebia" descr="preencoded.png">
            <a:extLst>
              <a:ext uri="{FF2B5EF4-FFF2-40B4-BE49-F238E27FC236}">
                <a16:creationId xmlns:a16="http://schemas.microsoft.com/office/drawing/2014/main" id="{57023A37-D3EA-FD11-B18C-1C53B83EC94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cxnSp>
        <p:nvCxnSpPr>
          <p:cNvPr id="7" name="Straight Connector 6">
            <a:extLst>
              <a:ext uri="{FF2B5EF4-FFF2-40B4-BE49-F238E27FC236}">
                <a16:creationId xmlns:a16="http://schemas.microsoft.com/office/drawing/2014/main" id="{6CADAAC9-34A1-CE1B-691A-4137C52833F1}"/>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1803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Grey">
    <p:bg>
      <p:bgPr>
        <a:solidFill>
          <a:srgbClr val="E3E3E6"/>
        </a:solidFill>
        <a:effectLst/>
      </p:bgPr>
    </p:bg>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2BD1E98D-C6A7-1A86-D1DC-18C70ECE6DD7}"/>
              </a:ext>
            </a:extLst>
          </p:cNvPr>
          <p:cNvSpPr>
            <a:spLocks noGrp="1"/>
          </p:cNvSpPr>
          <p:nvPr>
            <p:ph type="body" idx="106" hasCustomPrompt="1"/>
          </p:nvPr>
        </p:nvSpPr>
        <p:spPr>
          <a:xfrm>
            <a:off x="406400" y="408055"/>
            <a:ext cx="7513108"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pic>
        <p:nvPicPr>
          <p:cNvPr id="3" name="Xebia" descr="preencoded.png">
            <a:extLst>
              <a:ext uri="{FF2B5EF4-FFF2-40B4-BE49-F238E27FC236}">
                <a16:creationId xmlns:a16="http://schemas.microsoft.com/office/drawing/2014/main" id="{7D652B89-16D3-A81D-A924-8E3B84071E37}"/>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cxnSp>
        <p:nvCxnSpPr>
          <p:cNvPr id="141" name="Straight Connector 140">
            <a:extLst>
              <a:ext uri="{FF2B5EF4-FFF2-40B4-BE49-F238E27FC236}">
                <a16:creationId xmlns:a16="http://schemas.microsoft.com/office/drawing/2014/main" id="{BA2C4591-EAE8-5F38-8D57-8D069553CBC7}"/>
              </a:ext>
            </a:extLst>
          </p:cNvPr>
          <p:cNvCxnSpPr>
            <a:cxnSpLocks/>
          </p:cNvCxnSpPr>
          <p:nvPr/>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4">
            <a:extLst>
              <a:ext uri="{FF2B5EF4-FFF2-40B4-BE49-F238E27FC236}">
                <a16:creationId xmlns:a16="http://schemas.microsoft.com/office/drawing/2014/main" id="{022DD7D2-2E6F-65F9-2D7E-EF0C1A6F1EEA}"/>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B55D9570-D3FC-6D43-AC32-D988B1849109}" type="slidenum">
              <a:rPr lang="en-PL" smtClean="0"/>
              <a:pPr/>
              <a:t>‹#›</a:t>
            </a:fld>
            <a:endParaRPr lang="en-PL"/>
          </a:p>
        </p:txBody>
      </p:sp>
      <p:sp>
        <p:nvSpPr>
          <p:cNvPr id="10" name="Symbol zastępczy stopki 1">
            <a:extLst>
              <a:ext uri="{FF2B5EF4-FFF2-40B4-BE49-F238E27FC236}">
                <a16:creationId xmlns:a16="http://schemas.microsoft.com/office/drawing/2014/main" id="{6EFA064F-CFBB-09FE-B82B-164C527D7720}"/>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6" name="Title 9">
            <a:extLst>
              <a:ext uri="{FF2B5EF4-FFF2-40B4-BE49-F238E27FC236}">
                <a16:creationId xmlns:a16="http://schemas.microsoft.com/office/drawing/2014/main" id="{21EEA5B8-CBDE-081B-6BA4-9E4A614E1C60}"/>
              </a:ext>
            </a:extLst>
          </p:cNvPr>
          <p:cNvSpPr>
            <a:spLocks noGrp="1"/>
          </p:cNvSpPr>
          <p:nvPr>
            <p:ph type="title" hasCustomPrompt="1"/>
          </p:nvPr>
        </p:nvSpPr>
        <p:spPr>
          <a:xfrm>
            <a:off x="407459" y="919056"/>
            <a:ext cx="7512000" cy="369332"/>
          </a:xfrm>
          <a:prstGeom prst="rect">
            <a:avLst/>
          </a:prstGeom>
        </p:spPr>
        <p:txBody>
          <a:bodyPr wrap="square" lIns="0" tIns="0" rIns="0" bIns="0">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Tree>
    <p:extLst>
      <p:ext uri="{BB962C8B-B14F-4D97-AF65-F5344CB8AC3E}">
        <p14:creationId xmlns:p14="http://schemas.microsoft.com/office/powerpoint/2010/main" val="327624857"/>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Dark">
    <p:bg>
      <p:bgPr>
        <a:solidFill>
          <a:srgbClr val="130025"/>
        </a:solidFill>
        <a:effectLst/>
      </p:bgPr>
    </p:bg>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2BD1E98D-C6A7-1A86-D1DC-18C70ECE6DD7}"/>
              </a:ext>
            </a:extLst>
          </p:cNvPr>
          <p:cNvSpPr>
            <a:spLocks noGrp="1"/>
          </p:cNvSpPr>
          <p:nvPr>
            <p:ph type="body" idx="106" hasCustomPrompt="1"/>
          </p:nvPr>
        </p:nvSpPr>
        <p:spPr>
          <a:xfrm>
            <a:off x="406399" y="412229"/>
            <a:ext cx="7512000"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bg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pic>
        <p:nvPicPr>
          <p:cNvPr id="3" name="Xebia" descr="preencoded.png">
            <a:extLst>
              <a:ext uri="{FF2B5EF4-FFF2-40B4-BE49-F238E27FC236}">
                <a16:creationId xmlns:a16="http://schemas.microsoft.com/office/drawing/2014/main" id="{7D652B89-16D3-A81D-A924-8E3B84071E37}"/>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cxnSp>
        <p:nvCxnSpPr>
          <p:cNvPr id="142" name="Straight Connector 141">
            <a:extLst>
              <a:ext uri="{FF2B5EF4-FFF2-40B4-BE49-F238E27FC236}">
                <a16:creationId xmlns:a16="http://schemas.microsoft.com/office/drawing/2014/main" id="{2ED2F52F-AC47-A45E-8015-7F53E5FCC704}"/>
              </a:ext>
            </a:extLst>
          </p:cNvPr>
          <p:cNvCxnSpPr>
            <a:cxnSpLocks/>
          </p:cNvCxnSpPr>
          <p:nvPr/>
        </p:nvCxnSpPr>
        <p:spPr>
          <a:xfrm>
            <a:off x="406400" y="698500"/>
            <a:ext cx="11385550" cy="0"/>
          </a:xfrm>
          <a:prstGeom prst="line">
            <a:avLst/>
          </a:prstGeom>
          <a:ln>
            <a:solidFill>
              <a:schemeClr val="bg1">
                <a:alpha val="53000"/>
              </a:schemeClr>
            </a:solidFill>
          </a:ln>
        </p:spPr>
        <p:style>
          <a:lnRef idx="1">
            <a:schemeClr val="accent1"/>
          </a:lnRef>
          <a:fillRef idx="0">
            <a:schemeClr val="accent1"/>
          </a:fillRef>
          <a:effectRef idx="0">
            <a:schemeClr val="accent1"/>
          </a:effectRef>
          <a:fontRef idx="minor">
            <a:schemeClr val="tx1"/>
          </a:fontRef>
        </p:style>
      </p:cxnSp>
      <p:sp>
        <p:nvSpPr>
          <p:cNvPr id="6" name="Slide Number Placeholder 4">
            <a:extLst>
              <a:ext uri="{FF2B5EF4-FFF2-40B4-BE49-F238E27FC236}">
                <a16:creationId xmlns:a16="http://schemas.microsoft.com/office/drawing/2014/main" id="{A54BB7E2-D96E-B0CF-5B8C-E441475D1CCB}"/>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B55D9570-D3FC-6D43-AC32-D988B1849109}" type="slidenum">
              <a:rPr lang="en-PL" smtClean="0"/>
              <a:pPr/>
              <a:t>‹#›</a:t>
            </a:fld>
            <a:endParaRPr lang="en-PL"/>
          </a:p>
        </p:txBody>
      </p:sp>
      <p:sp>
        <p:nvSpPr>
          <p:cNvPr id="8" name="Symbol zastępczy stopki 1">
            <a:extLst>
              <a:ext uri="{FF2B5EF4-FFF2-40B4-BE49-F238E27FC236}">
                <a16:creationId xmlns:a16="http://schemas.microsoft.com/office/drawing/2014/main" id="{23CDEB00-09A8-2D55-E970-2AECA6BCB07F}"/>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4" name="Title 9">
            <a:extLst>
              <a:ext uri="{FF2B5EF4-FFF2-40B4-BE49-F238E27FC236}">
                <a16:creationId xmlns:a16="http://schemas.microsoft.com/office/drawing/2014/main" id="{3A04DFC1-D060-B99D-1580-1D823167B55D}"/>
              </a:ext>
            </a:extLst>
          </p:cNvPr>
          <p:cNvSpPr>
            <a:spLocks noGrp="1"/>
          </p:cNvSpPr>
          <p:nvPr>
            <p:ph type="title" hasCustomPrompt="1"/>
          </p:nvPr>
        </p:nvSpPr>
        <p:spPr>
          <a:xfrm>
            <a:off x="407459" y="919056"/>
            <a:ext cx="7512000" cy="369332"/>
          </a:xfrm>
          <a:prstGeom prst="rect">
            <a:avLst/>
          </a:prstGeom>
        </p:spPr>
        <p:txBody>
          <a:bodyPr wrap="square" lIns="0" tIns="0" rIns="0" bIns="0">
            <a:spAutoFit/>
          </a:bodyPr>
          <a:lstStyle>
            <a:lvl1pPr algn="l">
              <a:defRPr lang="en-US" sz="2400" dirty="0">
                <a:solidFill>
                  <a:schemeClr val="bg1"/>
                </a:solidFill>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Tree>
    <p:extLst>
      <p:ext uri="{BB962C8B-B14F-4D97-AF65-F5344CB8AC3E}">
        <p14:creationId xmlns:p14="http://schemas.microsoft.com/office/powerpoint/2010/main" val="2784806216"/>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er_Only/White">
    <p:bg>
      <p:bgPr>
        <a:solidFill>
          <a:srgbClr val="FFFFFF"/>
        </a:solidFill>
        <a:effectLst/>
      </p:bgPr>
    </p:bg>
    <p:spTree>
      <p:nvGrpSpPr>
        <p:cNvPr id="1" name=""/>
        <p:cNvGrpSpPr/>
        <p:nvPr/>
      </p:nvGrpSpPr>
      <p:grpSpPr>
        <a:xfrm>
          <a:off x="0" y="0"/>
          <a:ext cx="0" cy="0"/>
          <a:chOff x="0" y="0"/>
          <a:chExt cx="0" cy="0"/>
        </a:xfrm>
      </p:grpSpPr>
      <p:pic>
        <p:nvPicPr>
          <p:cNvPr id="3" name="Xebia" descr="preencoded.png">
            <a:extLst>
              <a:ext uri="{FF2B5EF4-FFF2-40B4-BE49-F238E27FC236}">
                <a16:creationId xmlns:a16="http://schemas.microsoft.com/office/drawing/2014/main" id="{AD0A7829-77BA-1C96-8A87-0D0901BA1AEB}"/>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sp>
        <p:nvSpPr>
          <p:cNvPr id="2" name="Slide Number Placeholder 4">
            <a:extLst>
              <a:ext uri="{FF2B5EF4-FFF2-40B4-BE49-F238E27FC236}">
                <a16:creationId xmlns:a16="http://schemas.microsoft.com/office/drawing/2014/main" id="{CEABDB6F-69DE-6736-AEFC-DB6AFA212DDD}"/>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B55D9570-D3FC-6D43-AC32-D988B1849109}" type="slidenum">
              <a:rPr lang="en-PL" smtClean="0"/>
              <a:pPr/>
              <a:t>‹#›</a:t>
            </a:fld>
            <a:endParaRPr lang="en-PL"/>
          </a:p>
        </p:txBody>
      </p:sp>
      <p:sp>
        <p:nvSpPr>
          <p:cNvPr id="6" name="Symbol zastępczy stopki 1">
            <a:extLst>
              <a:ext uri="{FF2B5EF4-FFF2-40B4-BE49-F238E27FC236}">
                <a16:creationId xmlns:a16="http://schemas.microsoft.com/office/drawing/2014/main" id="{2708574E-B307-DD8F-EBFD-0F03215A914C}"/>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4" name="Text 0">
            <a:extLst>
              <a:ext uri="{FF2B5EF4-FFF2-40B4-BE49-F238E27FC236}">
                <a16:creationId xmlns:a16="http://schemas.microsoft.com/office/drawing/2014/main" id="{D4C5B99F-319A-74A7-99CC-8A9655EF1326}"/>
              </a:ext>
            </a:extLst>
          </p:cNvPr>
          <p:cNvSpPr>
            <a:spLocks noGrp="1"/>
          </p:cNvSpPr>
          <p:nvPr>
            <p:ph type="body" idx="106" hasCustomPrompt="1"/>
          </p:nvPr>
        </p:nvSpPr>
        <p:spPr>
          <a:xfrm>
            <a:off x="406400" y="408055"/>
            <a:ext cx="7513108" cy="232628"/>
          </a:xfrm>
          <a:prstGeom prst="rect">
            <a:avLst/>
          </a:prstGeom>
          <a:noFill/>
          <a:ln/>
        </p:spPr>
        <p:txBody>
          <a:bodyPr wrap="square" lIns="0" tIns="0" rIns="0" bIns="0" rtlCol="0" anchor="t">
            <a:spAutoFit/>
          </a:bodyPr>
          <a:lstStyle>
            <a:lvl1pPr marL="0" indent="0" algn="l">
              <a:lnSpc>
                <a:spcPct val="1000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cxnSp>
        <p:nvCxnSpPr>
          <p:cNvPr id="5" name="Straight Connector 4">
            <a:extLst>
              <a:ext uri="{FF2B5EF4-FFF2-40B4-BE49-F238E27FC236}">
                <a16:creationId xmlns:a16="http://schemas.microsoft.com/office/drawing/2014/main" id="{1AC7B3B4-34C7-662C-6C9A-3A0CE9D10952}"/>
              </a:ext>
            </a:extLst>
          </p:cNvPr>
          <p:cNvCxnSpPr>
            <a:cxnSpLocks/>
          </p:cNvCxnSpPr>
          <p:nvPr/>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8580030"/>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Index Slides">
    <p:bg>
      <p:bgPr>
        <a:solidFill>
          <a:schemeClr val="accent2"/>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162FC72-74C0-2487-3747-8E94A0A086B7}"/>
              </a:ext>
            </a:extLst>
          </p:cNvPr>
          <p:cNvSpPr txBox="1"/>
          <p:nvPr/>
        </p:nvSpPr>
        <p:spPr>
          <a:xfrm>
            <a:off x="406402" y="4690191"/>
            <a:ext cx="9319489" cy="1354217"/>
          </a:xfrm>
          <a:prstGeom prst="rect">
            <a:avLst/>
          </a:prstGeom>
          <a:noFill/>
        </p:spPr>
        <p:txBody>
          <a:bodyPr wrap="square" lIns="0" tIns="0" rIns="0" bIns="0" rtlCol="0" anchor="t" anchorCtr="0">
            <a:noAutofit/>
          </a:bodyPr>
          <a:lstStyle>
            <a:lvl1pPr marR="0" lvl="0" indent="0" defTabSz="609660" fontAlgn="auto">
              <a:lnSpc>
                <a:spcPct val="100000"/>
              </a:lnSpc>
              <a:spcBef>
                <a:spcPts val="0"/>
              </a:spcBef>
              <a:spcAft>
                <a:spcPts val="600"/>
              </a:spcAft>
              <a:buClrTx/>
              <a:buSzTx/>
              <a:buFontTx/>
              <a:buNone/>
              <a:tabLst/>
              <a:defRPr sz="5400" kern="0" spc="-67">
                <a:solidFill>
                  <a:schemeClr val="bg1"/>
                </a:solidFill>
                <a:latin typeface="+mj-lt"/>
                <a:ea typeface="Suisse Int'l Regular" pitchFamily="34" charset="-122"/>
                <a:cs typeface="Suisse Int'l Italic" panose="020B0504000000000000" pitchFamily="34" charset="-78"/>
              </a:defRPr>
            </a:lvl1pPr>
          </a:lstStyle>
          <a:p>
            <a:pPr lvl="0"/>
            <a:r>
              <a:rPr lang="en-US" sz="8800"/>
              <a:t>Outline Slides</a:t>
            </a:r>
          </a:p>
        </p:txBody>
      </p:sp>
      <p:sp>
        <p:nvSpPr>
          <p:cNvPr id="2" name="Slide Number Placeholder 4">
            <a:extLst>
              <a:ext uri="{FF2B5EF4-FFF2-40B4-BE49-F238E27FC236}">
                <a16:creationId xmlns:a16="http://schemas.microsoft.com/office/drawing/2014/main" id="{CEABDB6F-69DE-6736-AEFC-DB6AFA212DDD}"/>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B55D9570-D3FC-6D43-AC32-D988B1849109}" type="slidenum">
              <a:rPr lang="en-PL" smtClean="0"/>
              <a:pPr/>
              <a:t>‹#›</a:t>
            </a:fld>
            <a:endParaRPr lang="en-PL"/>
          </a:p>
        </p:txBody>
      </p:sp>
      <p:sp>
        <p:nvSpPr>
          <p:cNvPr id="6" name="Symbol zastępczy stopki 1">
            <a:extLst>
              <a:ext uri="{FF2B5EF4-FFF2-40B4-BE49-F238E27FC236}">
                <a16:creationId xmlns:a16="http://schemas.microsoft.com/office/drawing/2014/main" id="{2708574E-B307-DD8F-EBFD-0F03215A914C}"/>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3" name="Rectangle 2">
            <a:extLst>
              <a:ext uri="{FF2B5EF4-FFF2-40B4-BE49-F238E27FC236}">
                <a16:creationId xmlns:a16="http://schemas.microsoft.com/office/drawing/2014/main" id="{A850746F-4A5A-6339-6062-9B80EA6E09AB}"/>
              </a:ext>
            </a:extLst>
          </p:cNvPr>
          <p:cNvSpPr/>
          <p:nvPr/>
        </p:nvSpPr>
        <p:spPr>
          <a:xfrm>
            <a:off x="0" y="0"/>
            <a:ext cx="12192000" cy="404813"/>
          </a:xfrm>
          <a:prstGeom prst="rect">
            <a:avLst/>
          </a:prstGeom>
          <a:pattFill prst="wdUpDiag">
            <a:fgClr>
              <a:schemeClr val="bg1"/>
            </a:fgClr>
            <a:bgClr>
              <a:srgbClr val="CCA63E"/>
            </a:bgClr>
          </a:patt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sz="1400">
              <a:solidFill>
                <a:schemeClr val="bg1"/>
              </a:solidFill>
            </a:endParaRPr>
          </a:p>
        </p:txBody>
      </p:sp>
      <p:sp>
        <p:nvSpPr>
          <p:cNvPr id="5" name="Rectangle 4">
            <a:extLst>
              <a:ext uri="{FF2B5EF4-FFF2-40B4-BE49-F238E27FC236}">
                <a16:creationId xmlns:a16="http://schemas.microsoft.com/office/drawing/2014/main" id="{EB234CD9-10E7-5E53-72F8-BFC52343C634}"/>
              </a:ext>
            </a:extLst>
          </p:cNvPr>
          <p:cNvSpPr/>
          <p:nvPr/>
        </p:nvSpPr>
        <p:spPr>
          <a:xfrm>
            <a:off x="0" y="6453187"/>
            <a:ext cx="12192000" cy="404813"/>
          </a:xfrm>
          <a:prstGeom prst="rect">
            <a:avLst/>
          </a:prstGeom>
          <a:pattFill prst="wdUpDiag">
            <a:fgClr>
              <a:schemeClr val="bg1"/>
            </a:fgClr>
            <a:bgClr>
              <a:srgbClr val="CCA63E"/>
            </a:bgClr>
          </a:patt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sz="1400">
              <a:solidFill>
                <a:schemeClr val="bg1"/>
              </a:solidFill>
            </a:endParaRPr>
          </a:p>
        </p:txBody>
      </p:sp>
    </p:spTree>
    <p:extLst>
      <p:ext uri="{BB962C8B-B14F-4D97-AF65-F5344CB8AC3E}">
        <p14:creationId xmlns:p14="http://schemas.microsoft.com/office/powerpoint/2010/main" val="18306440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able / Content Short">
    <p:bg>
      <p:bgPr>
        <a:solidFill>
          <a:srgbClr val="FFFFFF"/>
        </a:solidFill>
        <a:effectLst/>
      </p:bgPr>
    </p:bg>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2BD1E98D-C6A7-1A86-D1DC-18C70ECE6DD7}"/>
              </a:ext>
            </a:extLst>
          </p:cNvPr>
          <p:cNvSpPr>
            <a:spLocks noGrp="1"/>
          </p:cNvSpPr>
          <p:nvPr>
            <p:ph type="body" idx="106" hasCustomPrompt="1"/>
          </p:nvPr>
        </p:nvSpPr>
        <p:spPr>
          <a:xfrm>
            <a:off x="406399" y="408054"/>
            <a:ext cx="7512000" cy="232628"/>
          </a:xfrm>
          <a:prstGeom prst="rect">
            <a:avLst/>
          </a:prstGeom>
          <a:noFill/>
          <a:ln/>
        </p:spPr>
        <p:txBody>
          <a:bodyPr wrap="square" lIns="0" tIns="0" rIns="0" bIns="0" rtlCol="0" anchor="t">
            <a:noAutofit/>
          </a:bodyPr>
          <a:lstStyle>
            <a:lvl1pPr marL="0" indent="0" algn="l">
              <a:lnSpc>
                <a:spcPct val="1000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pic>
        <p:nvPicPr>
          <p:cNvPr id="3" name="Xebia" descr="preencoded.png">
            <a:extLst>
              <a:ext uri="{FF2B5EF4-FFF2-40B4-BE49-F238E27FC236}">
                <a16:creationId xmlns:a16="http://schemas.microsoft.com/office/drawing/2014/main" id="{7D652B89-16D3-A81D-A924-8E3B84071E37}"/>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cxnSp>
        <p:nvCxnSpPr>
          <p:cNvPr id="141" name="Straight Connector 140">
            <a:extLst>
              <a:ext uri="{FF2B5EF4-FFF2-40B4-BE49-F238E27FC236}">
                <a16:creationId xmlns:a16="http://schemas.microsoft.com/office/drawing/2014/main" id="{BA2C4591-EAE8-5F38-8D57-8D069553CBC7}"/>
              </a:ext>
            </a:extLst>
          </p:cNvPr>
          <p:cNvCxnSpPr>
            <a:cxnSpLocks/>
          </p:cNvCxnSpPr>
          <p:nvPr/>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 Placeholder 22">
            <a:extLst>
              <a:ext uri="{FF2B5EF4-FFF2-40B4-BE49-F238E27FC236}">
                <a16:creationId xmlns:a16="http://schemas.microsoft.com/office/drawing/2014/main" id="{BA107655-FABA-0A78-DECD-D145BCC5F8D6}"/>
              </a:ext>
            </a:extLst>
          </p:cNvPr>
          <p:cNvSpPr>
            <a:spLocks noGrp="1"/>
          </p:cNvSpPr>
          <p:nvPr>
            <p:ph type="body" sz="quarter" idx="136" hasCustomPrompt="1"/>
          </p:nvPr>
        </p:nvSpPr>
        <p:spPr>
          <a:xfrm>
            <a:off x="407459" y="914385"/>
            <a:ext cx="7512000" cy="553998"/>
          </a:xfrm>
          <a:prstGeom prst="rect">
            <a:avLst/>
          </a:prstGeom>
        </p:spPr>
        <p:txBody>
          <a:bodyPr wrap="square" lIns="0" tIns="0" rIns="0" bIns="0" anchor="t">
            <a:noAutofit/>
          </a:bodyPr>
          <a:lstStyle>
            <a:lvl1pPr marL="0" indent="0">
              <a:lnSpc>
                <a:spcPct val="100000"/>
              </a:lnSpc>
              <a:buNone/>
              <a:defRPr sz="3600">
                <a:latin typeface="+mj-lt"/>
              </a:defRPr>
            </a:lvl1pPr>
          </a:lstStyle>
          <a:p>
            <a:pPr lvl="0"/>
            <a:r>
              <a:rPr lang="en-US"/>
              <a:t>Click to edit master title style</a:t>
            </a:r>
          </a:p>
        </p:txBody>
      </p:sp>
      <p:sp>
        <p:nvSpPr>
          <p:cNvPr id="23" name="Text Placeholder 14">
            <a:extLst>
              <a:ext uri="{FF2B5EF4-FFF2-40B4-BE49-F238E27FC236}">
                <a16:creationId xmlns:a16="http://schemas.microsoft.com/office/drawing/2014/main" id="{35C67DA6-F94F-BAAC-697E-B35F55AA7435}"/>
              </a:ext>
            </a:extLst>
          </p:cNvPr>
          <p:cNvSpPr>
            <a:spLocks noGrp="1"/>
          </p:cNvSpPr>
          <p:nvPr>
            <p:ph type="body" sz="quarter" idx="141" hasCustomPrompt="1"/>
          </p:nvPr>
        </p:nvSpPr>
        <p:spPr>
          <a:xfrm>
            <a:off x="2361142" y="1784944"/>
            <a:ext cx="758825" cy="1446550"/>
          </a:xfrm>
          <a:prstGeom prst="rect">
            <a:avLst/>
          </a:prstGeom>
          <a:noFill/>
        </p:spPr>
        <p:txBody>
          <a:bodyPr wrap="square" lIns="0" tIns="0" rIns="0" bIns="0" rtlCol="0" anchor="t">
            <a:spAutoFit/>
          </a:bodyPr>
          <a:lstStyle>
            <a:lvl1pPr>
              <a:lnSpc>
                <a:spcPct val="100000"/>
              </a:lnSpc>
              <a:buNone/>
              <a:defRPr lang="en-US" sz="2800" kern="0" spc="-67">
                <a:solidFill>
                  <a:srgbClr val="000000"/>
                </a:solidFill>
                <a:latin typeface="+mj-lt"/>
                <a:ea typeface="Suisse Int'l Regular" pitchFamily="34" charset="-122"/>
                <a:cs typeface="Suisse Int'l" panose="020B0504000000000000" pitchFamily="34" charset="-78"/>
              </a:defRPr>
            </a:lvl1pPr>
          </a:lstStyle>
          <a:p>
            <a:pPr marL="228623" marR="0" lvl="0" indent="-228623" fontAlgn="auto">
              <a:lnSpc>
                <a:spcPct val="100000"/>
              </a:lnSpc>
              <a:spcBef>
                <a:spcPts val="0"/>
              </a:spcBef>
              <a:spcAft>
                <a:spcPts val="600"/>
              </a:spcAft>
              <a:buClrTx/>
              <a:buSzTx/>
              <a:tabLst/>
            </a:pPr>
            <a:r>
              <a:rPr lang="en-US"/>
              <a:t>01</a:t>
            </a:r>
          </a:p>
          <a:p>
            <a:pPr marL="228623" marR="0" lvl="0" indent="-228623" fontAlgn="auto">
              <a:lnSpc>
                <a:spcPct val="100000"/>
              </a:lnSpc>
              <a:spcBef>
                <a:spcPts val="0"/>
              </a:spcBef>
              <a:spcAft>
                <a:spcPts val="600"/>
              </a:spcAft>
              <a:buClrTx/>
              <a:buSzTx/>
              <a:tabLst/>
            </a:pPr>
            <a:r>
              <a:rPr lang="en-US"/>
              <a:t>02</a:t>
            </a:r>
          </a:p>
          <a:p>
            <a:pPr marL="228623" marR="0" lvl="0" indent="-228623" fontAlgn="auto">
              <a:lnSpc>
                <a:spcPct val="100000"/>
              </a:lnSpc>
              <a:spcBef>
                <a:spcPts val="0"/>
              </a:spcBef>
              <a:spcAft>
                <a:spcPts val="600"/>
              </a:spcAft>
              <a:buClrTx/>
              <a:buSzTx/>
              <a:tabLst/>
            </a:pPr>
            <a:r>
              <a:rPr lang="en-US"/>
              <a:t>03</a:t>
            </a:r>
          </a:p>
        </p:txBody>
      </p:sp>
      <p:sp>
        <p:nvSpPr>
          <p:cNvPr id="24" name="Text Placeholder 14">
            <a:extLst>
              <a:ext uri="{FF2B5EF4-FFF2-40B4-BE49-F238E27FC236}">
                <a16:creationId xmlns:a16="http://schemas.microsoft.com/office/drawing/2014/main" id="{A43D00C8-28D0-D086-B0B5-7D52C6D6418F}"/>
              </a:ext>
            </a:extLst>
          </p:cNvPr>
          <p:cNvSpPr>
            <a:spLocks noGrp="1"/>
          </p:cNvSpPr>
          <p:nvPr>
            <p:ph type="body" sz="quarter" idx="142" hasCustomPrompt="1"/>
          </p:nvPr>
        </p:nvSpPr>
        <p:spPr>
          <a:xfrm>
            <a:off x="3315414" y="1794470"/>
            <a:ext cx="8469129" cy="1446550"/>
          </a:xfrm>
          <a:prstGeom prst="rect">
            <a:avLst/>
          </a:prstGeom>
          <a:noFill/>
        </p:spPr>
        <p:txBody>
          <a:bodyPr wrap="square" lIns="0" tIns="0" rIns="0" bIns="0" rtlCol="0" anchor="t">
            <a:spAutoFit/>
          </a:bodyPr>
          <a:lstStyle>
            <a:lvl1pPr>
              <a:lnSpc>
                <a:spcPct val="100000"/>
              </a:lnSpc>
              <a:buNone/>
              <a:defRPr lang="en-US" sz="2800" kern="0" spc="-67" dirty="0" smtClean="0">
                <a:solidFill>
                  <a:srgbClr val="000000"/>
                </a:solidFill>
                <a:latin typeface="+mj-lt"/>
                <a:ea typeface="Suisse Int'l Regular" pitchFamily="34" charset="-122"/>
                <a:cs typeface="Suisse Int'l" panose="020B0504000000000000" pitchFamily="34" charset="-78"/>
              </a:defRPr>
            </a:lvl1pPr>
          </a:lstStyle>
          <a:p>
            <a:pPr marL="228623" marR="0" lvl="0" indent="-228623" fontAlgn="auto">
              <a:lnSpc>
                <a:spcPct val="100000"/>
              </a:lnSpc>
              <a:spcBef>
                <a:spcPts val="0"/>
              </a:spcBef>
              <a:spcAft>
                <a:spcPts val="600"/>
              </a:spcAft>
              <a:buClrTx/>
              <a:buSzTx/>
              <a:tabLst/>
            </a:pPr>
            <a:r>
              <a:rPr lang="en-US"/>
              <a:t>Click to add Section</a:t>
            </a:r>
          </a:p>
          <a:p>
            <a:pPr marL="0" marR="0" lvl="0" indent="0" fontAlgn="auto">
              <a:lnSpc>
                <a:spcPct val="100000"/>
              </a:lnSpc>
              <a:spcBef>
                <a:spcPts val="0"/>
              </a:spcBef>
              <a:spcAft>
                <a:spcPts val="600"/>
              </a:spcAft>
              <a:buClrTx/>
              <a:buSzTx/>
              <a:buFontTx/>
              <a:buNone/>
              <a:tabLst/>
            </a:pPr>
            <a:r>
              <a:rPr lang="en-US"/>
              <a:t>Click to add Section</a:t>
            </a:r>
          </a:p>
          <a:p>
            <a:pPr marL="0" marR="0" lvl="0" indent="0" fontAlgn="auto">
              <a:lnSpc>
                <a:spcPct val="100000"/>
              </a:lnSpc>
              <a:spcBef>
                <a:spcPts val="0"/>
              </a:spcBef>
              <a:spcAft>
                <a:spcPts val="600"/>
              </a:spcAft>
              <a:buClrTx/>
              <a:buSzTx/>
              <a:buFontTx/>
              <a:buNone/>
              <a:tabLst/>
            </a:pPr>
            <a:r>
              <a:rPr lang="en-US"/>
              <a:t>Click to add Section</a:t>
            </a:r>
          </a:p>
        </p:txBody>
      </p:sp>
      <p:sp>
        <p:nvSpPr>
          <p:cNvPr id="2" name="Slide Number Placeholder 4">
            <a:extLst>
              <a:ext uri="{FF2B5EF4-FFF2-40B4-BE49-F238E27FC236}">
                <a16:creationId xmlns:a16="http://schemas.microsoft.com/office/drawing/2014/main" id="{B9C4D2AE-C9A0-BA82-0792-22BC4415A1FB}"/>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B55D9570-D3FC-6D43-AC32-D988B1849109}" type="slidenum">
              <a:rPr lang="en-PL" smtClean="0"/>
              <a:pPr/>
              <a:t>‹#›</a:t>
            </a:fld>
            <a:endParaRPr lang="en-PL"/>
          </a:p>
        </p:txBody>
      </p:sp>
      <p:sp>
        <p:nvSpPr>
          <p:cNvPr id="4" name="Symbol zastępczy stopki 1">
            <a:extLst>
              <a:ext uri="{FF2B5EF4-FFF2-40B4-BE49-F238E27FC236}">
                <a16:creationId xmlns:a16="http://schemas.microsoft.com/office/drawing/2014/main" id="{B45F6568-79C3-EDEB-2F86-64CFB5A74C6B}"/>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Tree>
    <p:extLst>
      <p:ext uri="{BB962C8B-B14F-4D97-AF65-F5344CB8AC3E}">
        <p14:creationId xmlns:p14="http://schemas.microsoft.com/office/powerpoint/2010/main" val="314297363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able / Content Long">
    <p:bg>
      <p:bgPr>
        <a:solidFill>
          <a:srgbClr val="FFFFFF"/>
        </a:solidFill>
        <a:effectLst/>
      </p:bgPr>
    </p:bg>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2BD1E98D-C6A7-1A86-D1DC-18C70ECE6DD7}"/>
              </a:ext>
            </a:extLst>
          </p:cNvPr>
          <p:cNvSpPr>
            <a:spLocks noGrp="1"/>
          </p:cNvSpPr>
          <p:nvPr>
            <p:ph type="body" idx="106" hasCustomPrompt="1"/>
          </p:nvPr>
        </p:nvSpPr>
        <p:spPr>
          <a:xfrm>
            <a:off x="406399" y="408054"/>
            <a:ext cx="7512000" cy="232628"/>
          </a:xfrm>
          <a:prstGeom prst="rect">
            <a:avLst/>
          </a:prstGeom>
          <a:noFill/>
          <a:ln/>
        </p:spPr>
        <p:txBody>
          <a:bodyPr wrap="square" lIns="0" tIns="0" rIns="0" bIns="0" rtlCol="0" anchor="t">
            <a:noAutofit/>
          </a:bodyPr>
          <a:lstStyle>
            <a:lvl1pPr marL="0" indent="0" algn="l">
              <a:lnSpc>
                <a:spcPct val="1000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pic>
        <p:nvPicPr>
          <p:cNvPr id="3" name="Xebia" descr="preencoded.png">
            <a:extLst>
              <a:ext uri="{FF2B5EF4-FFF2-40B4-BE49-F238E27FC236}">
                <a16:creationId xmlns:a16="http://schemas.microsoft.com/office/drawing/2014/main" id="{7D652B89-16D3-A81D-A924-8E3B84071E37}"/>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cxnSp>
        <p:nvCxnSpPr>
          <p:cNvPr id="141" name="Straight Connector 140">
            <a:extLst>
              <a:ext uri="{FF2B5EF4-FFF2-40B4-BE49-F238E27FC236}">
                <a16:creationId xmlns:a16="http://schemas.microsoft.com/office/drawing/2014/main" id="{BA2C4591-EAE8-5F38-8D57-8D069553CBC7}"/>
              </a:ext>
            </a:extLst>
          </p:cNvPr>
          <p:cNvCxnSpPr>
            <a:cxnSpLocks/>
          </p:cNvCxnSpPr>
          <p:nvPr/>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 Placeholder 1">
            <a:extLst>
              <a:ext uri="{FF2B5EF4-FFF2-40B4-BE49-F238E27FC236}">
                <a16:creationId xmlns:a16="http://schemas.microsoft.com/office/drawing/2014/main" id="{9C06E442-9FB1-C495-5FBB-BFA31BE95BA9}"/>
              </a:ext>
            </a:extLst>
          </p:cNvPr>
          <p:cNvSpPr>
            <a:spLocks noGrp="1"/>
          </p:cNvSpPr>
          <p:nvPr>
            <p:ph type="body" sz="quarter" idx="13" hasCustomPrompt="1"/>
          </p:nvPr>
        </p:nvSpPr>
        <p:spPr>
          <a:xfrm>
            <a:off x="407460" y="2161044"/>
            <a:ext cx="792691" cy="328231"/>
          </a:xfrm>
          <a:prstGeom prst="rect">
            <a:avLst/>
          </a:prstGeom>
          <a:noFill/>
        </p:spPr>
        <p:txBody>
          <a:bodyPr wrap="square" lIns="0" tIns="0" rIns="0" bIns="0" rtlCol="0" anchor="t">
            <a:spAutoFit/>
          </a:bodyPr>
          <a:lstStyle>
            <a:lvl1pPr>
              <a:lnSpc>
                <a:spcPct val="100000"/>
              </a:lnSpc>
              <a:buNone/>
              <a:defRPr lang="en-US" kern="0" spc="-67">
                <a:solidFill>
                  <a:srgbClr val="000000"/>
                </a:solidFill>
                <a:latin typeface="+mj-lt"/>
                <a:ea typeface="Suisse Int'l Regular" pitchFamily="34" charset="-122"/>
                <a:cs typeface="Suisse Int'l" panose="020B0504000000000000" pitchFamily="34" charset="-78"/>
              </a:defRPr>
            </a:lvl1pPr>
          </a:lstStyle>
          <a:p>
            <a:pPr marL="228623" marR="0" lvl="0" indent="-228623" fontAlgn="auto">
              <a:lnSpc>
                <a:spcPct val="100000"/>
              </a:lnSpc>
              <a:spcBef>
                <a:spcPts val="0"/>
              </a:spcBef>
              <a:spcAft>
                <a:spcPts val="600"/>
              </a:spcAft>
              <a:buClrTx/>
              <a:buSzTx/>
              <a:tabLst/>
            </a:pPr>
            <a:r>
              <a:rPr lang="en-US"/>
              <a:t>01</a:t>
            </a:r>
          </a:p>
        </p:txBody>
      </p:sp>
      <p:sp>
        <p:nvSpPr>
          <p:cNvPr id="4" name="Text Placeholder 4">
            <a:extLst>
              <a:ext uri="{FF2B5EF4-FFF2-40B4-BE49-F238E27FC236}">
                <a16:creationId xmlns:a16="http://schemas.microsoft.com/office/drawing/2014/main" id="{4C21F9B8-3709-9EA3-6974-67C72A883183}"/>
              </a:ext>
            </a:extLst>
          </p:cNvPr>
          <p:cNvSpPr>
            <a:spLocks noGrp="1"/>
          </p:cNvSpPr>
          <p:nvPr>
            <p:ph type="body" sz="quarter" idx="17" hasCustomPrompt="1"/>
          </p:nvPr>
        </p:nvSpPr>
        <p:spPr>
          <a:xfrm>
            <a:off x="1391710" y="2161044"/>
            <a:ext cx="4607983" cy="328231"/>
          </a:xfrm>
          <a:prstGeom prst="rect">
            <a:avLst/>
          </a:prstGeom>
          <a:noFill/>
        </p:spPr>
        <p:txBody>
          <a:bodyPr wrap="square" lIns="0" tIns="0" rIns="0" bIns="0" rtlCol="0" anchor="t">
            <a:spAutoFit/>
          </a:bodyPr>
          <a:lstStyle>
            <a:lvl1pPr>
              <a:lnSpc>
                <a:spcPct val="100000"/>
              </a:lnSpc>
              <a:buNone/>
              <a:defRPr lang="en-US" sz="2133" kern="0" spc="-67" dirty="0">
                <a:solidFill>
                  <a:srgbClr val="000000"/>
                </a:solidFill>
                <a:latin typeface="+mj-lt"/>
                <a:ea typeface="Suisse Int'l Regular" pitchFamily="34" charset="-122"/>
                <a:cs typeface="Suisse Int'l" panose="020B0504000000000000" pitchFamily="34" charset="-78"/>
              </a:defRPr>
            </a:lvl1pPr>
          </a:lstStyle>
          <a:p>
            <a:pPr marL="228623" marR="0" lvl="0" indent="-228623" algn="l" defTabSz="609660" rtl="0" eaLnBrk="1" fontAlgn="auto" latinLnBrk="0" hangingPunct="1">
              <a:lnSpc>
                <a:spcPct val="100000"/>
              </a:lnSpc>
              <a:spcBef>
                <a:spcPts val="0"/>
              </a:spcBef>
              <a:spcAft>
                <a:spcPts val="600"/>
              </a:spcAft>
              <a:buClrTx/>
              <a:buSzTx/>
              <a:tabLst/>
              <a:defRPr/>
            </a:pPr>
            <a:r>
              <a:rPr lang="en-US" sz="2133" kern="0" spc="-67">
                <a:solidFill>
                  <a:srgbClr val="000000"/>
                </a:solidFill>
                <a:latin typeface="+mj-lt"/>
                <a:ea typeface="Suisse Int'l Regular" pitchFamily="34" charset="-122"/>
                <a:cs typeface="Suisse Int'l" panose="020B0504000000000000" pitchFamily="34" charset="-78"/>
              </a:rPr>
              <a:t>Click to add Section</a:t>
            </a:r>
          </a:p>
        </p:txBody>
      </p:sp>
      <p:sp>
        <p:nvSpPr>
          <p:cNvPr id="7" name="Text Placeholder 1">
            <a:extLst>
              <a:ext uri="{FF2B5EF4-FFF2-40B4-BE49-F238E27FC236}">
                <a16:creationId xmlns:a16="http://schemas.microsoft.com/office/drawing/2014/main" id="{370520E5-14FD-49D8-015A-0CE7C4BB93B2}"/>
              </a:ext>
            </a:extLst>
          </p:cNvPr>
          <p:cNvSpPr>
            <a:spLocks noGrp="1"/>
          </p:cNvSpPr>
          <p:nvPr>
            <p:ph type="body" sz="quarter" idx="107" hasCustomPrompt="1"/>
          </p:nvPr>
        </p:nvSpPr>
        <p:spPr>
          <a:xfrm>
            <a:off x="6199716" y="2161044"/>
            <a:ext cx="759884" cy="328231"/>
          </a:xfrm>
          <a:prstGeom prst="rect">
            <a:avLst/>
          </a:prstGeom>
          <a:noFill/>
        </p:spPr>
        <p:txBody>
          <a:bodyPr wrap="square" lIns="0" tIns="0" rIns="0" bIns="0" rtlCol="0" anchor="t">
            <a:spAutoFit/>
          </a:bodyPr>
          <a:lstStyle>
            <a:lvl1pPr>
              <a:lnSpc>
                <a:spcPct val="100000"/>
              </a:lnSpc>
              <a:buNone/>
              <a:defRPr lang="en-US" kern="0" spc="-67">
                <a:solidFill>
                  <a:srgbClr val="000000"/>
                </a:solidFill>
                <a:latin typeface="+mj-lt"/>
                <a:ea typeface="Suisse Int'l Regular" pitchFamily="34" charset="-122"/>
                <a:cs typeface="Suisse Int'l" panose="020B0504000000000000" pitchFamily="34" charset="-78"/>
              </a:defRPr>
            </a:lvl1pPr>
          </a:lstStyle>
          <a:p>
            <a:pPr marL="228623" marR="0" lvl="0" indent="-228623" fontAlgn="auto">
              <a:lnSpc>
                <a:spcPct val="100000"/>
              </a:lnSpc>
              <a:spcBef>
                <a:spcPts val="0"/>
              </a:spcBef>
              <a:spcAft>
                <a:spcPts val="600"/>
              </a:spcAft>
              <a:buClrTx/>
              <a:buSzTx/>
              <a:tabLst/>
            </a:pPr>
            <a:r>
              <a:rPr lang="en-US"/>
              <a:t>01</a:t>
            </a:r>
          </a:p>
        </p:txBody>
      </p:sp>
      <p:sp>
        <p:nvSpPr>
          <p:cNvPr id="8" name="Text Placeholder 4">
            <a:extLst>
              <a:ext uri="{FF2B5EF4-FFF2-40B4-BE49-F238E27FC236}">
                <a16:creationId xmlns:a16="http://schemas.microsoft.com/office/drawing/2014/main" id="{EE69B9B1-E50C-0053-6CE7-4D245C3CE42D}"/>
              </a:ext>
            </a:extLst>
          </p:cNvPr>
          <p:cNvSpPr>
            <a:spLocks noGrp="1"/>
          </p:cNvSpPr>
          <p:nvPr>
            <p:ph type="body" sz="quarter" idx="108" hasCustomPrompt="1"/>
          </p:nvPr>
        </p:nvSpPr>
        <p:spPr>
          <a:xfrm>
            <a:off x="7183968" y="2161044"/>
            <a:ext cx="4607983" cy="328231"/>
          </a:xfrm>
          <a:prstGeom prst="rect">
            <a:avLst/>
          </a:prstGeom>
          <a:noFill/>
        </p:spPr>
        <p:txBody>
          <a:bodyPr wrap="square" lIns="0" tIns="0" rIns="0" bIns="0" rtlCol="0" anchor="t">
            <a:spAutoFit/>
          </a:bodyPr>
          <a:lstStyle>
            <a:lvl1pPr>
              <a:lnSpc>
                <a:spcPct val="100000"/>
              </a:lnSpc>
              <a:buNone/>
              <a:defRPr lang="en-US" sz="2133" kern="0" spc="-67" dirty="0">
                <a:solidFill>
                  <a:srgbClr val="000000"/>
                </a:solidFill>
                <a:latin typeface="+mj-lt"/>
                <a:ea typeface="Suisse Int'l Regular" pitchFamily="34" charset="-122"/>
                <a:cs typeface="Suisse Int'l" panose="020B0504000000000000" pitchFamily="34" charset="-78"/>
              </a:defRPr>
            </a:lvl1pPr>
          </a:lstStyle>
          <a:p>
            <a:pPr marL="228623" marR="0" lvl="0" indent="-228623" algn="l" defTabSz="609660" rtl="0" eaLnBrk="1" fontAlgn="auto" latinLnBrk="0" hangingPunct="1">
              <a:lnSpc>
                <a:spcPct val="100000"/>
              </a:lnSpc>
              <a:spcBef>
                <a:spcPts val="0"/>
              </a:spcBef>
              <a:spcAft>
                <a:spcPts val="600"/>
              </a:spcAft>
              <a:buClrTx/>
              <a:buSzTx/>
              <a:tabLst/>
              <a:defRPr/>
            </a:pPr>
            <a:r>
              <a:rPr lang="en-US" sz="2133" kern="0" spc="-67">
                <a:solidFill>
                  <a:srgbClr val="000000"/>
                </a:solidFill>
                <a:latin typeface="+mj-lt"/>
                <a:ea typeface="Suisse Int'l Regular" pitchFamily="34" charset="-122"/>
                <a:cs typeface="Suisse Int'l" panose="020B0504000000000000" pitchFamily="34" charset="-78"/>
              </a:rPr>
              <a:t>Click to add Section</a:t>
            </a:r>
          </a:p>
        </p:txBody>
      </p:sp>
      <p:sp>
        <p:nvSpPr>
          <p:cNvPr id="6" name="Text Placeholder 22">
            <a:extLst>
              <a:ext uri="{FF2B5EF4-FFF2-40B4-BE49-F238E27FC236}">
                <a16:creationId xmlns:a16="http://schemas.microsoft.com/office/drawing/2014/main" id="{3F7D431B-4BC4-A3E5-F4F1-3CBE64656C6F}"/>
              </a:ext>
            </a:extLst>
          </p:cNvPr>
          <p:cNvSpPr>
            <a:spLocks noGrp="1"/>
          </p:cNvSpPr>
          <p:nvPr>
            <p:ph type="body" sz="quarter" idx="136" hasCustomPrompt="1"/>
          </p:nvPr>
        </p:nvSpPr>
        <p:spPr>
          <a:xfrm>
            <a:off x="407459" y="910328"/>
            <a:ext cx="7512000" cy="553998"/>
          </a:xfrm>
          <a:prstGeom prst="rect">
            <a:avLst/>
          </a:prstGeom>
        </p:spPr>
        <p:txBody>
          <a:bodyPr wrap="square" lIns="0" tIns="0" rIns="0" bIns="0" anchor="t">
            <a:noAutofit/>
          </a:bodyPr>
          <a:lstStyle>
            <a:lvl1pPr marL="0" indent="0">
              <a:lnSpc>
                <a:spcPct val="100000"/>
              </a:lnSpc>
              <a:buNone/>
              <a:defRPr sz="3600">
                <a:latin typeface="+mj-lt"/>
              </a:defRPr>
            </a:lvl1pPr>
          </a:lstStyle>
          <a:p>
            <a:pPr lvl="0"/>
            <a:r>
              <a:rPr lang="en-US"/>
              <a:t>Click to edit master title style</a:t>
            </a:r>
          </a:p>
        </p:txBody>
      </p:sp>
      <p:sp>
        <p:nvSpPr>
          <p:cNvPr id="9" name="Slide Number Placeholder 4">
            <a:extLst>
              <a:ext uri="{FF2B5EF4-FFF2-40B4-BE49-F238E27FC236}">
                <a16:creationId xmlns:a16="http://schemas.microsoft.com/office/drawing/2014/main" id="{4EE69B1C-E5AF-40BE-B7B1-6392118B934B}"/>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B55D9570-D3FC-6D43-AC32-D988B1849109}" type="slidenum">
              <a:rPr lang="en-PL" smtClean="0"/>
              <a:pPr/>
              <a:t>‹#›</a:t>
            </a:fld>
            <a:endParaRPr lang="en-PL"/>
          </a:p>
        </p:txBody>
      </p:sp>
      <p:sp>
        <p:nvSpPr>
          <p:cNvPr id="10" name="Symbol zastępczy stopki 1">
            <a:extLst>
              <a:ext uri="{FF2B5EF4-FFF2-40B4-BE49-F238E27FC236}">
                <a16:creationId xmlns:a16="http://schemas.microsoft.com/office/drawing/2014/main" id="{3EFC05DC-0FE4-4738-359D-18E40C37B50D}"/>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Tree>
    <p:extLst>
      <p:ext uri="{BB962C8B-B14F-4D97-AF65-F5344CB8AC3E}">
        <p14:creationId xmlns:p14="http://schemas.microsoft.com/office/powerpoint/2010/main" val="387642095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Slides">
    <p:bg>
      <p:bgPr>
        <a:solidFill>
          <a:schemeClr val="accent2"/>
        </a:solidFill>
        <a:effectLst/>
      </p:bgPr>
    </p:bg>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CEABDB6F-69DE-6736-AEFC-DB6AFA212DDD}"/>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B55D9570-D3FC-6D43-AC32-D988B1849109}" type="slidenum">
              <a:rPr lang="en-PL" smtClean="0"/>
              <a:pPr/>
              <a:t>‹#›</a:t>
            </a:fld>
            <a:endParaRPr lang="en-PL"/>
          </a:p>
        </p:txBody>
      </p:sp>
      <p:sp>
        <p:nvSpPr>
          <p:cNvPr id="6" name="Symbol zastępczy stopki 1">
            <a:extLst>
              <a:ext uri="{FF2B5EF4-FFF2-40B4-BE49-F238E27FC236}">
                <a16:creationId xmlns:a16="http://schemas.microsoft.com/office/drawing/2014/main" id="{2708574E-B307-DD8F-EBFD-0F03215A914C}"/>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5" name="TextBox 4">
            <a:extLst>
              <a:ext uri="{FF2B5EF4-FFF2-40B4-BE49-F238E27FC236}">
                <a16:creationId xmlns:a16="http://schemas.microsoft.com/office/drawing/2014/main" id="{6DE027F7-FD09-33CC-63B6-1FE931F75F5B}"/>
              </a:ext>
            </a:extLst>
          </p:cNvPr>
          <p:cNvSpPr txBox="1"/>
          <p:nvPr/>
        </p:nvSpPr>
        <p:spPr>
          <a:xfrm>
            <a:off x="406402" y="4690191"/>
            <a:ext cx="9319489" cy="1354217"/>
          </a:xfrm>
          <a:prstGeom prst="rect">
            <a:avLst/>
          </a:prstGeom>
          <a:noFill/>
        </p:spPr>
        <p:txBody>
          <a:bodyPr wrap="square" lIns="0" tIns="0" rIns="0" bIns="0" rtlCol="0" anchor="t" anchorCtr="0">
            <a:noAutofit/>
          </a:bodyPr>
          <a:lstStyle>
            <a:lvl1pPr marR="0" lvl="0" indent="0" defTabSz="609660" fontAlgn="auto">
              <a:lnSpc>
                <a:spcPct val="100000"/>
              </a:lnSpc>
              <a:spcBef>
                <a:spcPts val="0"/>
              </a:spcBef>
              <a:spcAft>
                <a:spcPts val="600"/>
              </a:spcAft>
              <a:buClrTx/>
              <a:buSzTx/>
              <a:buFontTx/>
              <a:buNone/>
              <a:tabLst/>
              <a:defRPr sz="5400" kern="0" spc="-67">
                <a:solidFill>
                  <a:schemeClr val="bg1"/>
                </a:solidFill>
                <a:latin typeface="+mj-lt"/>
                <a:ea typeface="Suisse Int'l Regular" pitchFamily="34" charset="-122"/>
                <a:cs typeface="Suisse Int'l Italic" panose="020B0504000000000000" pitchFamily="34" charset="-78"/>
              </a:defRPr>
            </a:lvl1pPr>
          </a:lstStyle>
          <a:p>
            <a:pPr lvl="0"/>
            <a:r>
              <a:rPr lang="en-US" sz="8800"/>
              <a:t>Title Slides</a:t>
            </a:r>
          </a:p>
        </p:txBody>
      </p:sp>
      <p:sp>
        <p:nvSpPr>
          <p:cNvPr id="3" name="Rectangle 2">
            <a:extLst>
              <a:ext uri="{FF2B5EF4-FFF2-40B4-BE49-F238E27FC236}">
                <a16:creationId xmlns:a16="http://schemas.microsoft.com/office/drawing/2014/main" id="{5584FEA6-63EE-CF81-3180-C5A90B0721D4}"/>
              </a:ext>
            </a:extLst>
          </p:cNvPr>
          <p:cNvSpPr/>
          <p:nvPr/>
        </p:nvSpPr>
        <p:spPr>
          <a:xfrm>
            <a:off x="0" y="0"/>
            <a:ext cx="12192000" cy="404813"/>
          </a:xfrm>
          <a:prstGeom prst="rect">
            <a:avLst/>
          </a:prstGeom>
          <a:pattFill prst="wdUpDiag">
            <a:fgClr>
              <a:schemeClr val="bg1"/>
            </a:fgClr>
            <a:bgClr>
              <a:srgbClr val="CCA63E"/>
            </a:bgClr>
          </a:patt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sz="1400">
              <a:solidFill>
                <a:schemeClr val="bg1"/>
              </a:solidFill>
            </a:endParaRPr>
          </a:p>
        </p:txBody>
      </p:sp>
      <p:sp>
        <p:nvSpPr>
          <p:cNvPr id="4" name="Rectangle 3">
            <a:extLst>
              <a:ext uri="{FF2B5EF4-FFF2-40B4-BE49-F238E27FC236}">
                <a16:creationId xmlns:a16="http://schemas.microsoft.com/office/drawing/2014/main" id="{EF36C795-EDCE-3F0E-6EB3-7640A2155610}"/>
              </a:ext>
            </a:extLst>
          </p:cNvPr>
          <p:cNvSpPr/>
          <p:nvPr/>
        </p:nvSpPr>
        <p:spPr>
          <a:xfrm>
            <a:off x="0" y="6453187"/>
            <a:ext cx="12192000" cy="404813"/>
          </a:xfrm>
          <a:prstGeom prst="rect">
            <a:avLst/>
          </a:prstGeom>
          <a:pattFill prst="wdUpDiag">
            <a:fgClr>
              <a:schemeClr val="bg1"/>
            </a:fgClr>
            <a:bgClr>
              <a:srgbClr val="CCA63E"/>
            </a:bgClr>
          </a:patt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sz="1400">
              <a:solidFill>
                <a:schemeClr val="bg1"/>
              </a:solidFill>
            </a:endParaRPr>
          </a:p>
        </p:txBody>
      </p:sp>
    </p:spTree>
    <p:extLst>
      <p:ext uri="{BB962C8B-B14F-4D97-AF65-F5344CB8AC3E}">
        <p14:creationId xmlns:p14="http://schemas.microsoft.com/office/powerpoint/2010/main" val="1570215629"/>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lide / White">
    <p:bg>
      <p:bgPr>
        <a:solidFill>
          <a:srgbClr val="FFFFFF"/>
        </a:solidFill>
        <a:effectLst/>
      </p:bgPr>
    </p:bg>
    <p:spTree>
      <p:nvGrpSpPr>
        <p:cNvPr id="1" name=""/>
        <p:cNvGrpSpPr/>
        <p:nvPr/>
      </p:nvGrpSpPr>
      <p:grpSpPr>
        <a:xfrm>
          <a:off x="0" y="0"/>
          <a:ext cx="0" cy="0"/>
          <a:chOff x="0" y="0"/>
          <a:chExt cx="0" cy="0"/>
        </a:xfrm>
      </p:grpSpPr>
      <p:pic>
        <p:nvPicPr>
          <p:cNvPr id="13" name="Line 17" descr="preencoded.png">
            <a:extLst>
              <a:ext uri="{FF2B5EF4-FFF2-40B4-BE49-F238E27FC236}">
                <a16:creationId xmlns:a16="http://schemas.microsoft.com/office/drawing/2014/main" id="{C1BA724F-689A-0EFE-2638-7FE0FDE69C04}"/>
              </a:ext>
            </a:extLst>
          </p:cNvPr>
          <p:cNvPicPr>
            <a:picLocks noChangeAspect="1"/>
          </p:cNvPicPr>
          <p:nvPr/>
        </p:nvPicPr>
        <p:blipFill>
          <a:blip r:embed="rId2"/>
          <a:srcRect/>
          <a:stretch/>
        </p:blipFill>
        <p:spPr>
          <a:xfrm>
            <a:off x="1568450" y="6126956"/>
            <a:ext cx="6350" cy="323850"/>
          </a:xfrm>
          <a:prstGeom prst="rect">
            <a:avLst/>
          </a:prstGeom>
        </p:spPr>
      </p:pic>
      <p:pic>
        <p:nvPicPr>
          <p:cNvPr id="9" name="Xebia" descr="preencoded.png">
            <a:extLst>
              <a:ext uri="{FF2B5EF4-FFF2-40B4-BE49-F238E27FC236}">
                <a16:creationId xmlns:a16="http://schemas.microsoft.com/office/drawing/2014/main" id="{84AAA107-768C-F4D8-189F-05CE2EF8CF43}"/>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12750" y="6122265"/>
            <a:ext cx="989856" cy="317501"/>
          </a:xfrm>
          <a:prstGeom prst="rect">
            <a:avLst/>
          </a:prstGeom>
        </p:spPr>
      </p:pic>
      <p:pic>
        <p:nvPicPr>
          <p:cNvPr id="14" name="Line 18" descr="preencoded.png">
            <a:extLst>
              <a:ext uri="{FF2B5EF4-FFF2-40B4-BE49-F238E27FC236}">
                <a16:creationId xmlns:a16="http://schemas.microsoft.com/office/drawing/2014/main" id="{69CD9203-B5DB-6E83-B2AA-556AA4178C4C}"/>
              </a:ext>
            </a:extLst>
          </p:cNvPr>
          <p:cNvPicPr preferRelativeResize="0">
            <a:picLocks/>
          </p:cNvPicPr>
          <p:nvPr/>
        </p:nvPicPr>
        <p:blipFill>
          <a:blip r:embed="rId5"/>
          <a:srcRect/>
          <a:stretch/>
        </p:blipFill>
        <p:spPr>
          <a:xfrm>
            <a:off x="406400" y="5835029"/>
            <a:ext cx="6554400" cy="2400"/>
          </a:xfrm>
          <a:prstGeom prst="rect">
            <a:avLst/>
          </a:prstGeom>
        </p:spPr>
      </p:pic>
      <p:pic>
        <p:nvPicPr>
          <p:cNvPr id="15" name="Line 14" descr="preencoded.png">
            <a:extLst>
              <a:ext uri="{FF2B5EF4-FFF2-40B4-BE49-F238E27FC236}">
                <a16:creationId xmlns:a16="http://schemas.microsoft.com/office/drawing/2014/main" id="{C0ED3328-227A-3A38-865E-2787DEFEC84E}"/>
              </a:ext>
            </a:extLst>
          </p:cNvPr>
          <p:cNvPicPr preferRelativeResize="0">
            <a:picLocks/>
          </p:cNvPicPr>
          <p:nvPr/>
        </p:nvPicPr>
        <p:blipFill>
          <a:blip r:embed="rId6"/>
          <a:srcRect/>
          <a:stretch/>
        </p:blipFill>
        <p:spPr>
          <a:xfrm>
            <a:off x="406400" y="698500"/>
            <a:ext cx="6554400" cy="2400"/>
          </a:xfrm>
          <a:prstGeom prst="rect">
            <a:avLst/>
          </a:prstGeom>
        </p:spPr>
      </p:pic>
      <p:sp>
        <p:nvSpPr>
          <p:cNvPr id="10" name="Picture Placeholder 8">
            <a:extLst>
              <a:ext uri="{FF2B5EF4-FFF2-40B4-BE49-F238E27FC236}">
                <a16:creationId xmlns:a16="http://schemas.microsoft.com/office/drawing/2014/main" id="{8FC3B2CF-7DE5-4E11-6B3F-02E6AF2264C6}"/>
              </a:ext>
            </a:extLst>
          </p:cNvPr>
          <p:cNvSpPr>
            <a:spLocks noGrp="1"/>
          </p:cNvSpPr>
          <p:nvPr>
            <p:ph type="pic" sz="quarter" idx="163"/>
          </p:nvPr>
        </p:nvSpPr>
        <p:spPr>
          <a:xfrm>
            <a:off x="7162798" y="408054"/>
            <a:ext cx="4621786" cy="6042753"/>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1333">
                <a:solidFill>
                  <a:schemeClr val="bg1"/>
                </a:solidFill>
              </a:defRPr>
            </a:lvl1pPr>
          </a:lstStyle>
          <a:p>
            <a:pPr marL="0" lvl="0" indent="0">
              <a:buNone/>
            </a:pPr>
            <a:r>
              <a:rPr lang="en-US"/>
              <a:t>Click icon to add picture</a:t>
            </a:r>
          </a:p>
        </p:txBody>
      </p:sp>
      <p:sp>
        <p:nvSpPr>
          <p:cNvPr id="7" name="Data">
            <a:extLst>
              <a:ext uri="{FF2B5EF4-FFF2-40B4-BE49-F238E27FC236}">
                <a16:creationId xmlns:a16="http://schemas.microsoft.com/office/drawing/2014/main" id="{1AE33596-EE19-BB0B-9607-613EB113938E}"/>
              </a:ext>
            </a:extLst>
          </p:cNvPr>
          <p:cNvSpPr>
            <a:spLocks noGrp="1"/>
          </p:cNvSpPr>
          <p:nvPr>
            <p:ph type="body" idx="106" hasCustomPrompt="1"/>
          </p:nvPr>
        </p:nvSpPr>
        <p:spPr>
          <a:xfrm>
            <a:off x="406399" y="408054"/>
            <a:ext cx="5572800"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6" name="Speaker">
            <a:extLst>
              <a:ext uri="{FF2B5EF4-FFF2-40B4-BE49-F238E27FC236}">
                <a16:creationId xmlns:a16="http://schemas.microsoft.com/office/drawing/2014/main" id="{0E7E42FF-6253-4F58-C5A7-44E1CBB8CEAA}"/>
              </a:ext>
            </a:extLst>
          </p:cNvPr>
          <p:cNvSpPr>
            <a:spLocks noGrp="1"/>
          </p:cNvSpPr>
          <p:nvPr>
            <p:ph type="body" idx="107" hasCustomPrompt="1"/>
          </p:nvPr>
        </p:nvSpPr>
        <p:spPr>
          <a:xfrm>
            <a:off x="427774" y="3155895"/>
            <a:ext cx="5572800" cy="208390"/>
          </a:xfrm>
          <a:prstGeom prst="rect">
            <a:avLst/>
          </a:prstGeom>
          <a:noFill/>
          <a:ln/>
        </p:spPr>
        <p:txBody>
          <a:bodyPr wrap="square" lIns="0" tIns="0" rIns="0" bIns="0" rtlCol="0" anchor="t" anchorCtr="0">
            <a:spAutoFit/>
          </a:bodyPr>
          <a:lstStyle>
            <a:lvl1pPr marL="0" marR="0" indent="0" algn="l" defTabSz="609660" rtl="0" eaLnBrk="1" fontAlgn="auto" latinLnBrk="0" hangingPunct="1">
              <a:lnSpc>
                <a:spcPct val="100000"/>
              </a:lnSpc>
              <a:spcBef>
                <a:spcPts val="448"/>
              </a:spcBef>
              <a:spcAft>
                <a:spcPts val="0"/>
              </a:spcAft>
              <a:buClrTx/>
              <a:buSzTx/>
              <a:buFont typeface="Arial" pitchFamily="34" charset="0"/>
              <a:buNone/>
              <a:tabLst/>
              <a:defRPr lang="en-US" sz="1867" kern="0" spc="0" dirty="0">
                <a:solidFill>
                  <a:schemeClr val="tx1"/>
                </a:solidFill>
                <a:latin typeface="+mn-lt"/>
                <a:ea typeface="Arial" panose="020B0604020202020204" pitchFamily="34" charset="0"/>
                <a:cs typeface="Arial" panose="020B0604020202020204" pitchFamily="34" charset="0"/>
              </a:defRPr>
            </a:lvl1pPr>
          </a:lstStyle>
          <a:p>
            <a:pPr marL="0" marR="0" lvl="0" indent="0" algn="l" defTabSz="609660" rtl="0" eaLnBrk="1" fontAlgn="auto" latinLnBrk="0" hangingPunct="1">
              <a:lnSpc>
                <a:spcPts val="1600"/>
              </a:lnSpc>
              <a:spcBef>
                <a:spcPct val="20000"/>
              </a:spcBef>
              <a:spcAft>
                <a:spcPts val="0"/>
              </a:spcAft>
              <a:buClrTx/>
              <a:buSzTx/>
              <a:buFont typeface="Arial" pitchFamily="34" charset="0"/>
              <a:buNone/>
              <a:tabLst/>
              <a:defRPr/>
            </a:pPr>
            <a:r>
              <a:rPr lang="en-US"/>
              <a:t>Click to edit subtitle style</a:t>
            </a:r>
            <a:endParaRPr lang="en-US" sz="1250"/>
          </a:p>
        </p:txBody>
      </p:sp>
      <p:sp>
        <p:nvSpPr>
          <p:cNvPr id="5" name="Speaker">
            <a:extLst>
              <a:ext uri="{FF2B5EF4-FFF2-40B4-BE49-F238E27FC236}">
                <a16:creationId xmlns:a16="http://schemas.microsoft.com/office/drawing/2014/main" id="{3B324832-34A8-3BD8-F91B-6E59EC0DCE03}"/>
              </a:ext>
            </a:extLst>
          </p:cNvPr>
          <p:cNvSpPr>
            <a:spLocks noGrp="1"/>
          </p:cNvSpPr>
          <p:nvPr>
            <p:ph type="body" idx="164" hasCustomPrompt="1"/>
          </p:nvPr>
        </p:nvSpPr>
        <p:spPr>
          <a:xfrm>
            <a:off x="1777998" y="6185998"/>
            <a:ext cx="4228800" cy="205185"/>
          </a:xfrm>
          <a:prstGeom prst="rect">
            <a:avLst/>
          </a:prstGeom>
          <a:noFill/>
          <a:ln/>
        </p:spPr>
        <p:txBody>
          <a:bodyPr wrap="square" lIns="0" tIns="0" rIns="0" bIns="0" rtlCol="0" anchor="ctr" anchorCtr="0">
            <a:noAutofit/>
          </a:bodyPr>
          <a:lstStyle>
            <a:lvl1pPr marL="0" indent="0" algn="l">
              <a:lnSpc>
                <a:spcPts val="1600"/>
              </a:lnSpc>
              <a:spcBef>
                <a:spcPts val="16"/>
              </a:spcBef>
              <a:buNone/>
              <a:defRPr lang="en-US" sz="1253" kern="0" spc="0" dirty="0">
                <a:solidFill>
                  <a:schemeClr val="tx1"/>
                </a:solidFill>
                <a:latin typeface="+mn-lt"/>
                <a:ea typeface="Arial" panose="020B0604020202020204" pitchFamily="34" charset="0"/>
                <a:cs typeface="Arial" panose="020B0604020202020204" pitchFamily="34" charset="0"/>
              </a:defRPr>
            </a:lvl1pPr>
          </a:lstStyle>
          <a:p>
            <a:pPr lvl="0"/>
            <a:r>
              <a:rPr lang="en-US" sz="1333"/>
              <a:t>[Speaker Name] • [Subtitle]</a:t>
            </a:r>
            <a:endParaRPr lang="en-US"/>
          </a:p>
        </p:txBody>
      </p:sp>
      <p:sp>
        <p:nvSpPr>
          <p:cNvPr id="2" name="Title 2">
            <a:extLst>
              <a:ext uri="{FF2B5EF4-FFF2-40B4-BE49-F238E27FC236}">
                <a16:creationId xmlns:a16="http://schemas.microsoft.com/office/drawing/2014/main" id="{387F77E0-00D3-4906-BAC5-6EFBAA37D13F}"/>
              </a:ext>
            </a:extLst>
          </p:cNvPr>
          <p:cNvSpPr>
            <a:spLocks noGrp="1"/>
          </p:cNvSpPr>
          <p:nvPr>
            <p:ph type="title" hasCustomPrompt="1"/>
          </p:nvPr>
        </p:nvSpPr>
        <p:spPr>
          <a:xfrm>
            <a:off x="427775" y="902396"/>
            <a:ext cx="5571919" cy="1867178"/>
          </a:xfrm>
          <a:prstGeom prst="rect">
            <a:avLst/>
          </a:prstGeom>
          <a:noFill/>
        </p:spPr>
        <p:txBody>
          <a:bodyPr wrap="square" lIns="0" tIns="0" rIns="0" bIns="0" rtlCol="0" anchor="t" anchorCtr="0">
            <a:noAutofit/>
          </a:bodyPr>
          <a:lstStyle>
            <a:lvl1pPr algn="l">
              <a:defRPr lang="en-US" sz="4800" kern="0" spc="-67">
                <a:solidFill>
                  <a:schemeClr val="tx1"/>
                </a:solidFill>
                <a:ea typeface="Suisse Int'l Regular" pitchFamily="34" charset="-122"/>
                <a:cs typeface="Suisse Int'l Italic" panose="020B0504000000000000" pitchFamily="34" charset="-78"/>
              </a:defRPr>
            </a:lvl1pPr>
          </a:lstStyle>
          <a:p>
            <a:pPr marL="0" marR="0" lvl="0" indent="0" algn="l" fontAlgn="auto">
              <a:lnSpc>
                <a:spcPct val="100000"/>
              </a:lnSpc>
              <a:spcBef>
                <a:spcPts val="0"/>
              </a:spcBef>
              <a:spcAft>
                <a:spcPts val="600"/>
              </a:spcAft>
              <a:buClrTx/>
              <a:buSzTx/>
              <a:buFontTx/>
              <a:tabLst/>
            </a:pPr>
            <a:r>
              <a:rPr lang="en-US"/>
              <a:t>Click to edit master title style</a:t>
            </a:r>
          </a:p>
        </p:txBody>
      </p:sp>
      <p:pic>
        <p:nvPicPr>
          <p:cNvPr id="3" name="Line 17" descr="preencoded.png">
            <a:extLst>
              <a:ext uri="{FF2B5EF4-FFF2-40B4-BE49-F238E27FC236}">
                <a16:creationId xmlns:a16="http://schemas.microsoft.com/office/drawing/2014/main" id="{49B19A61-8E7B-C291-A09F-5116C930DDA5}"/>
              </a:ext>
            </a:extLst>
          </p:cNvPr>
          <p:cNvPicPr>
            <a:picLocks noChangeAspect="1"/>
          </p:cNvPicPr>
          <p:nvPr userDrawn="1"/>
        </p:nvPicPr>
        <p:blipFill>
          <a:blip r:embed="rId2"/>
          <a:srcRect/>
          <a:stretch/>
        </p:blipFill>
        <p:spPr>
          <a:xfrm>
            <a:off x="1568450" y="6126956"/>
            <a:ext cx="6350" cy="323850"/>
          </a:xfrm>
          <a:prstGeom prst="rect">
            <a:avLst/>
          </a:prstGeom>
        </p:spPr>
      </p:pic>
      <p:pic>
        <p:nvPicPr>
          <p:cNvPr id="4" name="Xebia" descr="preencoded.png">
            <a:extLst>
              <a:ext uri="{FF2B5EF4-FFF2-40B4-BE49-F238E27FC236}">
                <a16:creationId xmlns:a16="http://schemas.microsoft.com/office/drawing/2014/main" id="{14BDC739-F776-8C38-B340-9C7F92B3FCD9}"/>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412750" y="6122265"/>
            <a:ext cx="989856" cy="317501"/>
          </a:xfrm>
          <a:prstGeom prst="rect">
            <a:avLst/>
          </a:prstGeom>
        </p:spPr>
      </p:pic>
      <p:pic>
        <p:nvPicPr>
          <p:cNvPr id="8" name="Line 18" descr="preencoded.png">
            <a:extLst>
              <a:ext uri="{FF2B5EF4-FFF2-40B4-BE49-F238E27FC236}">
                <a16:creationId xmlns:a16="http://schemas.microsoft.com/office/drawing/2014/main" id="{AFCBF039-59B3-A273-AD55-93ADA767F984}"/>
              </a:ext>
            </a:extLst>
          </p:cNvPr>
          <p:cNvPicPr preferRelativeResize="0">
            <a:picLocks/>
          </p:cNvPicPr>
          <p:nvPr userDrawn="1"/>
        </p:nvPicPr>
        <p:blipFill>
          <a:blip r:embed="rId5"/>
          <a:srcRect/>
          <a:stretch/>
        </p:blipFill>
        <p:spPr>
          <a:xfrm>
            <a:off x="406400" y="5835029"/>
            <a:ext cx="6554400" cy="2400"/>
          </a:xfrm>
          <a:prstGeom prst="rect">
            <a:avLst/>
          </a:prstGeom>
        </p:spPr>
      </p:pic>
      <p:pic>
        <p:nvPicPr>
          <p:cNvPr id="11" name="Line 14" descr="preencoded.png">
            <a:extLst>
              <a:ext uri="{FF2B5EF4-FFF2-40B4-BE49-F238E27FC236}">
                <a16:creationId xmlns:a16="http://schemas.microsoft.com/office/drawing/2014/main" id="{F97BC2DE-0D5D-91BF-9505-9D902CC5739F}"/>
              </a:ext>
            </a:extLst>
          </p:cNvPr>
          <p:cNvPicPr preferRelativeResize="0">
            <a:picLocks/>
          </p:cNvPicPr>
          <p:nvPr userDrawn="1"/>
        </p:nvPicPr>
        <p:blipFill>
          <a:blip r:embed="rId6"/>
          <a:srcRect/>
          <a:stretch/>
        </p:blipFill>
        <p:spPr>
          <a:xfrm>
            <a:off x="406400" y="698500"/>
            <a:ext cx="6554400" cy="2400"/>
          </a:xfrm>
          <a:prstGeom prst="rect">
            <a:avLst/>
          </a:prstGeom>
        </p:spPr>
      </p:pic>
    </p:spTree>
    <p:extLst>
      <p:ext uri="{BB962C8B-B14F-4D97-AF65-F5344CB8AC3E}">
        <p14:creationId xmlns:p14="http://schemas.microsoft.com/office/powerpoint/2010/main" val="26607164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 Dark">
    <p:bg>
      <p:bgPr>
        <a:solidFill>
          <a:srgbClr val="150027"/>
        </a:solidFill>
        <a:effectLst/>
      </p:bgPr>
    </p:bg>
    <p:spTree>
      <p:nvGrpSpPr>
        <p:cNvPr id="1" name=""/>
        <p:cNvGrpSpPr/>
        <p:nvPr/>
      </p:nvGrpSpPr>
      <p:grpSpPr>
        <a:xfrm>
          <a:off x="0" y="0"/>
          <a:ext cx="0" cy="0"/>
          <a:chOff x="0" y="0"/>
          <a:chExt cx="0" cy="0"/>
        </a:xfrm>
      </p:grpSpPr>
      <p:sp>
        <p:nvSpPr>
          <p:cNvPr id="9" name="Text 0"/>
          <p:cNvSpPr>
            <a:spLocks noGrp="1"/>
          </p:cNvSpPr>
          <p:nvPr>
            <p:ph type="body" idx="107" hasCustomPrompt="1"/>
          </p:nvPr>
        </p:nvSpPr>
        <p:spPr>
          <a:xfrm>
            <a:off x="1771649" y="6201585"/>
            <a:ext cx="4228800" cy="188898"/>
          </a:xfrm>
          <a:prstGeom prst="rect">
            <a:avLst/>
          </a:prstGeom>
          <a:noFill/>
          <a:ln/>
        </p:spPr>
        <p:txBody>
          <a:bodyPr wrap="square" lIns="0" tIns="0" rIns="0" bIns="0" rtlCol="0" anchor="b">
            <a:noAutofit/>
          </a:bodyPr>
          <a:lstStyle>
            <a:lvl1pPr marL="0" indent="0" algn="l">
              <a:lnSpc>
                <a:spcPct val="100000"/>
              </a:lnSpc>
              <a:buNone/>
              <a:defRPr lang="en-US" sz="1250" kern="0" spc="0" dirty="0">
                <a:solidFill>
                  <a:srgbClr val="FFFFFF"/>
                </a:solidFill>
                <a:latin typeface="+mn-lt"/>
                <a:ea typeface="Arial" panose="020B0604020202020204" pitchFamily="34" charset="0"/>
                <a:cs typeface="Arial" panose="020B0604020202020204" pitchFamily="34" charset="0"/>
              </a:defRPr>
            </a:lvl1pPr>
          </a:lstStyle>
          <a:p>
            <a:pPr lvl="0"/>
            <a:r>
              <a:rPr lang="en-US" sz="1200"/>
              <a:t>[Speaker Name] • [Subtitle]</a:t>
            </a:r>
            <a:endParaRPr lang="en-US"/>
          </a:p>
        </p:txBody>
      </p:sp>
      <p:pic>
        <p:nvPicPr>
          <p:cNvPr id="11" name="Line 17" descr="preencoded.png">
            <a:extLst>
              <a:ext uri="{FF2B5EF4-FFF2-40B4-BE49-F238E27FC236}">
                <a16:creationId xmlns:a16="http://schemas.microsoft.com/office/drawing/2014/main" id="{383FA439-76AC-F189-A59C-F87FC58181FD}"/>
              </a:ext>
            </a:extLst>
          </p:cNvPr>
          <p:cNvPicPr>
            <a:picLocks noChangeAspect="1"/>
          </p:cNvPicPr>
          <p:nvPr/>
        </p:nvPicPr>
        <p:blipFill>
          <a:blip r:embed="rId2"/>
          <a:srcRect/>
          <a:stretch/>
        </p:blipFill>
        <p:spPr>
          <a:xfrm>
            <a:off x="1568450" y="6126956"/>
            <a:ext cx="6350" cy="323850"/>
          </a:xfrm>
          <a:prstGeom prst="rect">
            <a:avLst/>
          </a:prstGeom>
        </p:spPr>
      </p:pic>
      <p:pic>
        <p:nvPicPr>
          <p:cNvPr id="12" name="Line 18" descr="preencoded.png">
            <a:extLst>
              <a:ext uri="{FF2B5EF4-FFF2-40B4-BE49-F238E27FC236}">
                <a16:creationId xmlns:a16="http://schemas.microsoft.com/office/drawing/2014/main" id="{1E3E4597-07AE-4134-FA2B-F8E15146CD36}"/>
              </a:ext>
            </a:extLst>
          </p:cNvPr>
          <p:cNvPicPr preferRelativeResize="0">
            <a:picLocks/>
          </p:cNvPicPr>
          <p:nvPr/>
        </p:nvPicPr>
        <p:blipFill>
          <a:blip r:embed="rId3"/>
          <a:srcRect/>
          <a:stretch/>
        </p:blipFill>
        <p:spPr>
          <a:xfrm>
            <a:off x="406400" y="5835029"/>
            <a:ext cx="6554400" cy="2400"/>
          </a:xfrm>
          <a:prstGeom prst="rect">
            <a:avLst/>
          </a:prstGeom>
        </p:spPr>
      </p:pic>
      <p:pic>
        <p:nvPicPr>
          <p:cNvPr id="13" name="Line 14" descr="preencoded.png">
            <a:extLst>
              <a:ext uri="{FF2B5EF4-FFF2-40B4-BE49-F238E27FC236}">
                <a16:creationId xmlns:a16="http://schemas.microsoft.com/office/drawing/2014/main" id="{6C586A9A-7F4D-F440-9C10-7182DB8A8374}"/>
              </a:ext>
            </a:extLst>
          </p:cNvPr>
          <p:cNvPicPr preferRelativeResize="0">
            <a:picLocks/>
          </p:cNvPicPr>
          <p:nvPr/>
        </p:nvPicPr>
        <p:blipFill>
          <a:blip r:embed="rId4"/>
          <a:srcRect/>
          <a:stretch/>
        </p:blipFill>
        <p:spPr>
          <a:xfrm>
            <a:off x="406400" y="698500"/>
            <a:ext cx="6553200" cy="2400"/>
          </a:xfrm>
          <a:prstGeom prst="rect">
            <a:avLst/>
          </a:prstGeom>
        </p:spPr>
      </p:pic>
      <p:pic>
        <p:nvPicPr>
          <p:cNvPr id="14" name="Xebia" descr="preencoded.png">
            <a:extLst>
              <a:ext uri="{FF2B5EF4-FFF2-40B4-BE49-F238E27FC236}">
                <a16:creationId xmlns:a16="http://schemas.microsoft.com/office/drawing/2014/main" id="{7FFF8452-048E-2E61-DDCA-EAC987835D01}"/>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412750" y="6122265"/>
            <a:ext cx="989856" cy="317501"/>
          </a:xfrm>
          <a:prstGeom prst="rect">
            <a:avLst/>
          </a:prstGeom>
        </p:spPr>
      </p:pic>
      <p:sp>
        <p:nvSpPr>
          <p:cNvPr id="7" name="Picture Placeholder 8">
            <a:extLst>
              <a:ext uri="{FF2B5EF4-FFF2-40B4-BE49-F238E27FC236}">
                <a16:creationId xmlns:a16="http://schemas.microsoft.com/office/drawing/2014/main" id="{03AB268C-6A9B-EBFF-2330-CED7F86B1F97}"/>
              </a:ext>
            </a:extLst>
          </p:cNvPr>
          <p:cNvSpPr>
            <a:spLocks noGrp="1"/>
          </p:cNvSpPr>
          <p:nvPr>
            <p:ph type="pic" sz="quarter" idx="163"/>
          </p:nvPr>
        </p:nvSpPr>
        <p:spPr>
          <a:xfrm>
            <a:off x="7162798" y="408053"/>
            <a:ext cx="4621786" cy="6045664"/>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rgbClr val="130025"/>
                </a:solidFill>
              </a:defRPr>
            </a:lvl1pPr>
          </a:lstStyle>
          <a:p>
            <a:pPr marL="0" lvl="0" indent="0">
              <a:buNone/>
            </a:pPr>
            <a:r>
              <a:rPr lang="en-US"/>
              <a:t>Click icon to add picture</a:t>
            </a:r>
          </a:p>
        </p:txBody>
      </p:sp>
      <p:sp>
        <p:nvSpPr>
          <p:cNvPr id="3" name="Text 0">
            <a:extLst>
              <a:ext uri="{FF2B5EF4-FFF2-40B4-BE49-F238E27FC236}">
                <a16:creationId xmlns:a16="http://schemas.microsoft.com/office/drawing/2014/main" id="{67DE5614-C546-3912-2494-D1E50117F9DB}"/>
              </a:ext>
            </a:extLst>
          </p:cNvPr>
          <p:cNvSpPr>
            <a:spLocks noGrp="1"/>
          </p:cNvSpPr>
          <p:nvPr>
            <p:ph type="body" idx="106" hasCustomPrompt="1"/>
          </p:nvPr>
        </p:nvSpPr>
        <p:spPr>
          <a:xfrm>
            <a:off x="406400" y="408054"/>
            <a:ext cx="5572800" cy="232628"/>
          </a:xfrm>
          <a:prstGeom prst="rect">
            <a:avLst/>
          </a:prstGeom>
          <a:noFill/>
          <a:ln/>
        </p:spPr>
        <p:txBody>
          <a:bodyPr wrap="square" lIns="0" tIns="0" rIns="0" bIns="0" rtlCol="0" anchor="t">
            <a:spAutoFit/>
          </a:bodyPr>
          <a:lstStyle>
            <a:lvl1pPr marL="0" indent="0" algn="l">
              <a:lnSpc>
                <a:spcPct val="100000"/>
              </a:lnSpc>
              <a:buNone/>
              <a:defRPr lang="en-US" sz="1000" b="0" i="0" kern="0" spc="0" dirty="0">
                <a:solidFill>
                  <a:schemeClr val="bg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6" name="Speaker">
            <a:extLst>
              <a:ext uri="{FF2B5EF4-FFF2-40B4-BE49-F238E27FC236}">
                <a16:creationId xmlns:a16="http://schemas.microsoft.com/office/drawing/2014/main" id="{622046C3-8740-6113-D43C-5E780BFF9079}"/>
              </a:ext>
            </a:extLst>
          </p:cNvPr>
          <p:cNvSpPr>
            <a:spLocks noGrp="1"/>
          </p:cNvSpPr>
          <p:nvPr>
            <p:ph type="body" idx="164" hasCustomPrompt="1"/>
          </p:nvPr>
        </p:nvSpPr>
        <p:spPr>
          <a:xfrm>
            <a:off x="427774" y="3155895"/>
            <a:ext cx="5572800" cy="208390"/>
          </a:xfrm>
          <a:prstGeom prst="rect">
            <a:avLst/>
          </a:prstGeom>
          <a:noFill/>
          <a:ln/>
        </p:spPr>
        <p:txBody>
          <a:bodyPr wrap="square" lIns="0" tIns="0" rIns="0" bIns="0" rtlCol="0" anchor="t" anchorCtr="0">
            <a:noAutofit/>
          </a:bodyPr>
          <a:lstStyle>
            <a:lvl1pPr marL="0" marR="0" indent="0" algn="l" defTabSz="609660" rtl="0" eaLnBrk="1" fontAlgn="auto" latinLnBrk="0" hangingPunct="1">
              <a:lnSpc>
                <a:spcPct val="100000"/>
              </a:lnSpc>
              <a:spcBef>
                <a:spcPts val="448"/>
              </a:spcBef>
              <a:spcAft>
                <a:spcPts val="0"/>
              </a:spcAft>
              <a:buClrTx/>
              <a:buSzTx/>
              <a:buFont typeface="Arial" pitchFamily="34" charset="0"/>
              <a:buNone/>
              <a:tabLst/>
              <a:defRPr lang="en-US" sz="1867" kern="0" spc="0" dirty="0">
                <a:solidFill>
                  <a:schemeClr val="bg1"/>
                </a:solidFill>
                <a:latin typeface="+mn-lt"/>
                <a:ea typeface="Arial" panose="020B0604020202020204" pitchFamily="34" charset="0"/>
                <a:cs typeface="Arial" panose="020B0604020202020204" pitchFamily="34" charset="0"/>
              </a:defRPr>
            </a:lvl1pPr>
          </a:lstStyle>
          <a:p>
            <a:pPr marL="0" marR="0" lvl="0" indent="0" algn="l" defTabSz="609660" rtl="0" eaLnBrk="1" fontAlgn="auto" latinLnBrk="0" hangingPunct="1">
              <a:lnSpc>
                <a:spcPts val="1600"/>
              </a:lnSpc>
              <a:spcBef>
                <a:spcPct val="20000"/>
              </a:spcBef>
              <a:spcAft>
                <a:spcPts val="0"/>
              </a:spcAft>
              <a:buClrTx/>
              <a:buSzTx/>
              <a:buFont typeface="Arial" pitchFamily="34" charset="0"/>
              <a:buNone/>
              <a:tabLst/>
              <a:defRPr/>
            </a:pPr>
            <a:r>
              <a:rPr lang="en-US"/>
              <a:t>Click to edit subtitle style</a:t>
            </a:r>
            <a:endParaRPr lang="en-US" sz="1250"/>
          </a:p>
        </p:txBody>
      </p:sp>
      <p:sp>
        <p:nvSpPr>
          <p:cNvPr id="8" name="Title 2">
            <a:extLst>
              <a:ext uri="{FF2B5EF4-FFF2-40B4-BE49-F238E27FC236}">
                <a16:creationId xmlns:a16="http://schemas.microsoft.com/office/drawing/2014/main" id="{EEA246D1-021D-3BAA-C255-B653E97AD3DB}"/>
              </a:ext>
            </a:extLst>
          </p:cNvPr>
          <p:cNvSpPr>
            <a:spLocks noGrp="1"/>
          </p:cNvSpPr>
          <p:nvPr>
            <p:ph type="title" hasCustomPrompt="1"/>
          </p:nvPr>
        </p:nvSpPr>
        <p:spPr>
          <a:xfrm>
            <a:off x="427775" y="902396"/>
            <a:ext cx="5571919" cy="1867178"/>
          </a:xfrm>
          <a:prstGeom prst="rect">
            <a:avLst/>
          </a:prstGeom>
          <a:noFill/>
        </p:spPr>
        <p:txBody>
          <a:bodyPr wrap="square" lIns="0" tIns="0" rIns="0" bIns="0" rtlCol="0" anchor="t" anchorCtr="0">
            <a:noAutofit/>
          </a:bodyPr>
          <a:lstStyle>
            <a:lvl1pPr algn="l">
              <a:defRPr lang="en-US" sz="4800" kern="0" spc="-67">
                <a:solidFill>
                  <a:schemeClr val="bg1"/>
                </a:solidFill>
                <a:ea typeface="Suisse Int'l Regular" pitchFamily="34" charset="-122"/>
                <a:cs typeface="Suisse Int'l Italic" panose="020B0504000000000000" pitchFamily="34" charset="-78"/>
              </a:defRPr>
            </a:lvl1pPr>
          </a:lstStyle>
          <a:p>
            <a:pPr marL="0" marR="0" lvl="0" indent="0" algn="l" fontAlgn="auto">
              <a:lnSpc>
                <a:spcPct val="100000"/>
              </a:lnSpc>
              <a:spcBef>
                <a:spcPts val="0"/>
              </a:spcBef>
              <a:spcAft>
                <a:spcPts val="600"/>
              </a:spcAft>
              <a:buClrTx/>
              <a:buSzTx/>
              <a:buFontTx/>
              <a:tabLst/>
            </a:pPr>
            <a:r>
              <a:rPr lang="en-US"/>
              <a:t>Click to edit master title style</a:t>
            </a:r>
          </a:p>
        </p:txBody>
      </p:sp>
    </p:spTree>
    <p:extLst>
      <p:ext uri="{BB962C8B-B14F-4D97-AF65-F5344CB8AC3E}">
        <p14:creationId xmlns:p14="http://schemas.microsoft.com/office/powerpoint/2010/main" val="1833394981"/>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lide / Grey">
    <p:bg>
      <p:bgPr>
        <a:solidFill>
          <a:srgbClr val="E3E3E6"/>
        </a:solidFill>
        <a:effectLst/>
      </p:bgPr>
    </p:bg>
    <p:spTree>
      <p:nvGrpSpPr>
        <p:cNvPr id="1" name=""/>
        <p:cNvGrpSpPr/>
        <p:nvPr/>
      </p:nvGrpSpPr>
      <p:grpSpPr>
        <a:xfrm>
          <a:off x="0" y="0"/>
          <a:ext cx="0" cy="0"/>
          <a:chOff x="0" y="0"/>
          <a:chExt cx="0" cy="0"/>
        </a:xfrm>
      </p:grpSpPr>
      <p:sp>
        <p:nvSpPr>
          <p:cNvPr id="6" name="Text 0">
            <a:extLst>
              <a:ext uri="{FF2B5EF4-FFF2-40B4-BE49-F238E27FC236}">
                <a16:creationId xmlns:a16="http://schemas.microsoft.com/office/drawing/2014/main" id="{0E7E42FF-6253-4F58-C5A7-44E1CBB8CEAA}"/>
              </a:ext>
            </a:extLst>
          </p:cNvPr>
          <p:cNvSpPr>
            <a:spLocks noGrp="1"/>
          </p:cNvSpPr>
          <p:nvPr>
            <p:ph type="body" idx="107" hasCustomPrompt="1"/>
          </p:nvPr>
        </p:nvSpPr>
        <p:spPr>
          <a:xfrm>
            <a:off x="1771650" y="6201583"/>
            <a:ext cx="4228800" cy="188898"/>
          </a:xfrm>
          <a:prstGeom prst="rect">
            <a:avLst/>
          </a:prstGeom>
          <a:noFill/>
          <a:ln/>
        </p:spPr>
        <p:txBody>
          <a:bodyPr wrap="square" lIns="0" tIns="0" rIns="0" bIns="0" rtlCol="0" anchor="b">
            <a:noAutofit/>
          </a:bodyPr>
          <a:lstStyle>
            <a:lvl1pPr marL="0" indent="0" algn="l">
              <a:lnSpc>
                <a:spcPct val="100000"/>
              </a:lnSpc>
              <a:buNone/>
              <a:defRPr lang="en-US" sz="1250" kern="0" spc="0" dirty="0">
                <a:solidFill>
                  <a:schemeClr val="tx1"/>
                </a:solidFill>
                <a:latin typeface="+mn-lt"/>
                <a:ea typeface="Arial" panose="020B0604020202020204" pitchFamily="34" charset="0"/>
                <a:cs typeface="Arial" panose="020B0604020202020204" pitchFamily="34" charset="0"/>
              </a:defRPr>
            </a:lvl1pPr>
          </a:lstStyle>
          <a:p>
            <a:pPr lvl="0"/>
            <a:r>
              <a:rPr lang="en-US" sz="1200"/>
              <a:t>[Speaker Name] • [Subtitle]</a:t>
            </a:r>
            <a:endParaRPr lang="en-US"/>
          </a:p>
        </p:txBody>
      </p:sp>
      <p:pic>
        <p:nvPicPr>
          <p:cNvPr id="13" name="Line 17" descr="preencoded.png">
            <a:extLst>
              <a:ext uri="{FF2B5EF4-FFF2-40B4-BE49-F238E27FC236}">
                <a16:creationId xmlns:a16="http://schemas.microsoft.com/office/drawing/2014/main" id="{C1BA724F-689A-0EFE-2638-7FE0FDE69C04}"/>
              </a:ext>
            </a:extLst>
          </p:cNvPr>
          <p:cNvPicPr>
            <a:picLocks noChangeAspect="1"/>
          </p:cNvPicPr>
          <p:nvPr/>
        </p:nvPicPr>
        <p:blipFill>
          <a:blip r:embed="rId2"/>
          <a:srcRect/>
          <a:stretch/>
        </p:blipFill>
        <p:spPr>
          <a:xfrm>
            <a:off x="1568450" y="6126956"/>
            <a:ext cx="6350" cy="323850"/>
          </a:xfrm>
          <a:prstGeom prst="rect">
            <a:avLst/>
          </a:prstGeom>
        </p:spPr>
      </p:pic>
      <p:pic>
        <p:nvPicPr>
          <p:cNvPr id="14" name="Line 18" descr="preencoded.png">
            <a:extLst>
              <a:ext uri="{FF2B5EF4-FFF2-40B4-BE49-F238E27FC236}">
                <a16:creationId xmlns:a16="http://schemas.microsoft.com/office/drawing/2014/main" id="{69CD9203-B5DB-6E83-B2AA-556AA4178C4C}"/>
              </a:ext>
            </a:extLst>
          </p:cNvPr>
          <p:cNvPicPr preferRelativeResize="0">
            <a:picLocks/>
          </p:cNvPicPr>
          <p:nvPr/>
        </p:nvPicPr>
        <p:blipFill>
          <a:blip r:embed="rId3"/>
          <a:srcRect/>
          <a:stretch/>
        </p:blipFill>
        <p:spPr>
          <a:xfrm>
            <a:off x="406400" y="5835029"/>
            <a:ext cx="6554400" cy="2400"/>
          </a:xfrm>
          <a:prstGeom prst="rect">
            <a:avLst/>
          </a:prstGeom>
        </p:spPr>
      </p:pic>
      <p:pic>
        <p:nvPicPr>
          <p:cNvPr id="15" name="Line 14" descr="preencoded.png">
            <a:extLst>
              <a:ext uri="{FF2B5EF4-FFF2-40B4-BE49-F238E27FC236}">
                <a16:creationId xmlns:a16="http://schemas.microsoft.com/office/drawing/2014/main" id="{C0ED3328-227A-3A38-865E-2787DEFEC84E}"/>
              </a:ext>
            </a:extLst>
          </p:cNvPr>
          <p:cNvPicPr preferRelativeResize="0">
            <a:picLocks/>
          </p:cNvPicPr>
          <p:nvPr/>
        </p:nvPicPr>
        <p:blipFill>
          <a:blip r:embed="rId4"/>
          <a:srcRect/>
          <a:stretch/>
        </p:blipFill>
        <p:spPr>
          <a:xfrm>
            <a:off x="406400" y="698500"/>
            <a:ext cx="6553200" cy="2400"/>
          </a:xfrm>
          <a:prstGeom prst="rect">
            <a:avLst/>
          </a:prstGeom>
        </p:spPr>
      </p:pic>
      <p:pic>
        <p:nvPicPr>
          <p:cNvPr id="9" name="Xebia" descr="preencoded.png">
            <a:extLst>
              <a:ext uri="{FF2B5EF4-FFF2-40B4-BE49-F238E27FC236}">
                <a16:creationId xmlns:a16="http://schemas.microsoft.com/office/drawing/2014/main" id="{84AAA107-768C-F4D8-189F-05CE2EF8CF43}"/>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412750" y="6122265"/>
            <a:ext cx="989856" cy="317501"/>
          </a:xfrm>
          <a:prstGeom prst="rect">
            <a:avLst/>
          </a:prstGeom>
        </p:spPr>
      </p:pic>
      <p:sp>
        <p:nvSpPr>
          <p:cNvPr id="10" name="Picture Placeholder 8">
            <a:extLst>
              <a:ext uri="{FF2B5EF4-FFF2-40B4-BE49-F238E27FC236}">
                <a16:creationId xmlns:a16="http://schemas.microsoft.com/office/drawing/2014/main" id="{8FC3B2CF-7DE5-4E11-6B3F-02E6AF2264C6}"/>
              </a:ext>
            </a:extLst>
          </p:cNvPr>
          <p:cNvSpPr>
            <a:spLocks noGrp="1"/>
          </p:cNvSpPr>
          <p:nvPr>
            <p:ph type="pic" sz="quarter" idx="163"/>
          </p:nvPr>
        </p:nvSpPr>
        <p:spPr>
          <a:xfrm>
            <a:off x="7162798" y="401374"/>
            <a:ext cx="4621786" cy="6049433"/>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rgbClr val="E3E3E6"/>
                </a:solidFill>
              </a:defRPr>
            </a:lvl1pPr>
          </a:lstStyle>
          <a:p>
            <a:pPr marL="0" lvl="0" indent="0">
              <a:buNone/>
            </a:pPr>
            <a:r>
              <a:rPr lang="en-US"/>
              <a:t>Click icon to add picture</a:t>
            </a:r>
          </a:p>
        </p:txBody>
      </p:sp>
      <p:sp>
        <p:nvSpPr>
          <p:cNvPr id="7" name="Text 0">
            <a:extLst>
              <a:ext uri="{FF2B5EF4-FFF2-40B4-BE49-F238E27FC236}">
                <a16:creationId xmlns:a16="http://schemas.microsoft.com/office/drawing/2014/main" id="{1AE33596-EE19-BB0B-9607-613EB113938E}"/>
              </a:ext>
            </a:extLst>
          </p:cNvPr>
          <p:cNvSpPr>
            <a:spLocks noGrp="1"/>
          </p:cNvSpPr>
          <p:nvPr>
            <p:ph type="body" idx="106" hasCustomPrompt="1"/>
          </p:nvPr>
        </p:nvSpPr>
        <p:spPr>
          <a:xfrm>
            <a:off x="406400" y="408054"/>
            <a:ext cx="5572800" cy="232628"/>
          </a:xfrm>
          <a:prstGeom prst="rect">
            <a:avLst/>
          </a:prstGeom>
          <a:noFill/>
          <a:ln/>
        </p:spPr>
        <p:txBody>
          <a:bodyPr wrap="square" lIns="0" tIns="0" rIns="0" bIns="0" rtlCol="0" anchor="t">
            <a:noAutofit/>
          </a:bodyPr>
          <a:lstStyle>
            <a:lvl1pPr marL="0" indent="0" algn="l">
              <a:lnSpc>
                <a:spcPct val="1000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4" name="Speaker">
            <a:extLst>
              <a:ext uri="{FF2B5EF4-FFF2-40B4-BE49-F238E27FC236}">
                <a16:creationId xmlns:a16="http://schemas.microsoft.com/office/drawing/2014/main" id="{46CD3F3A-B980-1457-8D45-BCFC9C84AF97}"/>
              </a:ext>
            </a:extLst>
          </p:cNvPr>
          <p:cNvSpPr>
            <a:spLocks noGrp="1"/>
          </p:cNvSpPr>
          <p:nvPr>
            <p:ph type="body" idx="164" hasCustomPrompt="1"/>
          </p:nvPr>
        </p:nvSpPr>
        <p:spPr>
          <a:xfrm>
            <a:off x="427774" y="3155895"/>
            <a:ext cx="5572800" cy="208390"/>
          </a:xfrm>
          <a:prstGeom prst="rect">
            <a:avLst/>
          </a:prstGeom>
          <a:noFill/>
          <a:ln/>
        </p:spPr>
        <p:txBody>
          <a:bodyPr wrap="square" lIns="0" tIns="0" rIns="0" bIns="0" rtlCol="0" anchor="t" anchorCtr="0">
            <a:noAutofit/>
          </a:bodyPr>
          <a:lstStyle>
            <a:lvl1pPr marL="0" marR="0" indent="0" algn="l" defTabSz="609660" rtl="0" eaLnBrk="1" fontAlgn="auto" latinLnBrk="0" hangingPunct="1">
              <a:lnSpc>
                <a:spcPct val="100000"/>
              </a:lnSpc>
              <a:spcBef>
                <a:spcPts val="448"/>
              </a:spcBef>
              <a:spcAft>
                <a:spcPts val="0"/>
              </a:spcAft>
              <a:buClrTx/>
              <a:buSzTx/>
              <a:buFont typeface="Arial" pitchFamily="34" charset="0"/>
              <a:buNone/>
              <a:tabLst/>
              <a:defRPr lang="en-US" sz="1867" kern="0" spc="0" dirty="0">
                <a:solidFill>
                  <a:schemeClr val="tx1"/>
                </a:solidFill>
                <a:latin typeface="+mn-lt"/>
                <a:ea typeface="Arial" panose="020B0604020202020204" pitchFamily="34" charset="0"/>
                <a:cs typeface="Arial" panose="020B0604020202020204" pitchFamily="34" charset="0"/>
              </a:defRPr>
            </a:lvl1pPr>
          </a:lstStyle>
          <a:p>
            <a:pPr marL="0" marR="0" lvl="0" indent="0" algn="l" defTabSz="609660" rtl="0" eaLnBrk="1" fontAlgn="auto" latinLnBrk="0" hangingPunct="1">
              <a:lnSpc>
                <a:spcPts val="1600"/>
              </a:lnSpc>
              <a:spcBef>
                <a:spcPct val="20000"/>
              </a:spcBef>
              <a:spcAft>
                <a:spcPts val="0"/>
              </a:spcAft>
              <a:buClrTx/>
              <a:buSzTx/>
              <a:buFont typeface="Arial" pitchFamily="34" charset="0"/>
              <a:buNone/>
              <a:tabLst/>
              <a:defRPr/>
            </a:pPr>
            <a:r>
              <a:rPr lang="en-US"/>
              <a:t>Click to edit subtitle style</a:t>
            </a:r>
            <a:endParaRPr lang="en-US" sz="1250"/>
          </a:p>
        </p:txBody>
      </p:sp>
      <p:sp>
        <p:nvSpPr>
          <p:cNvPr id="5" name="Title 2">
            <a:extLst>
              <a:ext uri="{FF2B5EF4-FFF2-40B4-BE49-F238E27FC236}">
                <a16:creationId xmlns:a16="http://schemas.microsoft.com/office/drawing/2014/main" id="{359DF705-40DC-9C9F-F0AF-33B2F4B1DE5A}"/>
              </a:ext>
            </a:extLst>
          </p:cNvPr>
          <p:cNvSpPr>
            <a:spLocks noGrp="1"/>
          </p:cNvSpPr>
          <p:nvPr>
            <p:ph type="title" hasCustomPrompt="1"/>
          </p:nvPr>
        </p:nvSpPr>
        <p:spPr>
          <a:xfrm>
            <a:off x="427775" y="902396"/>
            <a:ext cx="5571919" cy="1641731"/>
          </a:xfrm>
          <a:prstGeom prst="rect">
            <a:avLst/>
          </a:prstGeom>
          <a:noFill/>
        </p:spPr>
        <p:txBody>
          <a:bodyPr wrap="square" lIns="0" tIns="0" rIns="0" bIns="0" rtlCol="0" anchor="t" anchorCtr="0">
            <a:noAutofit/>
          </a:bodyPr>
          <a:lstStyle>
            <a:lvl1pPr algn="l">
              <a:lnSpc>
                <a:spcPct val="100000"/>
              </a:lnSpc>
              <a:defRPr lang="en-US" sz="5334" kern="0" spc="-67">
                <a:solidFill>
                  <a:schemeClr val="tx1"/>
                </a:solidFill>
                <a:ea typeface="Suisse Int'l Regular" pitchFamily="34" charset="-122"/>
                <a:cs typeface="Suisse Int'l Italic" panose="020B0504000000000000" pitchFamily="34" charset="-78"/>
              </a:defRPr>
            </a:lvl1pPr>
          </a:lstStyle>
          <a:p>
            <a:pPr marL="0" marR="0" lvl="0" indent="0" algn="l" fontAlgn="auto">
              <a:lnSpc>
                <a:spcPct val="100000"/>
              </a:lnSpc>
              <a:spcBef>
                <a:spcPts val="0"/>
              </a:spcBef>
              <a:spcAft>
                <a:spcPts val="600"/>
              </a:spcAft>
              <a:buClrTx/>
              <a:buSzTx/>
              <a:buFontTx/>
              <a:tabLst/>
            </a:pPr>
            <a:r>
              <a:rPr lang="en-US"/>
              <a:t>Click to edit master title style</a:t>
            </a:r>
          </a:p>
        </p:txBody>
      </p:sp>
    </p:spTree>
    <p:extLst>
      <p:ext uri="{BB962C8B-B14F-4D97-AF65-F5344CB8AC3E}">
        <p14:creationId xmlns:p14="http://schemas.microsoft.com/office/powerpoint/2010/main" val="1926172902"/>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Slide / White / 2">
    <p:bg>
      <p:bgPr>
        <a:solidFill>
          <a:srgbClr val="FFFFFF"/>
        </a:solidFill>
        <a:effectLst/>
      </p:bgPr>
    </p:bg>
    <p:spTree>
      <p:nvGrpSpPr>
        <p:cNvPr id="1" name=""/>
        <p:cNvGrpSpPr/>
        <p:nvPr/>
      </p:nvGrpSpPr>
      <p:grpSpPr>
        <a:xfrm>
          <a:off x="0" y="0"/>
          <a:ext cx="0" cy="0"/>
          <a:chOff x="0" y="0"/>
          <a:chExt cx="0" cy="0"/>
        </a:xfrm>
      </p:grpSpPr>
      <p:pic>
        <p:nvPicPr>
          <p:cNvPr id="9" name="Xebia" descr="preencoded.png">
            <a:extLst>
              <a:ext uri="{FF2B5EF4-FFF2-40B4-BE49-F238E27FC236}">
                <a16:creationId xmlns:a16="http://schemas.microsoft.com/office/drawing/2014/main" id="{84AAA107-768C-F4D8-189F-05CE2EF8CF43}"/>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0795744" y="404285"/>
            <a:ext cx="989856" cy="317501"/>
          </a:xfrm>
          <a:prstGeom prst="rect">
            <a:avLst/>
          </a:prstGeom>
        </p:spPr>
      </p:pic>
      <p:sp>
        <p:nvSpPr>
          <p:cNvPr id="2" name="Picture Placeholder 8">
            <a:extLst>
              <a:ext uri="{FF2B5EF4-FFF2-40B4-BE49-F238E27FC236}">
                <a16:creationId xmlns:a16="http://schemas.microsoft.com/office/drawing/2014/main" id="{7A7DA457-F60E-7ADD-D94C-379A09560FDA}"/>
              </a:ext>
            </a:extLst>
          </p:cNvPr>
          <p:cNvSpPr>
            <a:spLocks noGrp="1"/>
          </p:cNvSpPr>
          <p:nvPr>
            <p:ph type="pic" sz="quarter" idx="163"/>
          </p:nvPr>
        </p:nvSpPr>
        <p:spPr>
          <a:xfrm>
            <a:off x="2" y="3429000"/>
            <a:ext cx="12191999" cy="3429000"/>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5" name="Title 2">
            <a:extLst>
              <a:ext uri="{FF2B5EF4-FFF2-40B4-BE49-F238E27FC236}">
                <a16:creationId xmlns:a16="http://schemas.microsoft.com/office/drawing/2014/main" id="{186072D0-B754-8BB1-CB74-61B5C5381E09}"/>
              </a:ext>
            </a:extLst>
          </p:cNvPr>
          <p:cNvSpPr>
            <a:spLocks noGrp="1"/>
          </p:cNvSpPr>
          <p:nvPr>
            <p:ph type="title" hasCustomPrompt="1"/>
          </p:nvPr>
        </p:nvSpPr>
        <p:spPr>
          <a:xfrm>
            <a:off x="427774" y="404284"/>
            <a:ext cx="9412609" cy="553998"/>
          </a:xfrm>
          <a:prstGeom prst="rect">
            <a:avLst/>
          </a:prstGeom>
          <a:noFill/>
        </p:spPr>
        <p:txBody>
          <a:bodyPr wrap="square" lIns="0" tIns="0" rIns="0" bIns="0" rtlCol="0" anchor="t" anchorCtr="0">
            <a:noAutofit/>
          </a:bodyPr>
          <a:lstStyle>
            <a:lvl1pPr algn="l">
              <a:lnSpc>
                <a:spcPct val="100000"/>
              </a:lnSpc>
              <a:defRPr lang="en-US" sz="3600" kern="0" spc="-67">
                <a:solidFill>
                  <a:schemeClr val="tx1"/>
                </a:solidFill>
                <a:ea typeface="Suisse Int'l Regular" pitchFamily="34" charset="-122"/>
                <a:cs typeface="Suisse Int'l Italic" panose="020B0504000000000000" pitchFamily="34" charset="-78"/>
              </a:defRPr>
            </a:lvl1pPr>
          </a:lstStyle>
          <a:p>
            <a:pPr marL="0" marR="0" lvl="0" indent="0" algn="l" fontAlgn="auto">
              <a:lnSpc>
                <a:spcPct val="100000"/>
              </a:lnSpc>
              <a:spcBef>
                <a:spcPts val="0"/>
              </a:spcBef>
              <a:spcAft>
                <a:spcPts val="600"/>
              </a:spcAft>
              <a:buClrTx/>
              <a:buSzTx/>
              <a:buFontTx/>
              <a:tabLst/>
            </a:pPr>
            <a:r>
              <a:rPr lang="en-US"/>
              <a:t>Click to edit master title style</a:t>
            </a:r>
          </a:p>
        </p:txBody>
      </p:sp>
      <p:sp>
        <p:nvSpPr>
          <p:cNvPr id="20" name="Text Placeholder 2">
            <a:extLst>
              <a:ext uri="{FF2B5EF4-FFF2-40B4-BE49-F238E27FC236}">
                <a16:creationId xmlns:a16="http://schemas.microsoft.com/office/drawing/2014/main" id="{EC2EEAE8-6DB8-0F7E-51E0-AE27B6ED64AC}"/>
              </a:ext>
            </a:extLst>
          </p:cNvPr>
          <p:cNvSpPr>
            <a:spLocks noGrp="1"/>
          </p:cNvSpPr>
          <p:nvPr>
            <p:ph type="body" sz="quarter" idx="165" hasCustomPrompt="1"/>
          </p:nvPr>
        </p:nvSpPr>
        <p:spPr>
          <a:xfrm>
            <a:off x="405024" y="2892148"/>
            <a:ext cx="2714943" cy="184666"/>
          </a:xfrm>
          <a:prstGeom prst="rect">
            <a:avLst/>
          </a:prstGeom>
        </p:spPr>
        <p:txBody>
          <a:bodyPr lIns="0" tIns="0" rIns="0" bIns="0" anchor="t">
            <a:noAutofit/>
          </a:bodyPr>
          <a:lstStyle>
            <a:lvl1pPr marL="0" indent="0">
              <a:lnSpc>
                <a:spcPct val="100000"/>
              </a:lnSpc>
              <a:buFontTx/>
              <a:buNone/>
              <a:defRPr sz="1200">
                <a:solidFill>
                  <a:schemeClr val="tx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Document date</a:t>
            </a:r>
          </a:p>
        </p:txBody>
      </p:sp>
      <p:sp>
        <p:nvSpPr>
          <p:cNvPr id="21" name="Text Placeholder 2">
            <a:extLst>
              <a:ext uri="{FF2B5EF4-FFF2-40B4-BE49-F238E27FC236}">
                <a16:creationId xmlns:a16="http://schemas.microsoft.com/office/drawing/2014/main" id="{3B6EA89B-9E28-C465-7E13-81F34245049E}"/>
              </a:ext>
            </a:extLst>
          </p:cNvPr>
          <p:cNvSpPr>
            <a:spLocks noGrp="1"/>
          </p:cNvSpPr>
          <p:nvPr>
            <p:ph type="body" sz="quarter" idx="107" hasCustomPrompt="1"/>
          </p:nvPr>
        </p:nvSpPr>
        <p:spPr>
          <a:xfrm>
            <a:off x="3315879" y="2887917"/>
            <a:ext cx="3643721" cy="184666"/>
          </a:xfrm>
          <a:prstGeom prst="rect">
            <a:avLst/>
          </a:prstGeom>
        </p:spPr>
        <p:txBody>
          <a:bodyPr wrap="square" lIns="0" tIns="0" rIns="0" bIns="0" anchor="t">
            <a:noAutofit/>
          </a:bodyPr>
          <a:lstStyle>
            <a:lvl1pPr marL="0" indent="0">
              <a:lnSpc>
                <a:spcPct val="100000"/>
              </a:lnSpc>
              <a:buFontTx/>
              <a:buNone/>
              <a:defRPr sz="1200">
                <a:solidFill>
                  <a:schemeClr val="tx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sz="1200"/>
              <a:t>[Speaker Name] • [Subtitle]</a:t>
            </a:r>
            <a:endParaRPr lang="en-US"/>
          </a:p>
        </p:txBody>
      </p:sp>
      <p:sp>
        <p:nvSpPr>
          <p:cNvPr id="6" name="TextBox 5">
            <a:extLst>
              <a:ext uri="{FF2B5EF4-FFF2-40B4-BE49-F238E27FC236}">
                <a16:creationId xmlns:a16="http://schemas.microsoft.com/office/drawing/2014/main" id="{9BF39E0A-EBBA-FA54-A174-46FCAA7F7C6F}"/>
              </a:ext>
            </a:extLst>
          </p:cNvPr>
          <p:cNvSpPr txBox="1"/>
          <p:nvPr/>
        </p:nvSpPr>
        <p:spPr>
          <a:xfrm>
            <a:off x="405024" y="1253079"/>
            <a:ext cx="6515100" cy="400110"/>
          </a:xfrm>
          <a:prstGeom prst="rect">
            <a:avLst/>
          </a:prstGeom>
          <a:noFill/>
        </p:spPr>
        <p:txBody>
          <a:bodyPr wrap="square" lIns="0" tIns="0" rIns="0" bIns="0">
            <a:noAutofit/>
          </a:bodyPr>
          <a:lstStyle/>
          <a:p>
            <a:pPr marL="0" marR="0" lvl="0" indent="0" algn="l" defTabSz="609660" rtl="0" eaLnBrk="1" fontAlgn="auto" latinLnBrk="0" hangingPunct="1">
              <a:lnSpc>
                <a:spcPct val="100000"/>
              </a:lnSpc>
              <a:spcBef>
                <a:spcPct val="20000"/>
              </a:spcBef>
              <a:spcAft>
                <a:spcPts val="0"/>
              </a:spcAft>
              <a:buClrTx/>
              <a:buSzTx/>
              <a:buFont typeface="Arial" pitchFamily="34" charset="0"/>
              <a:buNone/>
              <a:tabLst/>
              <a:defRPr/>
            </a:pPr>
            <a:r>
              <a:rPr lang="en-US" sz="2000"/>
              <a:t>Click to edit subtitle style</a:t>
            </a:r>
          </a:p>
        </p:txBody>
      </p:sp>
    </p:spTree>
    <p:extLst>
      <p:ext uri="{BB962C8B-B14F-4D97-AF65-F5344CB8AC3E}">
        <p14:creationId xmlns:p14="http://schemas.microsoft.com/office/powerpoint/2010/main" val="1911759127"/>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Slide / Dark / 2">
    <p:bg>
      <p:bgPr>
        <a:solidFill>
          <a:srgbClr val="140025"/>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7A7DA457-F60E-7ADD-D94C-379A09560FDA}"/>
              </a:ext>
            </a:extLst>
          </p:cNvPr>
          <p:cNvSpPr>
            <a:spLocks noGrp="1"/>
          </p:cNvSpPr>
          <p:nvPr>
            <p:ph type="pic" sz="quarter" idx="163"/>
          </p:nvPr>
        </p:nvSpPr>
        <p:spPr>
          <a:xfrm>
            <a:off x="2" y="3429000"/>
            <a:ext cx="12191999" cy="3429000"/>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pic>
        <p:nvPicPr>
          <p:cNvPr id="9" name="Xebia" descr="preencoded.png">
            <a:extLst>
              <a:ext uri="{FF2B5EF4-FFF2-40B4-BE49-F238E27FC236}">
                <a16:creationId xmlns:a16="http://schemas.microsoft.com/office/drawing/2014/main" id="{84AAA107-768C-F4D8-189F-05CE2EF8CF43}"/>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0795744" y="404285"/>
            <a:ext cx="989856" cy="317501"/>
          </a:xfrm>
          <a:prstGeom prst="rect">
            <a:avLst/>
          </a:prstGeom>
        </p:spPr>
      </p:pic>
      <p:sp>
        <p:nvSpPr>
          <p:cNvPr id="6" name="Title 2">
            <a:extLst>
              <a:ext uri="{FF2B5EF4-FFF2-40B4-BE49-F238E27FC236}">
                <a16:creationId xmlns:a16="http://schemas.microsoft.com/office/drawing/2014/main" id="{07E3C7DC-F410-760B-17FB-C4F28D4CE7C2}"/>
              </a:ext>
            </a:extLst>
          </p:cNvPr>
          <p:cNvSpPr>
            <a:spLocks noGrp="1"/>
          </p:cNvSpPr>
          <p:nvPr>
            <p:ph type="title" hasCustomPrompt="1"/>
          </p:nvPr>
        </p:nvSpPr>
        <p:spPr>
          <a:xfrm>
            <a:off x="427774" y="404284"/>
            <a:ext cx="9412609" cy="553998"/>
          </a:xfrm>
          <a:prstGeom prst="rect">
            <a:avLst/>
          </a:prstGeom>
          <a:noFill/>
        </p:spPr>
        <p:txBody>
          <a:bodyPr wrap="square" lIns="0" tIns="0" rIns="0" bIns="0" rtlCol="0" anchor="t" anchorCtr="0">
            <a:noAutofit/>
          </a:bodyPr>
          <a:lstStyle>
            <a:lvl1pPr algn="l">
              <a:lnSpc>
                <a:spcPct val="100000"/>
              </a:lnSpc>
              <a:defRPr lang="en-US" sz="3600" kern="0" spc="-67">
                <a:solidFill>
                  <a:schemeClr val="bg1"/>
                </a:solidFill>
                <a:ea typeface="Suisse Int'l Regular" pitchFamily="34" charset="-122"/>
                <a:cs typeface="Suisse Int'l Italic" panose="020B0504000000000000" pitchFamily="34" charset="-78"/>
              </a:defRPr>
            </a:lvl1pPr>
          </a:lstStyle>
          <a:p>
            <a:pPr marL="0" marR="0" lvl="0" indent="0" algn="l" fontAlgn="auto">
              <a:lnSpc>
                <a:spcPct val="100000"/>
              </a:lnSpc>
              <a:spcBef>
                <a:spcPts val="0"/>
              </a:spcBef>
              <a:spcAft>
                <a:spcPts val="600"/>
              </a:spcAft>
              <a:buClrTx/>
              <a:buSzTx/>
              <a:buFontTx/>
              <a:tabLst/>
            </a:pPr>
            <a:r>
              <a:rPr lang="en-US"/>
              <a:t>Click to edit master title style</a:t>
            </a:r>
          </a:p>
        </p:txBody>
      </p:sp>
      <p:sp>
        <p:nvSpPr>
          <p:cNvPr id="5" name="Text Placeholder 2">
            <a:extLst>
              <a:ext uri="{FF2B5EF4-FFF2-40B4-BE49-F238E27FC236}">
                <a16:creationId xmlns:a16="http://schemas.microsoft.com/office/drawing/2014/main" id="{CA707499-D7CF-8DEF-24E9-98AAD50C815A}"/>
              </a:ext>
            </a:extLst>
          </p:cNvPr>
          <p:cNvSpPr>
            <a:spLocks noGrp="1"/>
          </p:cNvSpPr>
          <p:nvPr>
            <p:ph type="body" sz="quarter" idx="165" hasCustomPrompt="1"/>
          </p:nvPr>
        </p:nvSpPr>
        <p:spPr>
          <a:xfrm>
            <a:off x="405024" y="2892148"/>
            <a:ext cx="2714943" cy="184666"/>
          </a:xfrm>
          <a:prstGeom prst="rect">
            <a:avLst/>
          </a:prstGeom>
        </p:spPr>
        <p:txBody>
          <a:bodyPr lIns="0" tIns="0" rIns="0" bIns="0" anchor="t">
            <a:noAutofit/>
          </a:bodyPr>
          <a:lstStyle>
            <a:lvl1pPr marL="0" indent="0">
              <a:lnSpc>
                <a:spcPct val="100000"/>
              </a:lnSpc>
              <a:buFontTx/>
              <a:buNone/>
              <a:defRPr sz="1200">
                <a:solidFill>
                  <a:schemeClr val="bg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Document date</a:t>
            </a:r>
          </a:p>
        </p:txBody>
      </p:sp>
      <p:sp>
        <p:nvSpPr>
          <p:cNvPr id="8" name="Text Placeholder 2">
            <a:extLst>
              <a:ext uri="{FF2B5EF4-FFF2-40B4-BE49-F238E27FC236}">
                <a16:creationId xmlns:a16="http://schemas.microsoft.com/office/drawing/2014/main" id="{DBF94115-D5C7-433B-4388-8D19106EAEB2}"/>
              </a:ext>
            </a:extLst>
          </p:cNvPr>
          <p:cNvSpPr>
            <a:spLocks noGrp="1"/>
          </p:cNvSpPr>
          <p:nvPr>
            <p:ph type="body" sz="quarter" idx="107" hasCustomPrompt="1"/>
          </p:nvPr>
        </p:nvSpPr>
        <p:spPr>
          <a:xfrm>
            <a:off x="3315879" y="2887917"/>
            <a:ext cx="3643721" cy="184666"/>
          </a:xfrm>
          <a:prstGeom prst="rect">
            <a:avLst/>
          </a:prstGeom>
        </p:spPr>
        <p:txBody>
          <a:bodyPr wrap="square" lIns="0" tIns="0" rIns="0" bIns="0" anchor="t">
            <a:noAutofit/>
          </a:bodyPr>
          <a:lstStyle>
            <a:lvl1pPr marL="0" indent="0">
              <a:lnSpc>
                <a:spcPct val="100000"/>
              </a:lnSpc>
              <a:buFontTx/>
              <a:buNone/>
              <a:defRPr sz="1200">
                <a:solidFill>
                  <a:schemeClr val="bg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sz="1200"/>
              <a:t>[Speaker Name] • [Subtitle]</a:t>
            </a:r>
            <a:endParaRPr lang="en-US"/>
          </a:p>
        </p:txBody>
      </p:sp>
      <p:sp>
        <p:nvSpPr>
          <p:cNvPr id="3" name="TextBox 2">
            <a:extLst>
              <a:ext uri="{FF2B5EF4-FFF2-40B4-BE49-F238E27FC236}">
                <a16:creationId xmlns:a16="http://schemas.microsoft.com/office/drawing/2014/main" id="{627B29E8-10DF-BC69-F33E-86016ACBBBA1}"/>
              </a:ext>
            </a:extLst>
          </p:cNvPr>
          <p:cNvSpPr txBox="1"/>
          <p:nvPr/>
        </p:nvSpPr>
        <p:spPr>
          <a:xfrm>
            <a:off x="405024" y="1253079"/>
            <a:ext cx="6515100" cy="400110"/>
          </a:xfrm>
          <a:prstGeom prst="rect">
            <a:avLst/>
          </a:prstGeom>
          <a:noFill/>
        </p:spPr>
        <p:txBody>
          <a:bodyPr wrap="square" lIns="0" tIns="0" rIns="0" bIns="0">
            <a:noAutofit/>
          </a:bodyPr>
          <a:lstStyle/>
          <a:p>
            <a:pPr marL="0" marR="0" lvl="0" indent="0" algn="l" defTabSz="609660" rtl="0" eaLnBrk="1" fontAlgn="auto" latinLnBrk="0" hangingPunct="1">
              <a:lnSpc>
                <a:spcPct val="100000"/>
              </a:lnSpc>
              <a:spcBef>
                <a:spcPct val="20000"/>
              </a:spcBef>
              <a:spcAft>
                <a:spcPts val="0"/>
              </a:spcAft>
              <a:buClrTx/>
              <a:buSzTx/>
              <a:buFont typeface="Arial" pitchFamily="34" charset="0"/>
              <a:buNone/>
              <a:tabLst/>
              <a:defRPr/>
            </a:pPr>
            <a:r>
              <a:rPr lang="en-US" sz="2000">
                <a:solidFill>
                  <a:schemeClr val="bg1"/>
                </a:solidFill>
              </a:rPr>
              <a:t>Click to edit subtitle style</a:t>
            </a:r>
          </a:p>
        </p:txBody>
      </p:sp>
    </p:spTree>
    <p:extLst>
      <p:ext uri="{BB962C8B-B14F-4D97-AF65-F5344CB8AC3E}">
        <p14:creationId xmlns:p14="http://schemas.microsoft.com/office/powerpoint/2010/main" val="455722315"/>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Slide / Grey / 2">
    <p:bg>
      <p:bgPr>
        <a:solidFill>
          <a:srgbClr val="E2E3E6"/>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7A7DA457-F60E-7ADD-D94C-379A09560FDA}"/>
              </a:ext>
            </a:extLst>
          </p:cNvPr>
          <p:cNvSpPr>
            <a:spLocks noGrp="1"/>
          </p:cNvSpPr>
          <p:nvPr>
            <p:ph type="pic" sz="quarter" idx="163"/>
          </p:nvPr>
        </p:nvSpPr>
        <p:spPr>
          <a:xfrm>
            <a:off x="2" y="3429000"/>
            <a:ext cx="12191999" cy="3429000"/>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pic>
        <p:nvPicPr>
          <p:cNvPr id="9" name="Xebia" descr="preencoded.png">
            <a:extLst>
              <a:ext uri="{FF2B5EF4-FFF2-40B4-BE49-F238E27FC236}">
                <a16:creationId xmlns:a16="http://schemas.microsoft.com/office/drawing/2014/main" id="{84AAA107-768C-F4D8-189F-05CE2EF8CF43}"/>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0795744" y="404285"/>
            <a:ext cx="989856" cy="317501"/>
          </a:xfrm>
          <a:prstGeom prst="rect">
            <a:avLst/>
          </a:prstGeom>
        </p:spPr>
      </p:pic>
      <p:sp>
        <p:nvSpPr>
          <p:cNvPr id="3" name="Text Placeholder 2">
            <a:extLst>
              <a:ext uri="{FF2B5EF4-FFF2-40B4-BE49-F238E27FC236}">
                <a16:creationId xmlns:a16="http://schemas.microsoft.com/office/drawing/2014/main" id="{462A0814-62B1-DA7F-6BB7-4BA65A5D2148}"/>
              </a:ext>
            </a:extLst>
          </p:cNvPr>
          <p:cNvSpPr>
            <a:spLocks noGrp="1"/>
          </p:cNvSpPr>
          <p:nvPr>
            <p:ph type="body" sz="quarter" idx="165" hasCustomPrompt="1"/>
          </p:nvPr>
        </p:nvSpPr>
        <p:spPr>
          <a:xfrm>
            <a:off x="405024" y="2892148"/>
            <a:ext cx="2714943" cy="184666"/>
          </a:xfrm>
          <a:prstGeom prst="rect">
            <a:avLst/>
          </a:prstGeom>
        </p:spPr>
        <p:txBody>
          <a:bodyPr lIns="0" tIns="0" rIns="0" bIns="0" anchor="t">
            <a:noAutofit/>
          </a:bodyPr>
          <a:lstStyle>
            <a:lvl1pPr marL="0" indent="0">
              <a:lnSpc>
                <a:spcPct val="100000"/>
              </a:lnSpc>
              <a:buFontTx/>
              <a:buNone/>
              <a:defRPr sz="1200">
                <a:solidFill>
                  <a:schemeClr val="tx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Document date</a:t>
            </a:r>
          </a:p>
        </p:txBody>
      </p:sp>
      <p:sp>
        <p:nvSpPr>
          <p:cNvPr id="7" name="Text Placeholder 2">
            <a:extLst>
              <a:ext uri="{FF2B5EF4-FFF2-40B4-BE49-F238E27FC236}">
                <a16:creationId xmlns:a16="http://schemas.microsoft.com/office/drawing/2014/main" id="{BDC3FB56-6584-0FC9-EE1A-46C33D22311F}"/>
              </a:ext>
            </a:extLst>
          </p:cNvPr>
          <p:cNvSpPr>
            <a:spLocks noGrp="1"/>
          </p:cNvSpPr>
          <p:nvPr>
            <p:ph type="body" sz="quarter" idx="107" hasCustomPrompt="1"/>
          </p:nvPr>
        </p:nvSpPr>
        <p:spPr>
          <a:xfrm>
            <a:off x="3315879" y="2887917"/>
            <a:ext cx="3643721" cy="184666"/>
          </a:xfrm>
          <a:prstGeom prst="rect">
            <a:avLst/>
          </a:prstGeom>
        </p:spPr>
        <p:txBody>
          <a:bodyPr wrap="square" lIns="0" tIns="0" rIns="0" bIns="0" anchor="t">
            <a:noAutofit/>
          </a:bodyPr>
          <a:lstStyle>
            <a:lvl1pPr marL="0" indent="0">
              <a:lnSpc>
                <a:spcPct val="100000"/>
              </a:lnSpc>
              <a:buFontTx/>
              <a:buNone/>
              <a:defRPr sz="1200">
                <a:solidFill>
                  <a:schemeClr val="tx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sz="1200"/>
              <a:t>[Speaker Name] • [Subtitle]</a:t>
            </a:r>
            <a:endParaRPr lang="en-US"/>
          </a:p>
        </p:txBody>
      </p:sp>
      <p:sp>
        <p:nvSpPr>
          <p:cNvPr id="6" name="Title 2">
            <a:extLst>
              <a:ext uri="{FF2B5EF4-FFF2-40B4-BE49-F238E27FC236}">
                <a16:creationId xmlns:a16="http://schemas.microsoft.com/office/drawing/2014/main" id="{07E3C7DC-F410-760B-17FB-C4F28D4CE7C2}"/>
              </a:ext>
            </a:extLst>
          </p:cNvPr>
          <p:cNvSpPr>
            <a:spLocks noGrp="1"/>
          </p:cNvSpPr>
          <p:nvPr>
            <p:ph type="title" hasCustomPrompt="1"/>
          </p:nvPr>
        </p:nvSpPr>
        <p:spPr>
          <a:xfrm>
            <a:off x="427774" y="404284"/>
            <a:ext cx="9412609" cy="553998"/>
          </a:xfrm>
          <a:prstGeom prst="rect">
            <a:avLst/>
          </a:prstGeom>
          <a:noFill/>
        </p:spPr>
        <p:txBody>
          <a:bodyPr wrap="square" lIns="0" tIns="0" rIns="0" bIns="0" rtlCol="0" anchor="t" anchorCtr="0">
            <a:noAutofit/>
          </a:bodyPr>
          <a:lstStyle>
            <a:lvl1pPr algn="l">
              <a:lnSpc>
                <a:spcPct val="100000"/>
              </a:lnSpc>
              <a:defRPr lang="en-US" sz="3600" kern="0" spc="-67">
                <a:solidFill>
                  <a:schemeClr val="tx1"/>
                </a:solidFill>
                <a:ea typeface="Suisse Int'l Regular" pitchFamily="34" charset="-122"/>
                <a:cs typeface="Suisse Int'l Italic" panose="020B0504000000000000" pitchFamily="34" charset="-78"/>
              </a:defRPr>
            </a:lvl1pPr>
          </a:lstStyle>
          <a:p>
            <a:pPr marL="0" marR="0" lvl="0" indent="0" algn="l" fontAlgn="auto">
              <a:lnSpc>
                <a:spcPct val="100000"/>
              </a:lnSpc>
              <a:spcBef>
                <a:spcPts val="0"/>
              </a:spcBef>
              <a:spcAft>
                <a:spcPts val="600"/>
              </a:spcAft>
              <a:buClrTx/>
              <a:buSzTx/>
              <a:buFontTx/>
              <a:tabLst/>
            </a:pPr>
            <a:r>
              <a:rPr lang="en-US"/>
              <a:t>Click to edit master title style</a:t>
            </a:r>
          </a:p>
        </p:txBody>
      </p:sp>
      <p:sp>
        <p:nvSpPr>
          <p:cNvPr id="5" name="TextBox 4">
            <a:extLst>
              <a:ext uri="{FF2B5EF4-FFF2-40B4-BE49-F238E27FC236}">
                <a16:creationId xmlns:a16="http://schemas.microsoft.com/office/drawing/2014/main" id="{DBD6D70B-E347-A688-19D4-F9DD324B70A4}"/>
              </a:ext>
            </a:extLst>
          </p:cNvPr>
          <p:cNvSpPr txBox="1"/>
          <p:nvPr/>
        </p:nvSpPr>
        <p:spPr>
          <a:xfrm>
            <a:off x="405024" y="1253079"/>
            <a:ext cx="6515100" cy="400110"/>
          </a:xfrm>
          <a:prstGeom prst="rect">
            <a:avLst/>
          </a:prstGeom>
          <a:noFill/>
        </p:spPr>
        <p:txBody>
          <a:bodyPr wrap="square" lIns="0" tIns="0" rIns="0" bIns="0">
            <a:noAutofit/>
          </a:bodyPr>
          <a:lstStyle/>
          <a:p>
            <a:pPr marL="0" marR="0" lvl="0" indent="0" algn="l" defTabSz="609660" rtl="0" eaLnBrk="1" fontAlgn="auto" latinLnBrk="0" hangingPunct="1">
              <a:lnSpc>
                <a:spcPct val="100000"/>
              </a:lnSpc>
              <a:spcBef>
                <a:spcPct val="20000"/>
              </a:spcBef>
              <a:spcAft>
                <a:spcPts val="0"/>
              </a:spcAft>
              <a:buClrTx/>
              <a:buSzTx/>
              <a:buFont typeface="Arial" pitchFamily="34" charset="0"/>
              <a:buNone/>
              <a:tabLst/>
              <a:defRPr/>
            </a:pPr>
            <a:r>
              <a:rPr lang="en-US" sz="2000"/>
              <a:t>Click to edit subtitle style</a:t>
            </a:r>
          </a:p>
        </p:txBody>
      </p:sp>
    </p:spTree>
    <p:extLst>
      <p:ext uri="{BB962C8B-B14F-4D97-AF65-F5344CB8AC3E}">
        <p14:creationId xmlns:p14="http://schemas.microsoft.com/office/powerpoint/2010/main" val="2574244993"/>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Slide / Bg Image">
    <p:bg>
      <p:bgPr>
        <a:solidFill>
          <a:srgbClr val="150027"/>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F2150356-262F-AFDD-8929-CBA20B753EE7}"/>
              </a:ext>
            </a:extLst>
          </p:cNvPr>
          <p:cNvSpPr>
            <a:spLocks noGrp="1"/>
          </p:cNvSpPr>
          <p:nvPr>
            <p:ph type="pic" sz="quarter" idx="167"/>
          </p:nvPr>
        </p:nvSpPr>
        <p:spPr>
          <a:xfrm>
            <a:off x="0" y="5926"/>
            <a:ext cx="12192000" cy="6852075"/>
          </a:xfrm>
          <a:prstGeom prst="rect">
            <a:avLst/>
          </a:prstGeom>
        </p:spPr>
        <p:txBody>
          <a:bodyPr/>
          <a:lstStyle/>
          <a:p>
            <a:r>
              <a:rPr lang="en-US"/>
              <a:t>Click icon to add picture</a:t>
            </a:r>
          </a:p>
        </p:txBody>
      </p:sp>
      <p:sp>
        <p:nvSpPr>
          <p:cNvPr id="9" name="Text Placeholder 2">
            <a:extLst>
              <a:ext uri="{FF2B5EF4-FFF2-40B4-BE49-F238E27FC236}">
                <a16:creationId xmlns:a16="http://schemas.microsoft.com/office/drawing/2014/main" id="{A0CE2A37-33BC-9DED-AEAD-6BCF2986DE53}"/>
              </a:ext>
            </a:extLst>
          </p:cNvPr>
          <p:cNvSpPr>
            <a:spLocks noGrp="1"/>
          </p:cNvSpPr>
          <p:nvPr>
            <p:ph type="body" sz="quarter" idx="106" hasCustomPrompt="1"/>
          </p:nvPr>
        </p:nvSpPr>
        <p:spPr>
          <a:xfrm>
            <a:off x="405024" y="6254374"/>
            <a:ext cx="2714943" cy="184666"/>
          </a:xfrm>
          <a:prstGeom prst="rect">
            <a:avLst/>
          </a:prstGeom>
        </p:spPr>
        <p:txBody>
          <a:bodyPr lIns="0" tIns="0" rIns="0" bIns="0" anchor="t">
            <a:noAutofit/>
          </a:bodyPr>
          <a:lstStyle>
            <a:lvl1pPr marL="0" indent="0">
              <a:lnSpc>
                <a:spcPct val="100000"/>
              </a:lnSpc>
              <a:buFontTx/>
              <a:buNone/>
              <a:defRPr sz="1200">
                <a:solidFill>
                  <a:schemeClr val="bg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[DD/MM/YYYY] • [Presentation Title]</a:t>
            </a:r>
          </a:p>
        </p:txBody>
      </p:sp>
      <p:sp>
        <p:nvSpPr>
          <p:cNvPr id="10" name="Text Placeholder 2">
            <a:extLst>
              <a:ext uri="{FF2B5EF4-FFF2-40B4-BE49-F238E27FC236}">
                <a16:creationId xmlns:a16="http://schemas.microsoft.com/office/drawing/2014/main" id="{C7B45B88-22ED-82C2-D847-C963DD495A79}"/>
              </a:ext>
            </a:extLst>
          </p:cNvPr>
          <p:cNvSpPr>
            <a:spLocks noGrp="1"/>
          </p:cNvSpPr>
          <p:nvPr>
            <p:ph type="body" sz="quarter" idx="107" hasCustomPrompt="1"/>
          </p:nvPr>
        </p:nvSpPr>
        <p:spPr>
          <a:xfrm>
            <a:off x="3315879" y="6250143"/>
            <a:ext cx="7485600" cy="184666"/>
          </a:xfrm>
          <a:prstGeom prst="rect">
            <a:avLst/>
          </a:prstGeom>
        </p:spPr>
        <p:txBody>
          <a:bodyPr wrap="square" lIns="0" tIns="0" rIns="0" bIns="0" anchor="t">
            <a:noAutofit/>
          </a:bodyPr>
          <a:lstStyle>
            <a:lvl1pPr marL="0" indent="0">
              <a:lnSpc>
                <a:spcPct val="100000"/>
              </a:lnSpc>
              <a:buFontTx/>
              <a:buNone/>
              <a:defRPr sz="1200">
                <a:solidFill>
                  <a:schemeClr val="bg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sz="1200"/>
              <a:t>[Speaker Name] • [Subtitle]</a:t>
            </a:r>
            <a:endParaRPr lang="en-US"/>
          </a:p>
        </p:txBody>
      </p:sp>
      <p:sp>
        <p:nvSpPr>
          <p:cNvPr id="5" name="Speaker">
            <a:extLst>
              <a:ext uri="{FF2B5EF4-FFF2-40B4-BE49-F238E27FC236}">
                <a16:creationId xmlns:a16="http://schemas.microsoft.com/office/drawing/2014/main" id="{FA60466D-2030-69DD-3815-B97307555612}"/>
              </a:ext>
            </a:extLst>
          </p:cNvPr>
          <p:cNvSpPr>
            <a:spLocks noGrp="1"/>
          </p:cNvSpPr>
          <p:nvPr>
            <p:ph type="body" idx="166" hasCustomPrompt="1"/>
          </p:nvPr>
        </p:nvSpPr>
        <p:spPr>
          <a:xfrm>
            <a:off x="3315879" y="3009556"/>
            <a:ext cx="7484720" cy="208390"/>
          </a:xfrm>
          <a:prstGeom prst="rect">
            <a:avLst/>
          </a:prstGeom>
          <a:noFill/>
          <a:ln/>
        </p:spPr>
        <p:txBody>
          <a:bodyPr wrap="square" lIns="0" tIns="0" rIns="0" bIns="0" rtlCol="0" anchor="t" anchorCtr="0">
            <a:noAutofit/>
          </a:bodyPr>
          <a:lstStyle>
            <a:lvl1pPr marL="0" marR="0" indent="0" algn="l" defTabSz="609660" rtl="0" eaLnBrk="1" fontAlgn="auto" latinLnBrk="0" hangingPunct="1">
              <a:lnSpc>
                <a:spcPct val="100000"/>
              </a:lnSpc>
              <a:spcBef>
                <a:spcPts val="448"/>
              </a:spcBef>
              <a:spcAft>
                <a:spcPts val="0"/>
              </a:spcAft>
              <a:buClrTx/>
              <a:buSzTx/>
              <a:buFont typeface="Arial" pitchFamily="34" charset="0"/>
              <a:buNone/>
              <a:tabLst/>
              <a:defRPr lang="en-US" sz="1867" kern="0" spc="0" dirty="0">
                <a:solidFill>
                  <a:schemeClr val="bg1"/>
                </a:solidFill>
                <a:latin typeface="+mn-lt"/>
                <a:ea typeface="Arial" panose="020B0604020202020204" pitchFamily="34" charset="0"/>
                <a:cs typeface="Arial" panose="020B0604020202020204" pitchFamily="34" charset="0"/>
              </a:defRPr>
            </a:lvl1pPr>
          </a:lstStyle>
          <a:p>
            <a:pPr marL="0" marR="0" lvl="0" indent="0" algn="l" defTabSz="609660" rtl="0" eaLnBrk="1" fontAlgn="auto" latinLnBrk="0" hangingPunct="1">
              <a:lnSpc>
                <a:spcPts val="1600"/>
              </a:lnSpc>
              <a:spcBef>
                <a:spcPct val="20000"/>
              </a:spcBef>
              <a:spcAft>
                <a:spcPts val="0"/>
              </a:spcAft>
              <a:buClrTx/>
              <a:buSzTx/>
              <a:buFont typeface="Arial" pitchFamily="34" charset="0"/>
              <a:buNone/>
              <a:tabLst/>
              <a:defRPr/>
            </a:pPr>
            <a:r>
              <a:rPr lang="en-US"/>
              <a:t>Click to edit subtitle style</a:t>
            </a:r>
            <a:endParaRPr lang="en-US" sz="1250"/>
          </a:p>
        </p:txBody>
      </p:sp>
      <p:sp>
        <p:nvSpPr>
          <p:cNvPr id="11" name="Title 2">
            <a:extLst>
              <a:ext uri="{FF2B5EF4-FFF2-40B4-BE49-F238E27FC236}">
                <a16:creationId xmlns:a16="http://schemas.microsoft.com/office/drawing/2014/main" id="{F59F92EF-6728-8187-4556-00210CD0B569}"/>
              </a:ext>
            </a:extLst>
          </p:cNvPr>
          <p:cNvSpPr>
            <a:spLocks noGrp="1"/>
          </p:cNvSpPr>
          <p:nvPr>
            <p:ph type="title" hasCustomPrompt="1"/>
          </p:nvPr>
        </p:nvSpPr>
        <p:spPr>
          <a:xfrm>
            <a:off x="3316759" y="902396"/>
            <a:ext cx="7484720" cy="738664"/>
          </a:xfrm>
          <a:prstGeom prst="rect">
            <a:avLst/>
          </a:prstGeom>
          <a:noFill/>
        </p:spPr>
        <p:txBody>
          <a:bodyPr wrap="square" lIns="0" tIns="0" rIns="0" bIns="0" rtlCol="0" anchor="t" anchorCtr="0">
            <a:noAutofit/>
          </a:bodyPr>
          <a:lstStyle>
            <a:lvl1pPr algn="l">
              <a:lnSpc>
                <a:spcPct val="100000"/>
              </a:lnSpc>
              <a:defRPr lang="en-US" sz="4800" kern="0" spc="-67">
                <a:solidFill>
                  <a:schemeClr val="bg1"/>
                </a:solidFill>
                <a:ea typeface="Suisse Int'l Regular" pitchFamily="34" charset="-122"/>
                <a:cs typeface="Suisse Int'l Italic" panose="020B0504000000000000" pitchFamily="34" charset="-78"/>
              </a:defRPr>
            </a:lvl1pPr>
          </a:lstStyle>
          <a:p>
            <a:pPr marL="0" marR="0" lvl="0" indent="0" algn="l" fontAlgn="auto">
              <a:lnSpc>
                <a:spcPct val="100000"/>
              </a:lnSpc>
              <a:spcBef>
                <a:spcPts val="0"/>
              </a:spcBef>
              <a:spcAft>
                <a:spcPts val="600"/>
              </a:spcAft>
              <a:buClrTx/>
              <a:buSzTx/>
              <a:buFontTx/>
              <a:tabLst/>
            </a:pPr>
            <a:r>
              <a:rPr lang="en-US"/>
              <a:t>Click to edit master title style</a:t>
            </a:r>
          </a:p>
        </p:txBody>
      </p:sp>
      <p:sp>
        <p:nvSpPr>
          <p:cNvPr id="25" name="Picture Placeholder 22">
            <a:extLst>
              <a:ext uri="{FF2B5EF4-FFF2-40B4-BE49-F238E27FC236}">
                <a16:creationId xmlns:a16="http://schemas.microsoft.com/office/drawing/2014/main" id="{81E0B411-E1FA-2099-FB42-BF8897838E23}"/>
              </a:ext>
            </a:extLst>
          </p:cNvPr>
          <p:cNvSpPr>
            <a:spLocks noGrp="1"/>
          </p:cNvSpPr>
          <p:nvPr>
            <p:ph type="pic" sz="quarter" idx="168"/>
          </p:nvPr>
        </p:nvSpPr>
        <p:spPr>
          <a:xfrm>
            <a:off x="405024" y="394552"/>
            <a:ext cx="989856" cy="327233"/>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sz="600"/>
            </a:lvl1pPr>
          </a:lstStyle>
          <a:p>
            <a:r>
              <a:rPr lang="en-US"/>
              <a:t>Click icon to add picture</a:t>
            </a:r>
          </a:p>
        </p:txBody>
      </p:sp>
    </p:spTree>
    <p:extLst>
      <p:ext uri="{BB962C8B-B14F-4D97-AF65-F5344CB8AC3E}">
        <p14:creationId xmlns:p14="http://schemas.microsoft.com/office/powerpoint/2010/main" val="32503750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ond Titles">
    <p:bg>
      <p:bgPr>
        <a:solidFill>
          <a:schemeClr val="accent2"/>
        </a:solidFill>
        <a:effectLst/>
      </p:bgPr>
    </p:bg>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CEABDB6F-69DE-6736-AEFC-DB6AFA212DDD}"/>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B55D9570-D3FC-6D43-AC32-D988B1849109}" type="slidenum">
              <a:rPr lang="en-PL" smtClean="0"/>
              <a:pPr/>
              <a:t>‹#›</a:t>
            </a:fld>
            <a:endParaRPr lang="en-PL"/>
          </a:p>
        </p:txBody>
      </p:sp>
      <p:sp>
        <p:nvSpPr>
          <p:cNvPr id="6" name="Symbol zastępczy stopki 1">
            <a:extLst>
              <a:ext uri="{FF2B5EF4-FFF2-40B4-BE49-F238E27FC236}">
                <a16:creationId xmlns:a16="http://schemas.microsoft.com/office/drawing/2014/main" id="{2708574E-B307-DD8F-EBFD-0F03215A914C}"/>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9" name="TextBox 8">
            <a:extLst>
              <a:ext uri="{FF2B5EF4-FFF2-40B4-BE49-F238E27FC236}">
                <a16:creationId xmlns:a16="http://schemas.microsoft.com/office/drawing/2014/main" id="{326E19FE-7547-AB77-5CDF-1985B83C9140}"/>
              </a:ext>
            </a:extLst>
          </p:cNvPr>
          <p:cNvSpPr txBox="1"/>
          <p:nvPr/>
        </p:nvSpPr>
        <p:spPr>
          <a:xfrm>
            <a:off x="406402" y="4690191"/>
            <a:ext cx="9319489" cy="1354217"/>
          </a:xfrm>
          <a:prstGeom prst="rect">
            <a:avLst/>
          </a:prstGeom>
          <a:noFill/>
        </p:spPr>
        <p:txBody>
          <a:bodyPr wrap="square" lIns="0" tIns="0" rIns="0" bIns="0" rtlCol="0" anchor="t" anchorCtr="0">
            <a:noAutofit/>
          </a:bodyPr>
          <a:lstStyle>
            <a:lvl1pPr marR="0" lvl="0" indent="0" defTabSz="609660" fontAlgn="auto">
              <a:lnSpc>
                <a:spcPct val="100000"/>
              </a:lnSpc>
              <a:spcBef>
                <a:spcPts val="0"/>
              </a:spcBef>
              <a:spcAft>
                <a:spcPts val="600"/>
              </a:spcAft>
              <a:buClrTx/>
              <a:buSzTx/>
              <a:buFontTx/>
              <a:buNone/>
              <a:tabLst/>
              <a:defRPr sz="5400" kern="0" spc="-67">
                <a:solidFill>
                  <a:schemeClr val="bg1"/>
                </a:solidFill>
                <a:latin typeface="+mj-lt"/>
                <a:ea typeface="Suisse Int'l Regular" pitchFamily="34" charset="-122"/>
                <a:cs typeface="Suisse Int'l Italic" panose="020B0504000000000000" pitchFamily="34" charset="-78"/>
              </a:defRPr>
            </a:lvl1pPr>
          </a:lstStyle>
          <a:p>
            <a:pPr lvl="0"/>
            <a:r>
              <a:rPr lang="en-US" sz="8800"/>
              <a:t>Second Titles</a:t>
            </a:r>
          </a:p>
        </p:txBody>
      </p:sp>
      <p:sp>
        <p:nvSpPr>
          <p:cNvPr id="3" name="Rectangle 2">
            <a:extLst>
              <a:ext uri="{FF2B5EF4-FFF2-40B4-BE49-F238E27FC236}">
                <a16:creationId xmlns:a16="http://schemas.microsoft.com/office/drawing/2014/main" id="{8778F136-1C16-65A5-6A84-ADA72258B790}"/>
              </a:ext>
            </a:extLst>
          </p:cNvPr>
          <p:cNvSpPr/>
          <p:nvPr/>
        </p:nvSpPr>
        <p:spPr>
          <a:xfrm>
            <a:off x="0" y="0"/>
            <a:ext cx="12192000" cy="404813"/>
          </a:xfrm>
          <a:prstGeom prst="rect">
            <a:avLst/>
          </a:prstGeom>
          <a:pattFill prst="wdUpDiag">
            <a:fgClr>
              <a:schemeClr val="bg1"/>
            </a:fgClr>
            <a:bgClr>
              <a:srgbClr val="CCA63E"/>
            </a:bgClr>
          </a:patt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sz="1400">
              <a:solidFill>
                <a:schemeClr val="bg1"/>
              </a:solidFill>
            </a:endParaRPr>
          </a:p>
        </p:txBody>
      </p:sp>
      <p:sp>
        <p:nvSpPr>
          <p:cNvPr id="4" name="Rectangle 3">
            <a:extLst>
              <a:ext uri="{FF2B5EF4-FFF2-40B4-BE49-F238E27FC236}">
                <a16:creationId xmlns:a16="http://schemas.microsoft.com/office/drawing/2014/main" id="{515F4CCA-776E-BF5A-298A-1039C2A734FC}"/>
              </a:ext>
            </a:extLst>
          </p:cNvPr>
          <p:cNvSpPr/>
          <p:nvPr/>
        </p:nvSpPr>
        <p:spPr>
          <a:xfrm>
            <a:off x="0" y="6453187"/>
            <a:ext cx="12192000" cy="404813"/>
          </a:xfrm>
          <a:prstGeom prst="rect">
            <a:avLst/>
          </a:prstGeom>
          <a:pattFill prst="wdUpDiag">
            <a:fgClr>
              <a:schemeClr val="bg1"/>
            </a:fgClr>
            <a:bgClr>
              <a:srgbClr val="CCA63E"/>
            </a:bgClr>
          </a:patt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sz="1400">
              <a:solidFill>
                <a:schemeClr val="bg1"/>
              </a:solidFill>
            </a:endParaRPr>
          </a:p>
        </p:txBody>
      </p:sp>
    </p:spTree>
    <p:extLst>
      <p:ext uri="{BB962C8B-B14F-4D97-AF65-F5344CB8AC3E}">
        <p14:creationId xmlns:p14="http://schemas.microsoft.com/office/powerpoint/2010/main" val="689318260"/>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ction Divider / Light">
    <p:bg>
      <p:bgPr>
        <a:solidFill>
          <a:schemeClr val="bg1"/>
        </a:solidFill>
        <a:effectLst/>
      </p:bgPr>
    </p:bg>
    <p:spTree>
      <p:nvGrpSpPr>
        <p:cNvPr id="1" name=""/>
        <p:cNvGrpSpPr/>
        <p:nvPr/>
      </p:nvGrpSpPr>
      <p:grpSpPr>
        <a:xfrm>
          <a:off x="0" y="0"/>
          <a:ext cx="0" cy="0"/>
          <a:chOff x="0" y="0"/>
          <a:chExt cx="0" cy="0"/>
        </a:xfrm>
      </p:grpSpPr>
      <p:pic>
        <p:nvPicPr>
          <p:cNvPr id="9" name="Xebia" descr="preencoded.png">
            <a:extLst>
              <a:ext uri="{FF2B5EF4-FFF2-40B4-BE49-F238E27FC236}">
                <a16:creationId xmlns:a16="http://schemas.microsoft.com/office/drawing/2014/main" id="{C672B7B0-DB6F-73D1-D357-E11FFA4E1896}"/>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sp>
        <p:nvSpPr>
          <p:cNvPr id="7" name="Text Placeholder 2">
            <a:extLst>
              <a:ext uri="{FF2B5EF4-FFF2-40B4-BE49-F238E27FC236}">
                <a16:creationId xmlns:a16="http://schemas.microsoft.com/office/drawing/2014/main" id="{E0A348A4-22D0-096F-031B-12D67ED65597}"/>
              </a:ext>
            </a:extLst>
          </p:cNvPr>
          <p:cNvSpPr>
            <a:spLocks noGrp="1"/>
          </p:cNvSpPr>
          <p:nvPr>
            <p:ph type="body" sz="quarter" idx="112" hasCustomPrompt="1"/>
          </p:nvPr>
        </p:nvSpPr>
        <p:spPr>
          <a:xfrm>
            <a:off x="3337479" y="1111249"/>
            <a:ext cx="6502904" cy="246221"/>
          </a:xfrm>
          <a:prstGeom prst="rect">
            <a:avLst/>
          </a:prstGeom>
        </p:spPr>
        <p:txBody>
          <a:bodyPr wrap="square" lIns="0" tIns="0" rIns="0" bIns="0" anchor="t">
            <a:noAutofit/>
          </a:bodyPr>
          <a:lstStyle>
            <a:lvl1pPr marL="0" indent="0">
              <a:lnSpc>
                <a:spcPct val="100000"/>
              </a:lnSpc>
              <a:spcBef>
                <a:spcPts val="933"/>
              </a:spcBef>
              <a:buFontTx/>
              <a:buNone/>
              <a:defRPr sz="1600">
                <a:solidFill>
                  <a:schemeClr val="tx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Add a intro text</a:t>
            </a:r>
          </a:p>
        </p:txBody>
      </p:sp>
      <p:sp>
        <p:nvSpPr>
          <p:cNvPr id="4" name="Picture Placeholder 8">
            <a:extLst>
              <a:ext uri="{FF2B5EF4-FFF2-40B4-BE49-F238E27FC236}">
                <a16:creationId xmlns:a16="http://schemas.microsoft.com/office/drawing/2014/main" id="{7822AA20-FB36-BCE9-997E-29FA75D4FCB2}"/>
              </a:ext>
            </a:extLst>
          </p:cNvPr>
          <p:cNvSpPr>
            <a:spLocks noGrp="1"/>
          </p:cNvSpPr>
          <p:nvPr>
            <p:ph type="pic" sz="quarter" idx="163"/>
          </p:nvPr>
        </p:nvSpPr>
        <p:spPr>
          <a:xfrm>
            <a:off x="406402" y="1111249"/>
            <a:ext cx="2335741" cy="1708149"/>
          </a:xfrm>
          <a:prstGeom prst="roundRect">
            <a:avLst>
              <a:gd name="adj" fmla="val 3315"/>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tx1"/>
                </a:solidFill>
              </a:defRPr>
            </a:lvl1pPr>
          </a:lstStyle>
          <a:p>
            <a:pPr marL="0" lvl="0" indent="0">
              <a:buNone/>
            </a:pPr>
            <a:r>
              <a:rPr lang="en-US"/>
              <a:t>Click icon to add picture</a:t>
            </a:r>
          </a:p>
        </p:txBody>
      </p:sp>
      <p:sp>
        <p:nvSpPr>
          <p:cNvPr id="8" name="Text 0">
            <a:extLst>
              <a:ext uri="{FF2B5EF4-FFF2-40B4-BE49-F238E27FC236}">
                <a16:creationId xmlns:a16="http://schemas.microsoft.com/office/drawing/2014/main" id="{58478807-E8A2-0B8E-7A9C-827D4E2485E7}"/>
              </a:ext>
            </a:extLst>
          </p:cNvPr>
          <p:cNvSpPr>
            <a:spLocks noGrp="1"/>
          </p:cNvSpPr>
          <p:nvPr>
            <p:ph type="body" idx="106" hasCustomPrompt="1"/>
          </p:nvPr>
        </p:nvSpPr>
        <p:spPr>
          <a:xfrm>
            <a:off x="406399" y="408054"/>
            <a:ext cx="7512000" cy="232628"/>
          </a:xfrm>
          <a:prstGeom prst="rect">
            <a:avLst/>
          </a:prstGeom>
          <a:noFill/>
          <a:ln/>
        </p:spPr>
        <p:txBody>
          <a:bodyPr wrap="square" lIns="0" tIns="0" rIns="0" bIns="0" rtlCol="0" anchor="t">
            <a:noAutofit/>
          </a:bodyPr>
          <a:lstStyle>
            <a:lvl1pPr marL="0" indent="0" algn="l">
              <a:lnSpc>
                <a:spcPct val="1000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cxnSp>
        <p:nvCxnSpPr>
          <p:cNvPr id="2" name="Straight Connector 1">
            <a:extLst>
              <a:ext uri="{FF2B5EF4-FFF2-40B4-BE49-F238E27FC236}">
                <a16:creationId xmlns:a16="http://schemas.microsoft.com/office/drawing/2014/main" id="{A4326F37-EC9B-6ED6-E191-BA8D9661814F}"/>
              </a:ext>
            </a:extLst>
          </p:cNvPr>
          <p:cNvCxnSpPr>
            <a:cxnSpLocks/>
          </p:cNvCxnSpPr>
          <p:nvPr/>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 0">
            <a:extLst>
              <a:ext uri="{FF2B5EF4-FFF2-40B4-BE49-F238E27FC236}">
                <a16:creationId xmlns:a16="http://schemas.microsoft.com/office/drawing/2014/main" id="{7E880EA8-9177-1CE8-899C-0E8ADE5DEC7A}"/>
              </a:ext>
            </a:extLst>
          </p:cNvPr>
          <p:cNvSpPr>
            <a:spLocks noGrp="1" noChangeAspect="1"/>
          </p:cNvSpPr>
          <p:nvPr>
            <p:ph type="body" idx="103" hasCustomPrompt="1"/>
          </p:nvPr>
        </p:nvSpPr>
        <p:spPr>
          <a:xfrm>
            <a:off x="3337479" y="5156512"/>
            <a:ext cx="6502904" cy="875176"/>
          </a:xfrm>
          <a:prstGeom prst="rect">
            <a:avLst/>
          </a:prstGeom>
          <a:noFill/>
          <a:ln/>
        </p:spPr>
        <p:txBody>
          <a:bodyPr wrap="square" lIns="0" tIns="0" rIns="0" bIns="0" rtlCol="0" anchor="b">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Section title</a:t>
            </a:r>
          </a:p>
        </p:txBody>
      </p:sp>
      <p:sp>
        <p:nvSpPr>
          <p:cNvPr id="14" name="Text 0">
            <a:extLst>
              <a:ext uri="{FF2B5EF4-FFF2-40B4-BE49-F238E27FC236}">
                <a16:creationId xmlns:a16="http://schemas.microsoft.com/office/drawing/2014/main" id="{ADE7ADA4-F61D-5ABF-D404-65235C19586B}"/>
              </a:ext>
            </a:extLst>
          </p:cNvPr>
          <p:cNvSpPr>
            <a:spLocks noGrp="1" noChangeAspect="1"/>
          </p:cNvSpPr>
          <p:nvPr>
            <p:ph type="body" idx="164" hasCustomPrompt="1"/>
          </p:nvPr>
        </p:nvSpPr>
        <p:spPr>
          <a:xfrm>
            <a:off x="406400" y="5156512"/>
            <a:ext cx="2713566" cy="875176"/>
          </a:xfrm>
          <a:prstGeom prst="rect">
            <a:avLst/>
          </a:prstGeom>
          <a:noFill/>
          <a:ln/>
        </p:spPr>
        <p:txBody>
          <a:bodyPr wrap="square" lIns="0" tIns="0" rIns="0" bIns="0" rtlCol="0" anchor="b">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00</a:t>
            </a:r>
          </a:p>
        </p:txBody>
      </p:sp>
      <p:sp>
        <p:nvSpPr>
          <p:cNvPr id="6" name="Slide Number Placeholder 4">
            <a:extLst>
              <a:ext uri="{FF2B5EF4-FFF2-40B4-BE49-F238E27FC236}">
                <a16:creationId xmlns:a16="http://schemas.microsoft.com/office/drawing/2014/main" id="{60818FEC-B6B9-12A0-D19D-A40BA8F668E8}"/>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B55D9570-D3FC-6D43-AC32-D988B1849109}" type="slidenum">
              <a:rPr lang="en-PL" smtClean="0"/>
              <a:pPr/>
              <a:t>‹#›</a:t>
            </a:fld>
            <a:endParaRPr lang="en-PL"/>
          </a:p>
        </p:txBody>
      </p:sp>
      <p:sp>
        <p:nvSpPr>
          <p:cNvPr id="10" name="Symbol zastępczy stopki 1">
            <a:extLst>
              <a:ext uri="{FF2B5EF4-FFF2-40B4-BE49-F238E27FC236}">
                <a16:creationId xmlns:a16="http://schemas.microsoft.com/office/drawing/2014/main" id="{85AECCAB-A3C7-BDDB-61B1-1536BA18F28E}"/>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Tree>
    <p:extLst>
      <p:ext uri="{BB962C8B-B14F-4D97-AF65-F5344CB8AC3E}">
        <p14:creationId xmlns:p14="http://schemas.microsoft.com/office/powerpoint/2010/main" val="2439056303"/>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ection Divider / Dark">
    <p:bg>
      <p:bgPr>
        <a:solidFill>
          <a:srgbClr val="150026"/>
        </a:solidFill>
        <a:effectLst/>
      </p:bgPr>
    </p:bg>
    <p:spTree>
      <p:nvGrpSpPr>
        <p:cNvPr id="1" name=""/>
        <p:cNvGrpSpPr/>
        <p:nvPr/>
      </p:nvGrpSpPr>
      <p:grpSpPr>
        <a:xfrm>
          <a:off x="0" y="0"/>
          <a:ext cx="0" cy="0"/>
          <a:chOff x="0" y="0"/>
          <a:chExt cx="0" cy="0"/>
        </a:xfrm>
      </p:grpSpPr>
      <p:pic>
        <p:nvPicPr>
          <p:cNvPr id="9" name="Xebia" descr="preencoded.png">
            <a:extLst>
              <a:ext uri="{FF2B5EF4-FFF2-40B4-BE49-F238E27FC236}">
                <a16:creationId xmlns:a16="http://schemas.microsoft.com/office/drawing/2014/main" id="{C672B7B0-DB6F-73D1-D357-E11FFA4E1896}"/>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cxnSp>
        <p:nvCxnSpPr>
          <p:cNvPr id="17" name="Straight Connector 16">
            <a:extLst>
              <a:ext uri="{FF2B5EF4-FFF2-40B4-BE49-F238E27FC236}">
                <a16:creationId xmlns:a16="http://schemas.microsoft.com/office/drawing/2014/main" id="{CD7A3FDA-4A41-AFF2-68E9-ED04857F72E6}"/>
              </a:ext>
            </a:extLst>
          </p:cNvPr>
          <p:cNvCxnSpPr>
            <a:cxnSpLocks/>
          </p:cNvCxnSpPr>
          <p:nvPr/>
        </p:nvCxnSpPr>
        <p:spPr>
          <a:xfrm>
            <a:off x="406400" y="698500"/>
            <a:ext cx="11385550" cy="0"/>
          </a:xfrm>
          <a:prstGeom prst="line">
            <a:avLst/>
          </a:prstGeom>
          <a:ln>
            <a:solidFill>
              <a:schemeClr val="bg1">
                <a:alpha val="53000"/>
              </a:schemeClr>
            </a:solidFill>
          </a:ln>
        </p:spPr>
        <p:style>
          <a:lnRef idx="1">
            <a:schemeClr val="accent1"/>
          </a:lnRef>
          <a:fillRef idx="0">
            <a:schemeClr val="accent1"/>
          </a:fillRef>
          <a:effectRef idx="0">
            <a:schemeClr val="accent1"/>
          </a:effectRef>
          <a:fontRef idx="minor">
            <a:schemeClr val="tx1"/>
          </a:fontRef>
        </p:style>
      </p:cxnSp>
      <p:sp>
        <p:nvSpPr>
          <p:cNvPr id="2" name="Picture Placeholder 8">
            <a:extLst>
              <a:ext uri="{FF2B5EF4-FFF2-40B4-BE49-F238E27FC236}">
                <a16:creationId xmlns:a16="http://schemas.microsoft.com/office/drawing/2014/main" id="{28AE9FD5-02E6-18BA-F5BC-FAD95805532D}"/>
              </a:ext>
            </a:extLst>
          </p:cNvPr>
          <p:cNvSpPr>
            <a:spLocks noGrp="1"/>
          </p:cNvSpPr>
          <p:nvPr>
            <p:ph type="pic" sz="quarter" idx="163"/>
          </p:nvPr>
        </p:nvSpPr>
        <p:spPr>
          <a:xfrm>
            <a:off x="406402" y="1111249"/>
            <a:ext cx="2335741" cy="1708149"/>
          </a:xfrm>
          <a:prstGeom prst="roundRect">
            <a:avLst>
              <a:gd name="adj" fmla="val 3315"/>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tx1"/>
                </a:solidFill>
              </a:defRPr>
            </a:lvl1pPr>
          </a:lstStyle>
          <a:p>
            <a:pPr marL="0" lvl="0" indent="0">
              <a:buNone/>
            </a:pPr>
            <a:r>
              <a:rPr lang="en-US"/>
              <a:t>Click icon to add picture</a:t>
            </a:r>
          </a:p>
        </p:txBody>
      </p:sp>
      <p:sp>
        <p:nvSpPr>
          <p:cNvPr id="5" name="Slide Number Placeholder 4">
            <a:extLst>
              <a:ext uri="{FF2B5EF4-FFF2-40B4-BE49-F238E27FC236}">
                <a16:creationId xmlns:a16="http://schemas.microsoft.com/office/drawing/2014/main" id="{1E319948-B7E0-9F18-6445-EC5A68A05D6C}"/>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B55D9570-D3FC-6D43-AC32-D988B1849109}" type="slidenum">
              <a:rPr lang="en-PL" smtClean="0"/>
              <a:pPr/>
              <a:t>‹#›</a:t>
            </a:fld>
            <a:endParaRPr lang="en-PL"/>
          </a:p>
        </p:txBody>
      </p:sp>
      <p:sp>
        <p:nvSpPr>
          <p:cNvPr id="6" name="Symbol zastępczy stopki 1">
            <a:extLst>
              <a:ext uri="{FF2B5EF4-FFF2-40B4-BE49-F238E27FC236}">
                <a16:creationId xmlns:a16="http://schemas.microsoft.com/office/drawing/2014/main" id="{AB3B4278-4635-B98C-28C2-814E8E814514}"/>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3" name="TextBox 2">
            <a:extLst>
              <a:ext uri="{FF2B5EF4-FFF2-40B4-BE49-F238E27FC236}">
                <a16:creationId xmlns:a16="http://schemas.microsoft.com/office/drawing/2014/main" id="{5E690DC3-9629-7A23-5C7C-FDE2CF6A952F}"/>
              </a:ext>
            </a:extLst>
          </p:cNvPr>
          <p:cNvSpPr txBox="1"/>
          <p:nvPr/>
        </p:nvSpPr>
        <p:spPr>
          <a:xfrm>
            <a:off x="4605868" y="4416215"/>
            <a:ext cx="184731" cy="215444"/>
          </a:xfrm>
          <a:prstGeom prst="rect">
            <a:avLst/>
          </a:prstGeom>
          <a:noFill/>
        </p:spPr>
        <p:txBody>
          <a:bodyPr wrap="none" rtlCol="0">
            <a:spAutoFit/>
          </a:bodyPr>
          <a:lstStyle/>
          <a:p>
            <a:pPr algn="l"/>
            <a:endParaRPr lang="en-US" sz="800" err="1"/>
          </a:p>
        </p:txBody>
      </p:sp>
      <p:sp>
        <p:nvSpPr>
          <p:cNvPr id="4" name="Text Placeholder 2">
            <a:extLst>
              <a:ext uri="{FF2B5EF4-FFF2-40B4-BE49-F238E27FC236}">
                <a16:creationId xmlns:a16="http://schemas.microsoft.com/office/drawing/2014/main" id="{3DC4054D-ADCC-48BF-BE95-35173F3F4A67}"/>
              </a:ext>
            </a:extLst>
          </p:cNvPr>
          <p:cNvSpPr>
            <a:spLocks noGrp="1"/>
          </p:cNvSpPr>
          <p:nvPr>
            <p:ph type="body" sz="quarter" idx="112" hasCustomPrompt="1"/>
          </p:nvPr>
        </p:nvSpPr>
        <p:spPr>
          <a:xfrm>
            <a:off x="3337479" y="1111249"/>
            <a:ext cx="6502904" cy="246221"/>
          </a:xfrm>
          <a:prstGeom prst="rect">
            <a:avLst/>
          </a:prstGeom>
        </p:spPr>
        <p:txBody>
          <a:bodyPr wrap="square" lIns="0" tIns="0" rIns="0" bIns="0" anchor="t">
            <a:noAutofit/>
          </a:bodyPr>
          <a:lstStyle>
            <a:lvl1pPr marL="0" indent="0">
              <a:lnSpc>
                <a:spcPct val="100000"/>
              </a:lnSpc>
              <a:spcBef>
                <a:spcPts val="933"/>
              </a:spcBef>
              <a:buFontTx/>
              <a:buNone/>
              <a:defRPr sz="1600">
                <a:solidFill>
                  <a:schemeClr val="bg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Add a intro text</a:t>
            </a:r>
          </a:p>
        </p:txBody>
      </p:sp>
      <p:sp>
        <p:nvSpPr>
          <p:cNvPr id="10" name="Text 0">
            <a:extLst>
              <a:ext uri="{FF2B5EF4-FFF2-40B4-BE49-F238E27FC236}">
                <a16:creationId xmlns:a16="http://schemas.microsoft.com/office/drawing/2014/main" id="{333C4177-955B-3EB8-0ADD-A3E769BF3ABE}"/>
              </a:ext>
            </a:extLst>
          </p:cNvPr>
          <p:cNvSpPr>
            <a:spLocks noGrp="1"/>
          </p:cNvSpPr>
          <p:nvPr>
            <p:ph type="body" idx="106" hasCustomPrompt="1"/>
          </p:nvPr>
        </p:nvSpPr>
        <p:spPr>
          <a:xfrm>
            <a:off x="406399" y="408054"/>
            <a:ext cx="7512000" cy="232628"/>
          </a:xfrm>
          <a:prstGeom prst="rect">
            <a:avLst/>
          </a:prstGeom>
          <a:noFill/>
          <a:ln/>
        </p:spPr>
        <p:txBody>
          <a:bodyPr wrap="square" lIns="0" tIns="0" rIns="0" bIns="0" rtlCol="0" anchor="t">
            <a:noAutofit/>
          </a:bodyPr>
          <a:lstStyle>
            <a:lvl1pPr marL="0" indent="0" algn="l">
              <a:lnSpc>
                <a:spcPct val="100000"/>
              </a:lnSpc>
              <a:buNone/>
              <a:defRPr lang="en-US" sz="1000" b="0" i="0" kern="0" spc="0" dirty="0">
                <a:solidFill>
                  <a:schemeClr val="bg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11" name="Text 0">
            <a:extLst>
              <a:ext uri="{FF2B5EF4-FFF2-40B4-BE49-F238E27FC236}">
                <a16:creationId xmlns:a16="http://schemas.microsoft.com/office/drawing/2014/main" id="{78867E6A-BC9E-85BF-F621-342E7062B9E4}"/>
              </a:ext>
            </a:extLst>
          </p:cNvPr>
          <p:cNvSpPr>
            <a:spLocks noGrp="1" noChangeAspect="1"/>
          </p:cNvSpPr>
          <p:nvPr>
            <p:ph type="body" idx="103" hasCustomPrompt="1"/>
          </p:nvPr>
        </p:nvSpPr>
        <p:spPr>
          <a:xfrm>
            <a:off x="3337479" y="5156512"/>
            <a:ext cx="6502904" cy="875176"/>
          </a:xfrm>
          <a:prstGeom prst="rect">
            <a:avLst/>
          </a:prstGeom>
          <a:noFill/>
          <a:ln/>
        </p:spPr>
        <p:txBody>
          <a:bodyPr wrap="square" lIns="0" tIns="0" rIns="0" bIns="0" rtlCol="0" anchor="b">
            <a:noAutofit/>
          </a:bodyPr>
          <a:lstStyle>
            <a:lvl1pPr marL="0" indent="0" algn="l">
              <a:lnSpc>
                <a:spcPct val="100000"/>
              </a:lnSpc>
              <a:spcBef>
                <a:spcPts val="933"/>
              </a:spcBef>
              <a:buNone/>
              <a:defRPr lang="en-US" sz="5600" b="0" i="0" kern="0" spc="-100" dirty="0">
                <a:solidFill>
                  <a:schemeClr val="bg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Section title</a:t>
            </a:r>
          </a:p>
        </p:txBody>
      </p:sp>
      <p:sp>
        <p:nvSpPr>
          <p:cNvPr id="13" name="Text 0">
            <a:extLst>
              <a:ext uri="{FF2B5EF4-FFF2-40B4-BE49-F238E27FC236}">
                <a16:creationId xmlns:a16="http://schemas.microsoft.com/office/drawing/2014/main" id="{F0F37DE9-A22A-EF03-65B3-F49EBFADB3A8}"/>
              </a:ext>
            </a:extLst>
          </p:cNvPr>
          <p:cNvSpPr>
            <a:spLocks noGrp="1" noChangeAspect="1"/>
          </p:cNvSpPr>
          <p:nvPr>
            <p:ph type="body" idx="164" hasCustomPrompt="1"/>
          </p:nvPr>
        </p:nvSpPr>
        <p:spPr>
          <a:xfrm>
            <a:off x="406400" y="5156512"/>
            <a:ext cx="2713566" cy="875176"/>
          </a:xfrm>
          <a:prstGeom prst="rect">
            <a:avLst/>
          </a:prstGeom>
          <a:noFill/>
          <a:ln/>
        </p:spPr>
        <p:txBody>
          <a:bodyPr wrap="square" lIns="0" tIns="0" rIns="0" bIns="0" rtlCol="0" anchor="b">
            <a:noAutofit/>
          </a:bodyPr>
          <a:lstStyle>
            <a:lvl1pPr marL="0" indent="0" algn="l">
              <a:lnSpc>
                <a:spcPct val="100000"/>
              </a:lnSpc>
              <a:spcBef>
                <a:spcPts val="933"/>
              </a:spcBef>
              <a:buNone/>
              <a:defRPr lang="en-US" sz="5600" b="0" i="0" kern="0" spc="-100" dirty="0">
                <a:solidFill>
                  <a:schemeClr val="bg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00</a:t>
            </a:r>
          </a:p>
        </p:txBody>
      </p:sp>
    </p:spTree>
    <p:extLst>
      <p:ext uri="{BB962C8B-B14F-4D97-AF65-F5344CB8AC3E}">
        <p14:creationId xmlns:p14="http://schemas.microsoft.com/office/powerpoint/2010/main" val="3230103355"/>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ection Divider / Grey">
    <p:bg>
      <p:bgPr>
        <a:solidFill>
          <a:srgbClr val="E3E3E6"/>
        </a:solidFill>
        <a:effectLst/>
      </p:bgPr>
    </p:bg>
    <p:spTree>
      <p:nvGrpSpPr>
        <p:cNvPr id="1" name=""/>
        <p:cNvGrpSpPr/>
        <p:nvPr/>
      </p:nvGrpSpPr>
      <p:grpSpPr>
        <a:xfrm>
          <a:off x="0" y="0"/>
          <a:ext cx="0" cy="0"/>
          <a:chOff x="0" y="0"/>
          <a:chExt cx="0" cy="0"/>
        </a:xfrm>
      </p:grpSpPr>
      <p:pic>
        <p:nvPicPr>
          <p:cNvPr id="9" name="Xebia" descr="preencoded.png">
            <a:extLst>
              <a:ext uri="{FF2B5EF4-FFF2-40B4-BE49-F238E27FC236}">
                <a16:creationId xmlns:a16="http://schemas.microsoft.com/office/drawing/2014/main" id="{C672B7B0-DB6F-73D1-D357-E11FFA4E1896}"/>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cxnSp>
        <p:nvCxnSpPr>
          <p:cNvPr id="2" name="Straight Connector 1">
            <a:extLst>
              <a:ext uri="{FF2B5EF4-FFF2-40B4-BE49-F238E27FC236}">
                <a16:creationId xmlns:a16="http://schemas.microsoft.com/office/drawing/2014/main" id="{A4326F37-EC9B-6ED6-E191-BA8D9661814F}"/>
              </a:ext>
            </a:extLst>
          </p:cNvPr>
          <p:cNvCxnSpPr>
            <a:cxnSpLocks/>
          </p:cNvCxnSpPr>
          <p:nvPr/>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Picture Placeholder 8">
            <a:extLst>
              <a:ext uri="{FF2B5EF4-FFF2-40B4-BE49-F238E27FC236}">
                <a16:creationId xmlns:a16="http://schemas.microsoft.com/office/drawing/2014/main" id="{7B20B938-8A28-BF20-206B-BE2915D1B9E6}"/>
              </a:ext>
            </a:extLst>
          </p:cNvPr>
          <p:cNvSpPr>
            <a:spLocks noGrp="1"/>
          </p:cNvSpPr>
          <p:nvPr>
            <p:ph type="pic" sz="quarter" idx="163"/>
          </p:nvPr>
        </p:nvSpPr>
        <p:spPr>
          <a:xfrm>
            <a:off x="406402" y="1111249"/>
            <a:ext cx="2335741" cy="1708149"/>
          </a:xfrm>
          <a:prstGeom prst="roundRect">
            <a:avLst>
              <a:gd name="adj" fmla="val 3315"/>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tx1"/>
                </a:solidFill>
              </a:defRPr>
            </a:lvl1pPr>
          </a:lstStyle>
          <a:p>
            <a:pPr marL="0" lvl="0" indent="0">
              <a:buNone/>
            </a:pPr>
            <a:r>
              <a:rPr lang="en-US"/>
              <a:t>Click icon to add picture</a:t>
            </a:r>
          </a:p>
        </p:txBody>
      </p:sp>
      <p:sp>
        <p:nvSpPr>
          <p:cNvPr id="6" name="Slide Number Placeholder 4">
            <a:extLst>
              <a:ext uri="{FF2B5EF4-FFF2-40B4-BE49-F238E27FC236}">
                <a16:creationId xmlns:a16="http://schemas.microsoft.com/office/drawing/2014/main" id="{D2EDCC62-09AE-64CC-EB03-E4471F44608D}"/>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B55D9570-D3FC-6D43-AC32-D988B1849109}" type="slidenum">
              <a:rPr lang="en-PL" smtClean="0"/>
              <a:pPr/>
              <a:t>‹#›</a:t>
            </a:fld>
            <a:endParaRPr lang="en-PL"/>
          </a:p>
        </p:txBody>
      </p:sp>
      <p:sp>
        <p:nvSpPr>
          <p:cNvPr id="10" name="Symbol zastępczy stopki 1">
            <a:extLst>
              <a:ext uri="{FF2B5EF4-FFF2-40B4-BE49-F238E27FC236}">
                <a16:creationId xmlns:a16="http://schemas.microsoft.com/office/drawing/2014/main" id="{2EB67E16-0A7A-82B7-08B9-85D17DB6B994}"/>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4" name="Text Placeholder 2">
            <a:extLst>
              <a:ext uri="{FF2B5EF4-FFF2-40B4-BE49-F238E27FC236}">
                <a16:creationId xmlns:a16="http://schemas.microsoft.com/office/drawing/2014/main" id="{3D1B00B8-889E-B8FD-29B7-CFE3AE2BD070}"/>
              </a:ext>
            </a:extLst>
          </p:cNvPr>
          <p:cNvSpPr>
            <a:spLocks noGrp="1"/>
          </p:cNvSpPr>
          <p:nvPr>
            <p:ph type="body" sz="quarter" idx="112" hasCustomPrompt="1"/>
          </p:nvPr>
        </p:nvSpPr>
        <p:spPr>
          <a:xfrm>
            <a:off x="3337479" y="1111249"/>
            <a:ext cx="6502904" cy="246221"/>
          </a:xfrm>
          <a:prstGeom prst="rect">
            <a:avLst/>
          </a:prstGeom>
        </p:spPr>
        <p:txBody>
          <a:bodyPr wrap="square" lIns="0" tIns="0" rIns="0" bIns="0" anchor="t">
            <a:noAutofit/>
          </a:bodyPr>
          <a:lstStyle>
            <a:lvl1pPr marL="0" indent="0">
              <a:lnSpc>
                <a:spcPct val="100000"/>
              </a:lnSpc>
              <a:spcBef>
                <a:spcPts val="933"/>
              </a:spcBef>
              <a:buFontTx/>
              <a:buNone/>
              <a:defRPr sz="1600">
                <a:solidFill>
                  <a:schemeClr val="tx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Add a intro text</a:t>
            </a:r>
          </a:p>
        </p:txBody>
      </p:sp>
      <p:sp>
        <p:nvSpPr>
          <p:cNvPr id="5" name="Text 0">
            <a:extLst>
              <a:ext uri="{FF2B5EF4-FFF2-40B4-BE49-F238E27FC236}">
                <a16:creationId xmlns:a16="http://schemas.microsoft.com/office/drawing/2014/main" id="{EB9F4BA4-65F3-48DB-F4AD-E794530C45D3}"/>
              </a:ext>
            </a:extLst>
          </p:cNvPr>
          <p:cNvSpPr>
            <a:spLocks noGrp="1"/>
          </p:cNvSpPr>
          <p:nvPr>
            <p:ph type="body" idx="106" hasCustomPrompt="1"/>
          </p:nvPr>
        </p:nvSpPr>
        <p:spPr>
          <a:xfrm>
            <a:off x="406399" y="408054"/>
            <a:ext cx="7512000" cy="232628"/>
          </a:xfrm>
          <a:prstGeom prst="rect">
            <a:avLst/>
          </a:prstGeom>
          <a:noFill/>
          <a:ln/>
        </p:spPr>
        <p:txBody>
          <a:bodyPr wrap="square" lIns="0" tIns="0" rIns="0" bIns="0" rtlCol="0" anchor="t">
            <a:noAutofit/>
          </a:bodyPr>
          <a:lstStyle>
            <a:lvl1pPr marL="0" indent="0" algn="l">
              <a:lnSpc>
                <a:spcPct val="1000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11" name="Text 0">
            <a:extLst>
              <a:ext uri="{FF2B5EF4-FFF2-40B4-BE49-F238E27FC236}">
                <a16:creationId xmlns:a16="http://schemas.microsoft.com/office/drawing/2014/main" id="{165BCAAB-1091-9CD6-BF23-AA9E39DF76F6}"/>
              </a:ext>
            </a:extLst>
          </p:cNvPr>
          <p:cNvSpPr>
            <a:spLocks noGrp="1" noChangeAspect="1"/>
          </p:cNvSpPr>
          <p:nvPr>
            <p:ph type="body" idx="103" hasCustomPrompt="1"/>
          </p:nvPr>
        </p:nvSpPr>
        <p:spPr>
          <a:xfrm>
            <a:off x="3337479" y="5156512"/>
            <a:ext cx="6502904" cy="875176"/>
          </a:xfrm>
          <a:prstGeom prst="rect">
            <a:avLst/>
          </a:prstGeom>
          <a:noFill/>
          <a:ln/>
        </p:spPr>
        <p:txBody>
          <a:bodyPr wrap="square" lIns="0" tIns="0" rIns="0" bIns="0" rtlCol="0" anchor="b">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Section title</a:t>
            </a:r>
          </a:p>
        </p:txBody>
      </p:sp>
      <p:sp>
        <p:nvSpPr>
          <p:cNvPr id="12" name="Text 0">
            <a:extLst>
              <a:ext uri="{FF2B5EF4-FFF2-40B4-BE49-F238E27FC236}">
                <a16:creationId xmlns:a16="http://schemas.microsoft.com/office/drawing/2014/main" id="{1E068E86-2037-C1DE-D2C1-403F8B5EA03B}"/>
              </a:ext>
            </a:extLst>
          </p:cNvPr>
          <p:cNvSpPr>
            <a:spLocks noGrp="1" noChangeAspect="1"/>
          </p:cNvSpPr>
          <p:nvPr>
            <p:ph type="body" idx="164" hasCustomPrompt="1"/>
          </p:nvPr>
        </p:nvSpPr>
        <p:spPr>
          <a:xfrm>
            <a:off x="406400" y="5156512"/>
            <a:ext cx="2713566" cy="875176"/>
          </a:xfrm>
          <a:prstGeom prst="rect">
            <a:avLst/>
          </a:prstGeom>
          <a:noFill/>
          <a:ln/>
        </p:spPr>
        <p:txBody>
          <a:bodyPr wrap="square" lIns="0" tIns="0" rIns="0" bIns="0" rtlCol="0" anchor="b">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00</a:t>
            </a:r>
          </a:p>
        </p:txBody>
      </p:sp>
    </p:spTree>
    <p:extLst>
      <p:ext uri="{BB962C8B-B14F-4D97-AF65-F5344CB8AC3E}">
        <p14:creationId xmlns:p14="http://schemas.microsoft.com/office/powerpoint/2010/main" val="3420260680"/>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Divider / White / 2">
    <p:bg>
      <p:bgPr>
        <a:solidFill>
          <a:schemeClr val="bg1"/>
        </a:solidFill>
        <a:effectLst/>
      </p:bgPr>
    </p:bg>
    <p:spTree>
      <p:nvGrpSpPr>
        <p:cNvPr id="1" name=""/>
        <p:cNvGrpSpPr/>
        <p:nvPr/>
      </p:nvGrpSpPr>
      <p:grpSpPr>
        <a:xfrm>
          <a:off x="0" y="0"/>
          <a:ext cx="0" cy="0"/>
          <a:chOff x="0" y="0"/>
          <a:chExt cx="0" cy="0"/>
        </a:xfrm>
      </p:grpSpPr>
      <p:pic>
        <p:nvPicPr>
          <p:cNvPr id="3" name="Xebia" descr="preencoded.png">
            <a:extLst>
              <a:ext uri="{FF2B5EF4-FFF2-40B4-BE49-F238E27FC236}">
                <a16:creationId xmlns:a16="http://schemas.microsoft.com/office/drawing/2014/main" id="{EEE38649-DFBA-8C9A-B6B4-C11D98C26335}"/>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432125"/>
            <a:ext cx="673101" cy="215900"/>
          </a:xfrm>
          <a:prstGeom prst="rect">
            <a:avLst/>
          </a:prstGeom>
        </p:spPr>
      </p:pic>
      <p:sp>
        <p:nvSpPr>
          <p:cNvPr id="2" name="Text 0">
            <a:extLst>
              <a:ext uri="{FF2B5EF4-FFF2-40B4-BE49-F238E27FC236}">
                <a16:creationId xmlns:a16="http://schemas.microsoft.com/office/drawing/2014/main" id="{756A6C61-AA59-8B2A-7505-903545EFCF25}"/>
              </a:ext>
            </a:extLst>
          </p:cNvPr>
          <p:cNvSpPr>
            <a:spLocks noGrp="1" noChangeAspect="1"/>
          </p:cNvSpPr>
          <p:nvPr>
            <p:ph type="body" idx="104" hasCustomPrompt="1"/>
          </p:nvPr>
        </p:nvSpPr>
        <p:spPr>
          <a:xfrm>
            <a:off x="3337479" y="648027"/>
            <a:ext cx="6502904"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Section title</a:t>
            </a:r>
          </a:p>
        </p:txBody>
      </p:sp>
      <p:sp>
        <p:nvSpPr>
          <p:cNvPr id="4" name="Text 0">
            <a:extLst>
              <a:ext uri="{FF2B5EF4-FFF2-40B4-BE49-F238E27FC236}">
                <a16:creationId xmlns:a16="http://schemas.microsoft.com/office/drawing/2014/main" id="{5090430D-D761-906F-859B-25E0BAC56CDC}"/>
              </a:ext>
            </a:extLst>
          </p:cNvPr>
          <p:cNvSpPr>
            <a:spLocks noGrp="1" noChangeAspect="1"/>
          </p:cNvSpPr>
          <p:nvPr>
            <p:ph type="body" idx="164" hasCustomPrompt="1"/>
          </p:nvPr>
        </p:nvSpPr>
        <p:spPr>
          <a:xfrm>
            <a:off x="406400" y="648027"/>
            <a:ext cx="1753659"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00</a:t>
            </a:r>
          </a:p>
        </p:txBody>
      </p:sp>
      <p:sp>
        <p:nvSpPr>
          <p:cNvPr id="5" name="Text Placeholder 2">
            <a:extLst>
              <a:ext uri="{FF2B5EF4-FFF2-40B4-BE49-F238E27FC236}">
                <a16:creationId xmlns:a16="http://schemas.microsoft.com/office/drawing/2014/main" id="{49F36E73-E6ED-B9B2-CDBF-4E85CF25429E}"/>
              </a:ext>
            </a:extLst>
          </p:cNvPr>
          <p:cNvSpPr>
            <a:spLocks noGrp="1"/>
          </p:cNvSpPr>
          <p:nvPr>
            <p:ph type="body" sz="quarter" idx="112" hasCustomPrompt="1"/>
          </p:nvPr>
        </p:nvSpPr>
        <p:spPr>
          <a:xfrm>
            <a:off x="3337479" y="1978236"/>
            <a:ext cx="6502904" cy="246221"/>
          </a:xfrm>
          <a:prstGeom prst="rect">
            <a:avLst/>
          </a:prstGeom>
        </p:spPr>
        <p:txBody>
          <a:bodyPr wrap="square" lIns="0" tIns="0" rIns="0" bIns="0" anchor="t">
            <a:noAutofit/>
          </a:bodyPr>
          <a:lstStyle>
            <a:lvl1pPr marL="0" indent="0">
              <a:lnSpc>
                <a:spcPct val="100000"/>
              </a:lnSpc>
              <a:spcBef>
                <a:spcPts val="933"/>
              </a:spcBef>
              <a:buFontTx/>
              <a:buNone/>
              <a:defRPr sz="1600">
                <a:solidFill>
                  <a:schemeClr val="tx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Add a intro text</a:t>
            </a:r>
          </a:p>
        </p:txBody>
      </p:sp>
      <p:sp>
        <p:nvSpPr>
          <p:cNvPr id="9" name="Slide Number Placeholder 4">
            <a:extLst>
              <a:ext uri="{FF2B5EF4-FFF2-40B4-BE49-F238E27FC236}">
                <a16:creationId xmlns:a16="http://schemas.microsoft.com/office/drawing/2014/main" id="{D69F4CCF-E68D-2E89-E143-20ED5F6C9CD6}"/>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B55D9570-D3FC-6D43-AC32-D988B1849109}" type="slidenum">
              <a:rPr lang="en-PL" smtClean="0"/>
              <a:pPr/>
              <a:t>‹#›</a:t>
            </a:fld>
            <a:endParaRPr lang="en-PL"/>
          </a:p>
        </p:txBody>
      </p:sp>
      <p:sp>
        <p:nvSpPr>
          <p:cNvPr id="10" name="Symbol zastępczy stopki 1">
            <a:extLst>
              <a:ext uri="{FF2B5EF4-FFF2-40B4-BE49-F238E27FC236}">
                <a16:creationId xmlns:a16="http://schemas.microsoft.com/office/drawing/2014/main" id="{2F2D18F7-5C78-1DA6-FF67-80A92199801E}"/>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Tree>
    <p:extLst>
      <p:ext uri="{BB962C8B-B14F-4D97-AF65-F5344CB8AC3E}">
        <p14:creationId xmlns:p14="http://schemas.microsoft.com/office/powerpoint/2010/main" val="14729823"/>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ection Divider / Dark / 2">
    <p:bg>
      <p:bgPr>
        <a:solidFill>
          <a:srgbClr val="130025"/>
        </a:solidFill>
        <a:effectLst/>
      </p:bgPr>
    </p:bg>
    <p:spTree>
      <p:nvGrpSpPr>
        <p:cNvPr id="1" name=""/>
        <p:cNvGrpSpPr/>
        <p:nvPr/>
      </p:nvGrpSpPr>
      <p:grpSpPr>
        <a:xfrm>
          <a:off x="0" y="0"/>
          <a:ext cx="0" cy="0"/>
          <a:chOff x="0" y="0"/>
          <a:chExt cx="0" cy="0"/>
        </a:xfrm>
      </p:grpSpPr>
      <p:pic>
        <p:nvPicPr>
          <p:cNvPr id="3" name="Xebia" descr="preencoded.png">
            <a:extLst>
              <a:ext uri="{FF2B5EF4-FFF2-40B4-BE49-F238E27FC236}">
                <a16:creationId xmlns:a16="http://schemas.microsoft.com/office/drawing/2014/main" id="{EEE38649-DFBA-8C9A-B6B4-C11D98C26335}"/>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432125"/>
            <a:ext cx="673101" cy="215900"/>
          </a:xfrm>
          <a:prstGeom prst="rect">
            <a:avLst/>
          </a:prstGeom>
        </p:spPr>
      </p:pic>
      <p:sp>
        <p:nvSpPr>
          <p:cNvPr id="6" name="Slide Number Placeholder 4">
            <a:extLst>
              <a:ext uri="{FF2B5EF4-FFF2-40B4-BE49-F238E27FC236}">
                <a16:creationId xmlns:a16="http://schemas.microsoft.com/office/drawing/2014/main" id="{C151FB34-404C-B43A-2743-5961178C51B2}"/>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B55D9570-D3FC-6D43-AC32-D988B1849109}" type="slidenum">
              <a:rPr lang="en-PL" smtClean="0"/>
              <a:pPr/>
              <a:t>‹#›</a:t>
            </a:fld>
            <a:endParaRPr lang="en-PL"/>
          </a:p>
        </p:txBody>
      </p:sp>
      <p:sp>
        <p:nvSpPr>
          <p:cNvPr id="9" name="Symbol zastępczy stopki 1">
            <a:extLst>
              <a:ext uri="{FF2B5EF4-FFF2-40B4-BE49-F238E27FC236}">
                <a16:creationId xmlns:a16="http://schemas.microsoft.com/office/drawing/2014/main" id="{E40695D2-779C-307D-D187-A51F13483C40}"/>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7" name="Text 0">
            <a:extLst>
              <a:ext uri="{FF2B5EF4-FFF2-40B4-BE49-F238E27FC236}">
                <a16:creationId xmlns:a16="http://schemas.microsoft.com/office/drawing/2014/main" id="{680FF8E4-5D2C-CAF4-2626-542B6443208B}"/>
              </a:ext>
            </a:extLst>
          </p:cNvPr>
          <p:cNvSpPr>
            <a:spLocks noGrp="1" noChangeAspect="1"/>
          </p:cNvSpPr>
          <p:nvPr>
            <p:ph type="body" idx="104" hasCustomPrompt="1"/>
          </p:nvPr>
        </p:nvSpPr>
        <p:spPr>
          <a:xfrm>
            <a:off x="3337479" y="648027"/>
            <a:ext cx="6502904"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bg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Section title</a:t>
            </a:r>
          </a:p>
        </p:txBody>
      </p:sp>
      <p:sp>
        <p:nvSpPr>
          <p:cNvPr id="8" name="Text 0">
            <a:extLst>
              <a:ext uri="{FF2B5EF4-FFF2-40B4-BE49-F238E27FC236}">
                <a16:creationId xmlns:a16="http://schemas.microsoft.com/office/drawing/2014/main" id="{6C2F918D-45BB-1BF2-47FA-A457589F5931}"/>
              </a:ext>
            </a:extLst>
          </p:cNvPr>
          <p:cNvSpPr>
            <a:spLocks noGrp="1" noChangeAspect="1"/>
          </p:cNvSpPr>
          <p:nvPr>
            <p:ph type="body" idx="164" hasCustomPrompt="1"/>
          </p:nvPr>
        </p:nvSpPr>
        <p:spPr>
          <a:xfrm>
            <a:off x="406400" y="648027"/>
            <a:ext cx="1753659"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bg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00</a:t>
            </a:r>
          </a:p>
        </p:txBody>
      </p:sp>
      <p:sp>
        <p:nvSpPr>
          <p:cNvPr id="10" name="Text Placeholder 2">
            <a:extLst>
              <a:ext uri="{FF2B5EF4-FFF2-40B4-BE49-F238E27FC236}">
                <a16:creationId xmlns:a16="http://schemas.microsoft.com/office/drawing/2014/main" id="{BB43222C-FDA7-B663-2AEE-A7ACDE8A01F5}"/>
              </a:ext>
            </a:extLst>
          </p:cNvPr>
          <p:cNvSpPr>
            <a:spLocks noGrp="1"/>
          </p:cNvSpPr>
          <p:nvPr>
            <p:ph type="body" sz="quarter" idx="112" hasCustomPrompt="1"/>
          </p:nvPr>
        </p:nvSpPr>
        <p:spPr>
          <a:xfrm>
            <a:off x="3337479" y="1978236"/>
            <a:ext cx="6502904" cy="246221"/>
          </a:xfrm>
          <a:prstGeom prst="rect">
            <a:avLst/>
          </a:prstGeom>
        </p:spPr>
        <p:txBody>
          <a:bodyPr wrap="square" lIns="0" tIns="0" rIns="0" bIns="0" anchor="t">
            <a:noAutofit/>
          </a:bodyPr>
          <a:lstStyle>
            <a:lvl1pPr marL="0" indent="0">
              <a:lnSpc>
                <a:spcPct val="100000"/>
              </a:lnSpc>
              <a:spcBef>
                <a:spcPts val="933"/>
              </a:spcBef>
              <a:buFontTx/>
              <a:buNone/>
              <a:defRPr sz="1600">
                <a:solidFill>
                  <a:schemeClr val="bg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Add a intro text</a:t>
            </a:r>
          </a:p>
        </p:txBody>
      </p:sp>
    </p:spTree>
    <p:extLst>
      <p:ext uri="{BB962C8B-B14F-4D97-AF65-F5344CB8AC3E}">
        <p14:creationId xmlns:p14="http://schemas.microsoft.com/office/powerpoint/2010/main" val="3543452291"/>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ection Divider / Grey / 2">
    <p:bg>
      <p:bgPr>
        <a:solidFill>
          <a:srgbClr val="E3E3E6"/>
        </a:solidFill>
        <a:effectLst/>
      </p:bgPr>
    </p:bg>
    <p:spTree>
      <p:nvGrpSpPr>
        <p:cNvPr id="1" name=""/>
        <p:cNvGrpSpPr/>
        <p:nvPr/>
      </p:nvGrpSpPr>
      <p:grpSpPr>
        <a:xfrm>
          <a:off x="0" y="0"/>
          <a:ext cx="0" cy="0"/>
          <a:chOff x="0" y="0"/>
          <a:chExt cx="0" cy="0"/>
        </a:xfrm>
      </p:grpSpPr>
      <p:pic>
        <p:nvPicPr>
          <p:cNvPr id="3" name="Xebia" descr="preencoded.png">
            <a:extLst>
              <a:ext uri="{FF2B5EF4-FFF2-40B4-BE49-F238E27FC236}">
                <a16:creationId xmlns:a16="http://schemas.microsoft.com/office/drawing/2014/main" id="{EEE38649-DFBA-8C9A-B6B4-C11D98C26335}"/>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432125"/>
            <a:ext cx="673101" cy="215900"/>
          </a:xfrm>
          <a:prstGeom prst="rect">
            <a:avLst/>
          </a:prstGeom>
        </p:spPr>
      </p:pic>
      <p:sp>
        <p:nvSpPr>
          <p:cNvPr id="6" name="Slide Number Placeholder 4">
            <a:extLst>
              <a:ext uri="{FF2B5EF4-FFF2-40B4-BE49-F238E27FC236}">
                <a16:creationId xmlns:a16="http://schemas.microsoft.com/office/drawing/2014/main" id="{F23FC416-E438-4A1E-A610-A11D1142D2EF}"/>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B55D9570-D3FC-6D43-AC32-D988B1849109}" type="slidenum">
              <a:rPr lang="en-PL" smtClean="0"/>
              <a:pPr/>
              <a:t>‹#›</a:t>
            </a:fld>
            <a:endParaRPr lang="en-PL"/>
          </a:p>
        </p:txBody>
      </p:sp>
      <p:sp>
        <p:nvSpPr>
          <p:cNvPr id="7" name="Symbol zastępczy stopki 1">
            <a:extLst>
              <a:ext uri="{FF2B5EF4-FFF2-40B4-BE49-F238E27FC236}">
                <a16:creationId xmlns:a16="http://schemas.microsoft.com/office/drawing/2014/main" id="{B0F02226-40F0-B1AB-2886-8E6253334367}"/>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8" name="Text 0">
            <a:extLst>
              <a:ext uri="{FF2B5EF4-FFF2-40B4-BE49-F238E27FC236}">
                <a16:creationId xmlns:a16="http://schemas.microsoft.com/office/drawing/2014/main" id="{E3235FBC-714D-D3B7-020A-86788FE7136D}"/>
              </a:ext>
            </a:extLst>
          </p:cNvPr>
          <p:cNvSpPr>
            <a:spLocks noGrp="1" noChangeAspect="1"/>
          </p:cNvSpPr>
          <p:nvPr>
            <p:ph type="body" idx="104" hasCustomPrompt="1"/>
          </p:nvPr>
        </p:nvSpPr>
        <p:spPr>
          <a:xfrm>
            <a:off x="3337479" y="648027"/>
            <a:ext cx="6502904"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Section title</a:t>
            </a:r>
          </a:p>
        </p:txBody>
      </p:sp>
      <p:sp>
        <p:nvSpPr>
          <p:cNvPr id="9" name="Text 0">
            <a:extLst>
              <a:ext uri="{FF2B5EF4-FFF2-40B4-BE49-F238E27FC236}">
                <a16:creationId xmlns:a16="http://schemas.microsoft.com/office/drawing/2014/main" id="{7D269E94-0C46-2A46-3323-0470ACC7988C}"/>
              </a:ext>
            </a:extLst>
          </p:cNvPr>
          <p:cNvSpPr>
            <a:spLocks noGrp="1" noChangeAspect="1"/>
          </p:cNvSpPr>
          <p:nvPr>
            <p:ph type="body" idx="164" hasCustomPrompt="1"/>
          </p:nvPr>
        </p:nvSpPr>
        <p:spPr>
          <a:xfrm>
            <a:off x="406400" y="648027"/>
            <a:ext cx="1753659"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00</a:t>
            </a:r>
          </a:p>
        </p:txBody>
      </p:sp>
      <p:sp>
        <p:nvSpPr>
          <p:cNvPr id="10" name="Text Placeholder 2">
            <a:extLst>
              <a:ext uri="{FF2B5EF4-FFF2-40B4-BE49-F238E27FC236}">
                <a16:creationId xmlns:a16="http://schemas.microsoft.com/office/drawing/2014/main" id="{2C7B6A40-B706-AA3F-722B-9AADDCA475EC}"/>
              </a:ext>
            </a:extLst>
          </p:cNvPr>
          <p:cNvSpPr>
            <a:spLocks noGrp="1"/>
          </p:cNvSpPr>
          <p:nvPr>
            <p:ph type="body" sz="quarter" idx="112" hasCustomPrompt="1"/>
          </p:nvPr>
        </p:nvSpPr>
        <p:spPr>
          <a:xfrm>
            <a:off x="3337479" y="1978236"/>
            <a:ext cx="6502904" cy="246221"/>
          </a:xfrm>
          <a:prstGeom prst="rect">
            <a:avLst/>
          </a:prstGeom>
        </p:spPr>
        <p:txBody>
          <a:bodyPr wrap="square" lIns="0" tIns="0" rIns="0" bIns="0" anchor="t">
            <a:noAutofit/>
          </a:bodyPr>
          <a:lstStyle>
            <a:lvl1pPr marL="0" indent="0">
              <a:lnSpc>
                <a:spcPct val="100000"/>
              </a:lnSpc>
              <a:spcBef>
                <a:spcPts val="933"/>
              </a:spcBef>
              <a:buFontTx/>
              <a:buNone/>
              <a:defRPr sz="1600">
                <a:solidFill>
                  <a:schemeClr val="tx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Add a intro text</a:t>
            </a:r>
          </a:p>
        </p:txBody>
      </p:sp>
    </p:spTree>
    <p:extLst>
      <p:ext uri="{BB962C8B-B14F-4D97-AF65-F5344CB8AC3E}">
        <p14:creationId xmlns:p14="http://schemas.microsoft.com/office/powerpoint/2010/main" val="3711316"/>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ection Divider / White / 3">
    <p:bg>
      <p:bgPr>
        <a:solidFill>
          <a:schemeClr val="bg1"/>
        </a:solidFill>
        <a:effectLst/>
      </p:bgPr>
    </p:bg>
    <p:spTree>
      <p:nvGrpSpPr>
        <p:cNvPr id="1" name=""/>
        <p:cNvGrpSpPr/>
        <p:nvPr/>
      </p:nvGrpSpPr>
      <p:grpSpPr>
        <a:xfrm>
          <a:off x="0" y="0"/>
          <a:ext cx="0" cy="0"/>
          <a:chOff x="0" y="0"/>
          <a:chExt cx="0" cy="0"/>
        </a:xfrm>
      </p:grpSpPr>
      <p:pic>
        <p:nvPicPr>
          <p:cNvPr id="11" name="Xebia" descr="preencoded.png">
            <a:extLst>
              <a:ext uri="{FF2B5EF4-FFF2-40B4-BE49-F238E27FC236}">
                <a16:creationId xmlns:a16="http://schemas.microsoft.com/office/drawing/2014/main" id="{FE94E470-19A2-1ACD-4837-E100C6ED6F07}"/>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sp>
        <p:nvSpPr>
          <p:cNvPr id="12" name="Text 0">
            <a:extLst>
              <a:ext uri="{FF2B5EF4-FFF2-40B4-BE49-F238E27FC236}">
                <a16:creationId xmlns:a16="http://schemas.microsoft.com/office/drawing/2014/main" id="{CC116E56-59C8-2B8B-1E49-0ED44256A853}"/>
              </a:ext>
            </a:extLst>
          </p:cNvPr>
          <p:cNvSpPr>
            <a:spLocks noGrp="1"/>
          </p:cNvSpPr>
          <p:nvPr>
            <p:ph type="body" idx="106" hasCustomPrompt="1"/>
          </p:nvPr>
        </p:nvSpPr>
        <p:spPr>
          <a:xfrm>
            <a:off x="406399" y="408054"/>
            <a:ext cx="7512000" cy="232628"/>
          </a:xfrm>
          <a:prstGeom prst="rect">
            <a:avLst/>
          </a:prstGeom>
          <a:noFill/>
          <a:ln/>
        </p:spPr>
        <p:txBody>
          <a:bodyPr wrap="square" lIns="0" tIns="0" rIns="0" bIns="0" rtlCol="0" anchor="t">
            <a:noAutofit/>
          </a:bodyPr>
          <a:lstStyle>
            <a:lvl1pPr marL="0" indent="0" algn="l">
              <a:lnSpc>
                <a:spcPct val="1000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cxnSp>
        <p:nvCxnSpPr>
          <p:cNvPr id="13" name="Straight Connector 12">
            <a:extLst>
              <a:ext uri="{FF2B5EF4-FFF2-40B4-BE49-F238E27FC236}">
                <a16:creationId xmlns:a16="http://schemas.microsoft.com/office/drawing/2014/main" id="{94C2AB26-535F-5CB6-7334-1A287921B190}"/>
              </a:ext>
            </a:extLst>
          </p:cNvPr>
          <p:cNvCxnSpPr>
            <a:cxnSpLocks/>
          </p:cNvCxnSpPr>
          <p:nvPr/>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Picture Placeholder 8">
            <a:extLst>
              <a:ext uri="{FF2B5EF4-FFF2-40B4-BE49-F238E27FC236}">
                <a16:creationId xmlns:a16="http://schemas.microsoft.com/office/drawing/2014/main" id="{4A807B87-2A01-FFD7-38D2-FAE224DE70A0}"/>
              </a:ext>
            </a:extLst>
          </p:cNvPr>
          <p:cNvSpPr>
            <a:spLocks noGrp="1"/>
          </p:cNvSpPr>
          <p:nvPr>
            <p:ph type="pic" sz="quarter" idx="163"/>
          </p:nvPr>
        </p:nvSpPr>
        <p:spPr>
          <a:xfrm>
            <a:off x="407460" y="889001"/>
            <a:ext cx="3865033" cy="5270500"/>
          </a:xfrm>
          <a:prstGeom prst="roundRect">
            <a:avLst>
              <a:gd name="adj" fmla="val 3315"/>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tx1"/>
                </a:solidFill>
              </a:defRPr>
            </a:lvl1pPr>
          </a:lstStyle>
          <a:p>
            <a:pPr marL="0" lvl="0" indent="0">
              <a:buNone/>
            </a:pPr>
            <a:r>
              <a:rPr lang="en-US"/>
              <a:t>Click icon to add picture</a:t>
            </a:r>
          </a:p>
        </p:txBody>
      </p:sp>
      <p:sp>
        <p:nvSpPr>
          <p:cNvPr id="15" name="Slide Number Placeholder 4">
            <a:extLst>
              <a:ext uri="{FF2B5EF4-FFF2-40B4-BE49-F238E27FC236}">
                <a16:creationId xmlns:a16="http://schemas.microsoft.com/office/drawing/2014/main" id="{5A51D5FA-B58C-C363-93A7-BAEAE81C55A8}"/>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16" name="Symbol zastępczy stopki 1">
            <a:extLst>
              <a:ext uri="{FF2B5EF4-FFF2-40B4-BE49-F238E27FC236}">
                <a16:creationId xmlns:a16="http://schemas.microsoft.com/office/drawing/2014/main" id="{76C34122-C471-3000-ABA2-7CD0A6F73AF6}"/>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18" name="Text 0">
            <a:extLst>
              <a:ext uri="{FF2B5EF4-FFF2-40B4-BE49-F238E27FC236}">
                <a16:creationId xmlns:a16="http://schemas.microsoft.com/office/drawing/2014/main" id="{BBB614FC-884B-D660-9CD4-A2B07AFC21D9}"/>
              </a:ext>
            </a:extLst>
          </p:cNvPr>
          <p:cNvSpPr>
            <a:spLocks noGrp="1" noChangeAspect="1"/>
          </p:cNvSpPr>
          <p:nvPr>
            <p:ph type="body" idx="104" hasCustomPrompt="1"/>
          </p:nvPr>
        </p:nvSpPr>
        <p:spPr>
          <a:xfrm>
            <a:off x="5232401" y="2024081"/>
            <a:ext cx="6552141"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Section title</a:t>
            </a:r>
          </a:p>
        </p:txBody>
      </p:sp>
      <p:sp>
        <p:nvSpPr>
          <p:cNvPr id="19" name="Text Placeholder 2">
            <a:extLst>
              <a:ext uri="{FF2B5EF4-FFF2-40B4-BE49-F238E27FC236}">
                <a16:creationId xmlns:a16="http://schemas.microsoft.com/office/drawing/2014/main" id="{94EF374F-BB7F-4D48-3984-1E44EC0CB546}"/>
              </a:ext>
            </a:extLst>
          </p:cNvPr>
          <p:cNvSpPr>
            <a:spLocks noGrp="1"/>
          </p:cNvSpPr>
          <p:nvPr>
            <p:ph type="body" sz="quarter" idx="112" hasCustomPrompt="1"/>
          </p:nvPr>
        </p:nvSpPr>
        <p:spPr>
          <a:xfrm>
            <a:off x="5232401" y="3172036"/>
            <a:ext cx="6552141" cy="246221"/>
          </a:xfrm>
          <a:prstGeom prst="rect">
            <a:avLst/>
          </a:prstGeom>
        </p:spPr>
        <p:txBody>
          <a:bodyPr wrap="square" lIns="0" tIns="0" rIns="0" bIns="0" anchor="t">
            <a:noAutofit/>
          </a:bodyPr>
          <a:lstStyle>
            <a:lvl1pPr marL="0" indent="0">
              <a:lnSpc>
                <a:spcPct val="100000"/>
              </a:lnSpc>
              <a:spcBef>
                <a:spcPts val="933"/>
              </a:spcBef>
              <a:buFontTx/>
              <a:buNone/>
              <a:defRPr sz="1600">
                <a:solidFill>
                  <a:schemeClr val="tx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Add a intro text</a:t>
            </a:r>
          </a:p>
        </p:txBody>
      </p:sp>
      <p:sp>
        <p:nvSpPr>
          <p:cNvPr id="20" name="Text 0">
            <a:extLst>
              <a:ext uri="{FF2B5EF4-FFF2-40B4-BE49-F238E27FC236}">
                <a16:creationId xmlns:a16="http://schemas.microsoft.com/office/drawing/2014/main" id="{F28B5132-05FC-DF4E-10D2-12308480C394}"/>
              </a:ext>
            </a:extLst>
          </p:cNvPr>
          <p:cNvSpPr>
            <a:spLocks noGrp="1" noChangeAspect="1"/>
          </p:cNvSpPr>
          <p:nvPr>
            <p:ph type="body" idx="164" hasCustomPrompt="1"/>
          </p:nvPr>
        </p:nvSpPr>
        <p:spPr>
          <a:xfrm>
            <a:off x="5232400" y="935823"/>
            <a:ext cx="1727200"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00</a:t>
            </a:r>
          </a:p>
        </p:txBody>
      </p:sp>
      <p:pic>
        <p:nvPicPr>
          <p:cNvPr id="2" name="Xebia" descr="preencoded.png">
            <a:extLst>
              <a:ext uri="{FF2B5EF4-FFF2-40B4-BE49-F238E27FC236}">
                <a16:creationId xmlns:a16="http://schemas.microsoft.com/office/drawing/2014/main" id="{397C7BA4-125E-E206-9BBC-6F857A770D4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cxnSp>
        <p:nvCxnSpPr>
          <p:cNvPr id="3" name="Straight Connector 2">
            <a:extLst>
              <a:ext uri="{FF2B5EF4-FFF2-40B4-BE49-F238E27FC236}">
                <a16:creationId xmlns:a16="http://schemas.microsoft.com/office/drawing/2014/main" id="{6205B866-71C7-E1C8-869E-3C4117E13B72}"/>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54893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ection Divider / Dark / 3">
    <p:bg>
      <p:bgPr>
        <a:solidFill>
          <a:srgbClr val="130025"/>
        </a:solidFill>
        <a:effectLst/>
      </p:bgPr>
    </p:bg>
    <p:spTree>
      <p:nvGrpSpPr>
        <p:cNvPr id="1" name=""/>
        <p:cNvGrpSpPr/>
        <p:nvPr/>
      </p:nvGrpSpPr>
      <p:grpSpPr>
        <a:xfrm>
          <a:off x="0" y="0"/>
          <a:ext cx="0" cy="0"/>
          <a:chOff x="0" y="0"/>
          <a:chExt cx="0" cy="0"/>
        </a:xfrm>
      </p:grpSpPr>
      <p:pic>
        <p:nvPicPr>
          <p:cNvPr id="11" name="Xebia" descr="preencoded.png">
            <a:extLst>
              <a:ext uri="{FF2B5EF4-FFF2-40B4-BE49-F238E27FC236}">
                <a16:creationId xmlns:a16="http://schemas.microsoft.com/office/drawing/2014/main" id="{FE94E470-19A2-1ACD-4837-E100C6ED6F07}"/>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sp>
        <p:nvSpPr>
          <p:cNvPr id="14" name="Picture Placeholder 8">
            <a:extLst>
              <a:ext uri="{FF2B5EF4-FFF2-40B4-BE49-F238E27FC236}">
                <a16:creationId xmlns:a16="http://schemas.microsoft.com/office/drawing/2014/main" id="{4A807B87-2A01-FFD7-38D2-FAE224DE70A0}"/>
              </a:ext>
            </a:extLst>
          </p:cNvPr>
          <p:cNvSpPr>
            <a:spLocks noGrp="1"/>
          </p:cNvSpPr>
          <p:nvPr>
            <p:ph type="pic" sz="quarter" idx="163"/>
          </p:nvPr>
        </p:nvSpPr>
        <p:spPr>
          <a:xfrm>
            <a:off x="407460" y="889001"/>
            <a:ext cx="3865033" cy="5270500"/>
          </a:xfrm>
          <a:prstGeom prst="roundRect">
            <a:avLst>
              <a:gd name="adj" fmla="val 3315"/>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tx1"/>
                </a:solidFill>
              </a:defRPr>
            </a:lvl1pPr>
          </a:lstStyle>
          <a:p>
            <a:pPr marL="0" lvl="0" indent="0">
              <a:buNone/>
            </a:pPr>
            <a:r>
              <a:rPr lang="en-US"/>
              <a:t>Click icon to add picture</a:t>
            </a:r>
          </a:p>
        </p:txBody>
      </p:sp>
      <p:sp>
        <p:nvSpPr>
          <p:cNvPr id="15" name="Slide Number Placeholder 4">
            <a:extLst>
              <a:ext uri="{FF2B5EF4-FFF2-40B4-BE49-F238E27FC236}">
                <a16:creationId xmlns:a16="http://schemas.microsoft.com/office/drawing/2014/main" id="{5A51D5FA-B58C-C363-93A7-BAEAE81C55A8}"/>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B55D9570-D3FC-6D43-AC32-D988B1849109}" type="slidenum">
              <a:rPr lang="en-PL" smtClean="0"/>
              <a:pPr/>
              <a:t>‹#›</a:t>
            </a:fld>
            <a:endParaRPr lang="en-PL"/>
          </a:p>
        </p:txBody>
      </p:sp>
      <p:sp>
        <p:nvSpPr>
          <p:cNvPr id="16" name="Symbol zastępczy stopki 1">
            <a:extLst>
              <a:ext uri="{FF2B5EF4-FFF2-40B4-BE49-F238E27FC236}">
                <a16:creationId xmlns:a16="http://schemas.microsoft.com/office/drawing/2014/main" id="{76C34122-C471-3000-ABA2-7CD0A6F73AF6}"/>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cxnSp>
        <p:nvCxnSpPr>
          <p:cNvPr id="4" name="Straight Connector 3">
            <a:extLst>
              <a:ext uri="{FF2B5EF4-FFF2-40B4-BE49-F238E27FC236}">
                <a16:creationId xmlns:a16="http://schemas.microsoft.com/office/drawing/2014/main" id="{56E0FA0B-14B1-0210-DACF-03389AA35ABE}"/>
              </a:ext>
            </a:extLst>
          </p:cNvPr>
          <p:cNvCxnSpPr>
            <a:cxnSpLocks/>
          </p:cNvCxnSpPr>
          <p:nvPr/>
        </p:nvCxnSpPr>
        <p:spPr>
          <a:xfrm>
            <a:off x="406400" y="698500"/>
            <a:ext cx="11385550" cy="0"/>
          </a:xfrm>
          <a:prstGeom prst="line">
            <a:avLst/>
          </a:prstGeom>
          <a:ln>
            <a:solidFill>
              <a:schemeClr val="bg1">
                <a:alpha val="53000"/>
              </a:schemeClr>
            </a:solidFill>
          </a:ln>
        </p:spPr>
        <p:style>
          <a:lnRef idx="1">
            <a:schemeClr val="accent1"/>
          </a:lnRef>
          <a:fillRef idx="0">
            <a:schemeClr val="accent1"/>
          </a:fillRef>
          <a:effectRef idx="0">
            <a:schemeClr val="accent1"/>
          </a:effectRef>
          <a:fontRef idx="minor">
            <a:schemeClr val="tx1"/>
          </a:fontRef>
        </p:style>
      </p:cxnSp>
      <p:sp>
        <p:nvSpPr>
          <p:cNvPr id="3" name="Text 0">
            <a:extLst>
              <a:ext uri="{FF2B5EF4-FFF2-40B4-BE49-F238E27FC236}">
                <a16:creationId xmlns:a16="http://schemas.microsoft.com/office/drawing/2014/main" id="{F682838C-42A1-7D2B-37E3-4847A4E2E4AC}"/>
              </a:ext>
            </a:extLst>
          </p:cNvPr>
          <p:cNvSpPr>
            <a:spLocks noGrp="1"/>
          </p:cNvSpPr>
          <p:nvPr>
            <p:ph type="body" idx="106" hasCustomPrompt="1"/>
          </p:nvPr>
        </p:nvSpPr>
        <p:spPr>
          <a:xfrm>
            <a:off x="406399" y="408054"/>
            <a:ext cx="7512000" cy="232628"/>
          </a:xfrm>
          <a:prstGeom prst="rect">
            <a:avLst/>
          </a:prstGeom>
          <a:noFill/>
          <a:ln/>
        </p:spPr>
        <p:txBody>
          <a:bodyPr wrap="square" lIns="0" tIns="0" rIns="0" bIns="0" rtlCol="0" anchor="t">
            <a:noAutofit/>
          </a:bodyPr>
          <a:lstStyle>
            <a:lvl1pPr marL="0" indent="0" algn="l">
              <a:lnSpc>
                <a:spcPct val="100000"/>
              </a:lnSpc>
              <a:buNone/>
              <a:defRPr lang="en-US" sz="1000" b="0" i="0" kern="0" spc="0" dirty="0">
                <a:solidFill>
                  <a:schemeClr val="bg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6" name="Text 0">
            <a:extLst>
              <a:ext uri="{FF2B5EF4-FFF2-40B4-BE49-F238E27FC236}">
                <a16:creationId xmlns:a16="http://schemas.microsoft.com/office/drawing/2014/main" id="{F208F104-9A78-288A-EBEA-D32AB482E869}"/>
              </a:ext>
            </a:extLst>
          </p:cNvPr>
          <p:cNvSpPr>
            <a:spLocks noGrp="1" noChangeAspect="1"/>
          </p:cNvSpPr>
          <p:nvPr>
            <p:ph type="body" idx="104" hasCustomPrompt="1"/>
          </p:nvPr>
        </p:nvSpPr>
        <p:spPr>
          <a:xfrm>
            <a:off x="5232401" y="2024081"/>
            <a:ext cx="6552141"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bg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Section title</a:t>
            </a:r>
          </a:p>
        </p:txBody>
      </p:sp>
      <p:sp>
        <p:nvSpPr>
          <p:cNvPr id="7" name="Text Placeholder 2">
            <a:extLst>
              <a:ext uri="{FF2B5EF4-FFF2-40B4-BE49-F238E27FC236}">
                <a16:creationId xmlns:a16="http://schemas.microsoft.com/office/drawing/2014/main" id="{CD26E963-F571-1B78-E205-EDB137B17E2B}"/>
              </a:ext>
            </a:extLst>
          </p:cNvPr>
          <p:cNvSpPr>
            <a:spLocks noGrp="1"/>
          </p:cNvSpPr>
          <p:nvPr>
            <p:ph type="body" sz="quarter" idx="112" hasCustomPrompt="1"/>
          </p:nvPr>
        </p:nvSpPr>
        <p:spPr>
          <a:xfrm>
            <a:off x="5232401" y="3172036"/>
            <a:ext cx="6552141" cy="246221"/>
          </a:xfrm>
          <a:prstGeom prst="rect">
            <a:avLst/>
          </a:prstGeom>
        </p:spPr>
        <p:txBody>
          <a:bodyPr wrap="square" lIns="0" tIns="0" rIns="0" bIns="0" anchor="t">
            <a:noAutofit/>
          </a:bodyPr>
          <a:lstStyle>
            <a:lvl1pPr marL="0" indent="0">
              <a:lnSpc>
                <a:spcPct val="100000"/>
              </a:lnSpc>
              <a:spcBef>
                <a:spcPts val="933"/>
              </a:spcBef>
              <a:buFontTx/>
              <a:buNone/>
              <a:defRPr sz="1600">
                <a:solidFill>
                  <a:schemeClr val="bg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Add a intro text</a:t>
            </a:r>
          </a:p>
        </p:txBody>
      </p:sp>
      <p:sp>
        <p:nvSpPr>
          <p:cNvPr id="8" name="Text 0">
            <a:extLst>
              <a:ext uri="{FF2B5EF4-FFF2-40B4-BE49-F238E27FC236}">
                <a16:creationId xmlns:a16="http://schemas.microsoft.com/office/drawing/2014/main" id="{CEA7F4D7-FC6F-9104-01FA-20E91E63BA76}"/>
              </a:ext>
            </a:extLst>
          </p:cNvPr>
          <p:cNvSpPr>
            <a:spLocks noGrp="1" noChangeAspect="1"/>
          </p:cNvSpPr>
          <p:nvPr>
            <p:ph type="body" idx="164" hasCustomPrompt="1"/>
          </p:nvPr>
        </p:nvSpPr>
        <p:spPr>
          <a:xfrm>
            <a:off x="5232400" y="935823"/>
            <a:ext cx="1727200"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bg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00</a:t>
            </a:r>
          </a:p>
        </p:txBody>
      </p:sp>
    </p:spTree>
    <p:extLst>
      <p:ext uri="{BB962C8B-B14F-4D97-AF65-F5344CB8AC3E}">
        <p14:creationId xmlns:p14="http://schemas.microsoft.com/office/powerpoint/2010/main" val="288149558"/>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ection Divider / Grey / 3">
    <p:bg>
      <p:bgPr>
        <a:solidFill>
          <a:srgbClr val="E3E3E7"/>
        </a:solidFill>
        <a:effectLst/>
      </p:bgPr>
    </p:bg>
    <p:spTree>
      <p:nvGrpSpPr>
        <p:cNvPr id="1" name=""/>
        <p:cNvGrpSpPr/>
        <p:nvPr/>
      </p:nvGrpSpPr>
      <p:grpSpPr>
        <a:xfrm>
          <a:off x="0" y="0"/>
          <a:ext cx="0" cy="0"/>
          <a:chOff x="0" y="0"/>
          <a:chExt cx="0" cy="0"/>
        </a:xfrm>
      </p:grpSpPr>
      <p:pic>
        <p:nvPicPr>
          <p:cNvPr id="11" name="Xebia" descr="preencoded.png">
            <a:extLst>
              <a:ext uri="{FF2B5EF4-FFF2-40B4-BE49-F238E27FC236}">
                <a16:creationId xmlns:a16="http://schemas.microsoft.com/office/drawing/2014/main" id="{FE94E470-19A2-1ACD-4837-E100C6ED6F07}"/>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cxnSp>
        <p:nvCxnSpPr>
          <p:cNvPr id="13" name="Straight Connector 12">
            <a:extLst>
              <a:ext uri="{FF2B5EF4-FFF2-40B4-BE49-F238E27FC236}">
                <a16:creationId xmlns:a16="http://schemas.microsoft.com/office/drawing/2014/main" id="{94C2AB26-535F-5CB6-7334-1A287921B190}"/>
              </a:ext>
            </a:extLst>
          </p:cNvPr>
          <p:cNvCxnSpPr>
            <a:cxnSpLocks/>
          </p:cNvCxnSpPr>
          <p:nvPr/>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Picture Placeholder 8">
            <a:extLst>
              <a:ext uri="{FF2B5EF4-FFF2-40B4-BE49-F238E27FC236}">
                <a16:creationId xmlns:a16="http://schemas.microsoft.com/office/drawing/2014/main" id="{4A807B87-2A01-FFD7-38D2-FAE224DE70A0}"/>
              </a:ext>
            </a:extLst>
          </p:cNvPr>
          <p:cNvSpPr>
            <a:spLocks noGrp="1"/>
          </p:cNvSpPr>
          <p:nvPr>
            <p:ph type="pic" sz="quarter" idx="163"/>
          </p:nvPr>
        </p:nvSpPr>
        <p:spPr>
          <a:xfrm>
            <a:off x="407460" y="889001"/>
            <a:ext cx="3865033" cy="5270500"/>
          </a:xfrm>
          <a:prstGeom prst="roundRect">
            <a:avLst>
              <a:gd name="adj" fmla="val 3315"/>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tx1"/>
                </a:solidFill>
              </a:defRPr>
            </a:lvl1pPr>
          </a:lstStyle>
          <a:p>
            <a:pPr marL="0" lvl="0" indent="0">
              <a:buNone/>
            </a:pPr>
            <a:r>
              <a:rPr lang="en-US"/>
              <a:t>Click icon to add picture</a:t>
            </a:r>
          </a:p>
        </p:txBody>
      </p:sp>
      <p:sp>
        <p:nvSpPr>
          <p:cNvPr id="15" name="Slide Number Placeholder 4">
            <a:extLst>
              <a:ext uri="{FF2B5EF4-FFF2-40B4-BE49-F238E27FC236}">
                <a16:creationId xmlns:a16="http://schemas.microsoft.com/office/drawing/2014/main" id="{5A51D5FA-B58C-C363-93A7-BAEAE81C55A8}"/>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B55D9570-D3FC-6D43-AC32-D988B1849109}" type="slidenum">
              <a:rPr lang="en-PL" smtClean="0"/>
              <a:pPr/>
              <a:t>‹#›</a:t>
            </a:fld>
            <a:endParaRPr lang="en-PL"/>
          </a:p>
        </p:txBody>
      </p:sp>
      <p:sp>
        <p:nvSpPr>
          <p:cNvPr id="16" name="Symbol zastępczy stopki 1">
            <a:extLst>
              <a:ext uri="{FF2B5EF4-FFF2-40B4-BE49-F238E27FC236}">
                <a16:creationId xmlns:a16="http://schemas.microsoft.com/office/drawing/2014/main" id="{76C34122-C471-3000-ABA2-7CD0A6F73AF6}"/>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3" name="Text 0">
            <a:extLst>
              <a:ext uri="{FF2B5EF4-FFF2-40B4-BE49-F238E27FC236}">
                <a16:creationId xmlns:a16="http://schemas.microsoft.com/office/drawing/2014/main" id="{2CAC701B-D010-8967-477C-CB226F9A8DFF}"/>
              </a:ext>
            </a:extLst>
          </p:cNvPr>
          <p:cNvSpPr>
            <a:spLocks noGrp="1"/>
          </p:cNvSpPr>
          <p:nvPr>
            <p:ph type="body" idx="106" hasCustomPrompt="1"/>
          </p:nvPr>
        </p:nvSpPr>
        <p:spPr>
          <a:xfrm>
            <a:off x="406399" y="408054"/>
            <a:ext cx="7512000" cy="232628"/>
          </a:xfrm>
          <a:prstGeom prst="rect">
            <a:avLst/>
          </a:prstGeom>
          <a:noFill/>
          <a:ln/>
        </p:spPr>
        <p:txBody>
          <a:bodyPr wrap="square" lIns="0" tIns="0" rIns="0" bIns="0" rtlCol="0" anchor="t">
            <a:noAutofit/>
          </a:bodyPr>
          <a:lstStyle>
            <a:lvl1pPr marL="0" indent="0" algn="l">
              <a:lnSpc>
                <a:spcPct val="1000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4" name="Text 0">
            <a:extLst>
              <a:ext uri="{FF2B5EF4-FFF2-40B4-BE49-F238E27FC236}">
                <a16:creationId xmlns:a16="http://schemas.microsoft.com/office/drawing/2014/main" id="{E9F92ADF-DF99-A723-AF0F-C87F372C9CBD}"/>
              </a:ext>
            </a:extLst>
          </p:cNvPr>
          <p:cNvSpPr>
            <a:spLocks noGrp="1" noChangeAspect="1"/>
          </p:cNvSpPr>
          <p:nvPr>
            <p:ph type="body" idx="104" hasCustomPrompt="1"/>
          </p:nvPr>
        </p:nvSpPr>
        <p:spPr>
          <a:xfrm>
            <a:off x="5232401" y="2024081"/>
            <a:ext cx="6552141"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Section title</a:t>
            </a:r>
          </a:p>
        </p:txBody>
      </p:sp>
      <p:sp>
        <p:nvSpPr>
          <p:cNvPr id="6" name="Text Placeholder 2">
            <a:extLst>
              <a:ext uri="{FF2B5EF4-FFF2-40B4-BE49-F238E27FC236}">
                <a16:creationId xmlns:a16="http://schemas.microsoft.com/office/drawing/2014/main" id="{BF9F2DBA-CBA7-9EBD-27AC-3293364D0C2D}"/>
              </a:ext>
            </a:extLst>
          </p:cNvPr>
          <p:cNvSpPr>
            <a:spLocks noGrp="1"/>
          </p:cNvSpPr>
          <p:nvPr>
            <p:ph type="body" sz="quarter" idx="112" hasCustomPrompt="1"/>
          </p:nvPr>
        </p:nvSpPr>
        <p:spPr>
          <a:xfrm>
            <a:off x="5232401" y="3172036"/>
            <a:ext cx="6552141" cy="246221"/>
          </a:xfrm>
          <a:prstGeom prst="rect">
            <a:avLst/>
          </a:prstGeom>
        </p:spPr>
        <p:txBody>
          <a:bodyPr wrap="square" lIns="0" tIns="0" rIns="0" bIns="0" anchor="t">
            <a:noAutofit/>
          </a:bodyPr>
          <a:lstStyle>
            <a:lvl1pPr marL="0" indent="0">
              <a:lnSpc>
                <a:spcPct val="100000"/>
              </a:lnSpc>
              <a:spcBef>
                <a:spcPts val="933"/>
              </a:spcBef>
              <a:buFontTx/>
              <a:buNone/>
              <a:defRPr sz="1600">
                <a:solidFill>
                  <a:schemeClr val="tx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Add a intro text</a:t>
            </a:r>
          </a:p>
        </p:txBody>
      </p:sp>
      <p:sp>
        <p:nvSpPr>
          <p:cNvPr id="7" name="Text 0">
            <a:extLst>
              <a:ext uri="{FF2B5EF4-FFF2-40B4-BE49-F238E27FC236}">
                <a16:creationId xmlns:a16="http://schemas.microsoft.com/office/drawing/2014/main" id="{ECDE366D-4386-BFD9-8920-C1DD0595B719}"/>
              </a:ext>
            </a:extLst>
          </p:cNvPr>
          <p:cNvSpPr>
            <a:spLocks noGrp="1" noChangeAspect="1"/>
          </p:cNvSpPr>
          <p:nvPr>
            <p:ph type="body" idx="164" hasCustomPrompt="1"/>
          </p:nvPr>
        </p:nvSpPr>
        <p:spPr>
          <a:xfrm>
            <a:off x="5232400" y="935823"/>
            <a:ext cx="1727200"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00</a:t>
            </a:r>
          </a:p>
        </p:txBody>
      </p:sp>
    </p:spTree>
    <p:extLst>
      <p:ext uri="{BB962C8B-B14F-4D97-AF65-F5344CB8AC3E}">
        <p14:creationId xmlns:p14="http://schemas.microsoft.com/office/powerpoint/2010/main" val="4207524627"/>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ection Divider / White / 4">
    <p:bg>
      <p:bgPr>
        <a:solidFill>
          <a:schemeClr val="bg1"/>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56A6C61-AA59-8B2A-7505-903545EFCF25}"/>
              </a:ext>
            </a:extLst>
          </p:cNvPr>
          <p:cNvSpPr>
            <a:spLocks noGrp="1" noChangeAspect="1"/>
          </p:cNvSpPr>
          <p:nvPr>
            <p:ph type="body" idx="104" hasCustomPrompt="1"/>
          </p:nvPr>
        </p:nvSpPr>
        <p:spPr>
          <a:xfrm>
            <a:off x="427446" y="2024083"/>
            <a:ext cx="6532155"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Section title</a:t>
            </a:r>
          </a:p>
        </p:txBody>
      </p:sp>
      <p:sp>
        <p:nvSpPr>
          <p:cNvPr id="5" name="Text Placeholder 2">
            <a:extLst>
              <a:ext uri="{FF2B5EF4-FFF2-40B4-BE49-F238E27FC236}">
                <a16:creationId xmlns:a16="http://schemas.microsoft.com/office/drawing/2014/main" id="{49F36E73-E6ED-B9B2-CDBF-4E85CF25429E}"/>
              </a:ext>
            </a:extLst>
          </p:cNvPr>
          <p:cNvSpPr>
            <a:spLocks noGrp="1"/>
          </p:cNvSpPr>
          <p:nvPr>
            <p:ph type="body" sz="quarter" idx="112" hasCustomPrompt="1"/>
          </p:nvPr>
        </p:nvSpPr>
        <p:spPr>
          <a:xfrm>
            <a:off x="427446" y="3172036"/>
            <a:ext cx="6532155" cy="246221"/>
          </a:xfrm>
          <a:prstGeom prst="rect">
            <a:avLst/>
          </a:prstGeom>
        </p:spPr>
        <p:txBody>
          <a:bodyPr wrap="square" lIns="0" tIns="0" rIns="0" bIns="0" anchor="t">
            <a:noAutofit/>
          </a:bodyPr>
          <a:lstStyle>
            <a:lvl1pPr marL="0" indent="0">
              <a:lnSpc>
                <a:spcPct val="100000"/>
              </a:lnSpc>
              <a:spcBef>
                <a:spcPts val="933"/>
              </a:spcBef>
              <a:buFontTx/>
              <a:buNone/>
              <a:defRPr sz="1600">
                <a:solidFill>
                  <a:schemeClr val="tx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Add a intro text</a:t>
            </a:r>
          </a:p>
        </p:txBody>
      </p:sp>
      <p:sp>
        <p:nvSpPr>
          <p:cNvPr id="9" name="Text 0">
            <a:extLst>
              <a:ext uri="{FF2B5EF4-FFF2-40B4-BE49-F238E27FC236}">
                <a16:creationId xmlns:a16="http://schemas.microsoft.com/office/drawing/2014/main" id="{33A13B35-97F9-59FB-60F8-1689537D3288}"/>
              </a:ext>
            </a:extLst>
          </p:cNvPr>
          <p:cNvSpPr>
            <a:spLocks noGrp="1" noChangeAspect="1"/>
          </p:cNvSpPr>
          <p:nvPr>
            <p:ph type="body" idx="164" hasCustomPrompt="1"/>
          </p:nvPr>
        </p:nvSpPr>
        <p:spPr>
          <a:xfrm>
            <a:off x="427445" y="915838"/>
            <a:ext cx="1732613"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00</a:t>
            </a:r>
          </a:p>
        </p:txBody>
      </p:sp>
      <p:pic>
        <p:nvPicPr>
          <p:cNvPr id="11" name="Xebia" descr="preencoded.png">
            <a:extLst>
              <a:ext uri="{FF2B5EF4-FFF2-40B4-BE49-F238E27FC236}">
                <a16:creationId xmlns:a16="http://schemas.microsoft.com/office/drawing/2014/main" id="{FE94E470-19A2-1ACD-4837-E100C6ED6F07}"/>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sp>
        <p:nvSpPr>
          <p:cNvPr id="12" name="Text 0">
            <a:extLst>
              <a:ext uri="{FF2B5EF4-FFF2-40B4-BE49-F238E27FC236}">
                <a16:creationId xmlns:a16="http://schemas.microsoft.com/office/drawing/2014/main" id="{CC116E56-59C8-2B8B-1E49-0ED44256A853}"/>
              </a:ext>
            </a:extLst>
          </p:cNvPr>
          <p:cNvSpPr>
            <a:spLocks noGrp="1"/>
          </p:cNvSpPr>
          <p:nvPr>
            <p:ph type="body" idx="106" hasCustomPrompt="1"/>
          </p:nvPr>
        </p:nvSpPr>
        <p:spPr>
          <a:xfrm>
            <a:off x="406399" y="408054"/>
            <a:ext cx="7512000"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cxnSp>
        <p:nvCxnSpPr>
          <p:cNvPr id="13" name="Straight Connector 12">
            <a:extLst>
              <a:ext uri="{FF2B5EF4-FFF2-40B4-BE49-F238E27FC236}">
                <a16:creationId xmlns:a16="http://schemas.microsoft.com/office/drawing/2014/main" id="{94C2AB26-535F-5CB6-7334-1A287921B190}"/>
              </a:ext>
            </a:extLst>
          </p:cNvPr>
          <p:cNvCxnSpPr>
            <a:cxnSpLocks/>
          </p:cNvCxnSpPr>
          <p:nvPr/>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Picture Placeholder 8">
            <a:extLst>
              <a:ext uri="{FF2B5EF4-FFF2-40B4-BE49-F238E27FC236}">
                <a16:creationId xmlns:a16="http://schemas.microsoft.com/office/drawing/2014/main" id="{4A807B87-2A01-FFD7-38D2-FAE224DE70A0}"/>
              </a:ext>
            </a:extLst>
          </p:cNvPr>
          <p:cNvSpPr>
            <a:spLocks noGrp="1"/>
          </p:cNvSpPr>
          <p:nvPr>
            <p:ph type="pic" sz="quarter" idx="163"/>
          </p:nvPr>
        </p:nvSpPr>
        <p:spPr>
          <a:xfrm>
            <a:off x="7920569" y="889001"/>
            <a:ext cx="3865033" cy="5270500"/>
          </a:xfrm>
          <a:prstGeom prst="roundRect">
            <a:avLst>
              <a:gd name="adj" fmla="val 3315"/>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tx1"/>
                </a:solidFill>
              </a:defRPr>
            </a:lvl1pPr>
          </a:lstStyle>
          <a:p>
            <a:pPr marL="0" lvl="0" indent="0">
              <a:buNone/>
            </a:pPr>
            <a:r>
              <a:rPr lang="en-US"/>
              <a:t>Click icon to add picture</a:t>
            </a:r>
          </a:p>
        </p:txBody>
      </p:sp>
      <p:sp>
        <p:nvSpPr>
          <p:cNvPr id="15" name="Slide Number Placeholder 4">
            <a:extLst>
              <a:ext uri="{FF2B5EF4-FFF2-40B4-BE49-F238E27FC236}">
                <a16:creationId xmlns:a16="http://schemas.microsoft.com/office/drawing/2014/main" id="{5A51D5FA-B58C-C363-93A7-BAEAE81C55A8}"/>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B55D9570-D3FC-6D43-AC32-D988B1849109}" type="slidenum">
              <a:rPr lang="en-PL" smtClean="0"/>
              <a:pPr/>
              <a:t>‹#›</a:t>
            </a:fld>
            <a:endParaRPr lang="en-PL"/>
          </a:p>
        </p:txBody>
      </p:sp>
      <p:sp>
        <p:nvSpPr>
          <p:cNvPr id="16" name="Symbol zastępczy stopki 1">
            <a:extLst>
              <a:ext uri="{FF2B5EF4-FFF2-40B4-BE49-F238E27FC236}">
                <a16:creationId xmlns:a16="http://schemas.microsoft.com/office/drawing/2014/main" id="{76C34122-C471-3000-ABA2-7CD0A6F73AF6}"/>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Tree>
    <p:extLst>
      <p:ext uri="{BB962C8B-B14F-4D97-AF65-F5344CB8AC3E}">
        <p14:creationId xmlns:p14="http://schemas.microsoft.com/office/powerpoint/2010/main" val="1995592755"/>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ection Divider / Dark / 4">
    <p:bg>
      <p:bgPr>
        <a:solidFill>
          <a:srgbClr val="130025"/>
        </a:solidFill>
        <a:effectLst/>
      </p:bgPr>
    </p:bg>
    <p:spTree>
      <p:nvGrpSpPr>
        <p:cNvPr id="1" name=""/>
        <p:cNvGrpSpPr/>
        <p:nvPr/>
      </p:nvGrpSpPr>
      <p:grpSpPr>
        <a:xfrm>
          <a:off x="0" y="0"/>
          <a:ext cx="0" cy="0"/>
          <a:chOff x="0" y="0"/>
          <a:chExt cx="0" cy="0"/>
        </a:xfrm>
      </p:grpSpPr>
      <p:pic>
        <p:nvPicPr>
          <p:cNvPr id="11" name="Xebia" descr="preencoded.png">
            <a:extLst>
              <a:ext uri="{FF2B5EF4-FFF2-40B4-BE49-F238E27FC236}">
                <a16:creationId xmlns:a16="http://schemas.microsoft.com/office/drawing/2014/main" id="{FE94E470-19A2-1ACD-4837-E100C6ED6F07}"/>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sp>
        <p:nvSpPr>
          <p:cNvPr id="12" name="Text 0">
            <a:extLst>
              <a:ext uri="{FF2B5EF4-FFF2-40B4-BE49-F238E27FC236}">
                <a16:creationId xmlns:a16="http://schemas.microsoft.com/office/drawing/2014/main" id="{CC116E56-59C8-2B8B-1E49-0ED44256A853}"/>
              </a:ext>
            </a:extLst>
          </p:cNvPr>
          <p:cNvSpPr>
            <a:spLocks noGrp="1"/>
          </p:cNvSpPr>
          <p:nvPr>
            <p:ph type="body" idx="106" hasCustomPrompt="1"/>
          </p:nvPr>
        </p:nvSpPr>
        <p:spPr>
          <a:xfrm>
            <a:off x="406399" y="408054"/>
            <a:ext cx="7512000"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bg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15" name="Slide Number Placeholder 4">
            <a:extLst>
              <a:ext uri="{FF2B5EF4-FFF2-40B4-BE49-F238E27FC236}">
                <a16:creationId xmlns:a16="http://schemas.microsoft.com/office/drawing/2014/main" id="{5A51D5FA-B58C-C363-93A7-BAEAE81C55A8}"/>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B55D9570-D3FC-6D43-AC32-D988B1849109}" type="slidenum">
              <a:rPr lang="en-PL" smtClean="0"/>
              <a:pPr/>
              <a:t>‹#›</a:t>
            </a:fld>
            <a:endParaRPr lang="en-PL"/>
          </a:p>
        </p:txBody>
      </p:sp>
      <p:sp>
        <p:nvSpPr>
          <p:cNvPr id="16" name="Symbol zastępczy stopki 1">
            <a:extLst>
              <a:ext uri="{FF2B5EF4-FFF2-40B4-BE49-F238E27FC236}">
                <a16:creationId xmlns:a16="http://schemas.microsoft.com/office/drawing/2014/main" id="{76C34122-C471-3000-ABA2-7CD0A6F73AF6}"/>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cxnSp>
        <p:nvCxnSpPr>
          <p:cNvPr id="4" name="Straight Connector 3">
            <a:extLst>
              <a:ext uri="{FF2B5EF4-FFF2-40B4-BE49-F238E27FC236}">
                <a16:creationId xmlns:a16="http://schemas.microsoft.com/office/drawing/2014/main" id="{56E0FA0B-14B1-0210-DACF-03389AA35ABE}"/>
              </a:ext>
            </a:extLst>
          </p:cNvPr>
          <p:cNvCxnSpPr>
            <a:cxnSpLocks/>
          </p:cNvCxnSpPr>
          <p:nvPr/>
        </p:nvCxnSpPr>
        <p:spPr>
          <a:xfrm>
            <a:off x="406400" y="698500"/>
            <a:ext cx="11385550" cy="0"/>
          </a:xfrm>
          <a:prstGeom prst="line">
            <a:avLst/>
          </a:prstGeom>
          <a:ln>
            <a:solidFill>
              <a:schemeClr val="bg1">
                <a:alpha val="53000"/>
              </a:schemeClr>
            </a:solidFill>
          </a:ln>
        </p:spPr>
        <p:style>
          <a:lnRef idx="1">
            <a:schemeClr val="accent1"/>
          </a:lnRef>
          <a:fillRef idx="0">
            <a:schemeClr val="accent1"/>
          </a:fillRef>
          <a:effectRef idx="0">
            <a:schemeClr val="accent1"/>
          </a:effectRef>
          <a:fontRef idx="minor">
            <a:schemeClr val="tx1"/>
          </a:fontRef>
        </p:style>
      </p:cxnSp>
      <p:sp>
        <p:nvSpPr>
          <p:cNvPr id="8" name="Picture Placeholder 8">
            <a:extLst>
              <a:ext uri="{FF2B5EF4-FFF2-40B4-BE49-F238E27FC236}">
                <a16:creationId xmlns:a16="http://schemas.microsoft.com/office/drawing/2014/main" id="{9BB6D89B-742B-EB85-2A4C-1092E519461C}"/>
              </a:ext>
            </a:extLst>
          </p:cNvPr>
          <p:cNvSpPr>
            <a:spLocks noGrp="1"/>
          </p:cNvSpPr>
          <p:nvPr>
            <p:ph type="pic" sz="quarter" idx="163"/>
          </p:nvPr>
        </p:nvSpPr>
        <p:spPr>
          <a:xfrm>
            <a:off x="7920569" y="889001"/>
            <a:ext cx="3865033" cy="5270500"/>
          </a:xfrm>
          <a:prstGeom prst="roundRect">
            <a:avLst>
              <a:gd name="adj" fmla="val 3315"/>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bg1"/>
                </a:solidFill>
              </a:defRPr>
            </a:lvl1pPr>
          </a:lstStyle>
          <a:p>
            <a:pPr marL="0" lvl="0" indent="0">
              <a:buNone/>
            </a:pPr>
            <a:r>
              <a:rPr lang="en-US"/>
              <a:t>Click icon to add picture</a:t>
            </a:r>
          </a:p>
        </p:txBody>
      </p:sp>
      <p:sp>
        <p:nvSpPr>
          <p:cNvPr id="2" name="Text 0">
            <a:extLst>
              <a:ext uri="{FF2B5EF4-FFF2-40B4-BE49-F238E27FC236}">
                <a16:creationId xmlns:a16="http://schemas.microsoft.com/office/drawing/2014/main" id="{443EEF60-D8FB-46CA-9E8E-3CED0A1573C4}"/>
              </a:ext>
            </a:extLst>
          </p:cNvPr>
          <p:cNvSpPr>
            <a:spLocks noGrp="1" noChangeAspect="1"/>
          </p:cNvSpPr>
          <p:nvPr>
            <p:ph type="body" idx="104" hasCustomPrompt="1"/>
          </p:nvPr>
        </p:nvSpPr>
        <p:spPr>
          <a:xfrm>
            <a:off x="427446" y="2024083"/>
            <a:ext cx="6532155"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bg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Section title</a:t>
            </a:r>
          </a:p>
        </p:txBody>
      </p:sp>
      <p:sp>
        <p:nvSpPr>
          <p:cNvPr id="5" name="Text Placeholder 2">
            <a:extLst>
              <a:ext uri="{FF2B5EF4-FFF2-40B4-BE49-F238E27FC236}">
                <a16:creationId xmlns:a16="http://schemas.microsoft.com/office/drawing/2014/main" id="{F4F79C72-E86E-8A8E-6595-E15CB50A1716}"/>
              </a:ext>
            </a:extLst>
          </p:cNvPr>
          <p:cNvSpPr>
            <a:spLocks noGrp="1"/>
          </p:cNvSpPr>
          <p:nvPr>
            <p:ph type="body" sz="quarter" idx="112" hasCustomPrompt="1"/>
          </p:nvPr>
        </p:nvSpPr>
        <p:spPr>
          <a:xfrm>
            <a:off x="427446" y="3172036"/>
            <a:ext cx="6532155" cy="246221"/>
          </a:xfrm>
          <a:prstGeom prst="rect">
            <a:avLst/>
          </a:prstGeom>
        </p:spPr>
        <p:txBody>
          <a:bodyPr wrap="square" lIns="0" tIns="0" rIns="0" bIns="0" anchor="t">
            <a:noAutofit/>
          </a:bodyPr>
          <a:lstStyle>
            <a:lvl1pPr marL="0" indent="0">
              <a:lnSpc>
                <a:spcPct val="100000"/>
              </a:lnSpc>
              <a:spcBef>
                <a:spcPts val="933"/>
              </a:spcBef>
              <a:buFontTx/>
              <a:buNone/>
              <a:defRPr sz="1600">
                <a:solidFill>
                  <a:schemeClr val="bg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Add a intro text</a:t>
            </a:r>
          </a:p>
        </p:txBody>
      </p:sp>
      <p:sp>
        <p:nvSpPr>
          <p:cNvPr id="9" name="Text 0">
            <a:extLst>
              <a:ext uri="{FF2B5EF4-FFF2-40B4-BE49-F238E27FC236}">
                <a16:creationId xmlns:a16="http://schemas.microsoft.com/office/drawing/2014/main" id="{D8BC33B6-30E0-9DA1-AB60-F8A9EE25D827}"/>
              </a:ext>
            </a:extLst>
          </p:cNvPr>
          <p:cNvSpPr>
            <a:spLocks noGrp="1" noChangeAspect="1"/>
          </p:cNvSpPr>
          <p:nvPr>
            <p:ph type="body" idx="164" hasCustomPrompt="1"/>
          </p:nvPr>
        </p:nvSpPr>
        <p:spPr>
          <a:xfrm>
            <a:off x="427445" y="915838"/>
            <a:ext cx="1732613"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bg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00</a:t>
            </a:r>
          </a:p>
        </p:txBody>
      </p:sp>
    </p:spTree>
    <p:extLst>
      <p:ext uri="{BB962C8B-B14F-4D97-AF65-F5344CB8AC3E}">
        <p14:creationId xmlns:p14="http://schemas.microsoft.com/office/powerpoint/2010/main" val="90515622"/>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ection Divider / Grey / 4">
    <p:bg>
      <p:bgPr>
        <a:solidFill>
          <a:srgbClr val="E3E3E7"/>
        </a:solidFill>
        <a:effectLst/>
      </p:bgPr>
    </p:bg>
    <p:spTree>
      <p:nvGrpSpPr>
        <p:cNvPr id="1" name=""/>
        <p:cNvGrpSpPr/>
        <p:nvPr/>
      </p:nvGrpSpPr>
      <p:grpSpPr>
        <a:xfrm>
          <a:off x="0" y="0"/>
          <a:ext cx="0" cy="0"/>
          <a:chOff x="0" y="0"/>
          <a:chExt cx="0" cy="0"/>
        </a:xfrm>
      </p:grpSpPr>
      <p:pic>
        <p:nvPicPr>
          <p:cNvPr id="11" name="Xebia" descr="preencoded.png">
            <a:extLst>
              <a:ext uri="{FF2B5EF4-FFF2-40B4-BE49-F238E27FC236}">
                <a16:creationId xmlns:a16="http://schemas.microsoft.com/office/drawing/2014/main" id="{FE94E470-19A2-1ACD-4837-E100C6ED6F07}"/>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sp>
        <p:nvSpPr>
          <p:cNvPr id="12" name="Text 0">
            <a:extLst>
              <a:ext uri="{FF2B5EF4-FFF2-40B4-BE49-F238E27FC236}">
                <a16:creationId xmlns:a16="http://schemas.microsoft.com/office/drawing/2014/main" id="{CC116E56-59C8-2B8B-1E49-0ED44256A853}"/>
              </a:ext>
            </a:extLst>
          </p:cNvPr>
          <p:cNvSpPr>
            <a:spLocks noGrp="1"/>
          </p:cNvSpPr>
          <p:nvPr>
            <p:ph type="body" idx="106" hasCustomPrompt="1"/>
          </p:nvPr>
        </p:nvSpPr>
        <p:spPr>
          <a:xfrm>
            <a:off x="406399" y="408054"/>
            <a:ext cx="7512000"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cxnSp>
        <p:nvCxnSpPr>
          <p:cNvPr id="13" name="Straight Connector 12">
            <a:extLst>
              <a:ext uri="{FF2B5EF4-FFF2-40B4-BE49-F238E27FC236}">
                <a16:creationId xmlns:a16="http://schemas.microsoft.com/office/drawing/2014/main" id="{94C2AB26-535F-5CB6-7334-1A287921B190}"/>
              </a:ext>
            </a:extLst>
          </p:cNvPr>
          <p:cNvCxnSpPr>
            <a:cxnSpLocks/>
          </p:cNvCxnSpPr>
          <p:nvPr/>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5A51D5FA-B58C-C363-93A7-BAEAE81C55A8}"/>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B55D9570-D3FC-6D43-AC32-D988B1849109}" type="slidenum">
              <a:rPr lang="en-PL" smtClean="0"/>
              <a:pPr/>
              <a:t>‹#›</a:t>
            </a:fld>
            <a:endParaRPr lang="en-PL"/>
          </a:p>
        </p:txBody>
      </p:sp>
      <p:sp>
        <p:nvSpPr>
          <p:cNvPr id="16" name="Symbol zastępczy stopki 1">
            <a:extLst>
              <a:ext uri="{FF2B5EF4-FFF2-40B4-BE49-F238E27FC236}">
                <a16:creationId xmlns:a16="http://schemas.microsoft.com/office/drawing/2014/main" id="{76C34122-C471-3000-ABA2-7CD0A6F73AF6}"/>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7" name="Picture Placeholder 8">
            <a:extLst>
              <a:ext uri="{FF2B5EF4-FFF2-40B4-BE49-F238E27FC236}">
                <a16:creationId xmlns:a16="http://schemas.microsoft.com/office/drawing/2014/main" id="{6E09052B-4D26-44A2-B21E-A6F8FC7866AA}"/>
              </a:ext>
            </a:extLst>
          </p:cNvPr>
          <p:cNvSpPr>
            <a:spLocks noGrp="1"/>
          </p:cNvSpPr>
          <p:nvPr>
            <p:ph type="pic" sz="quarter" idx="163"/>
          </p:nvPr>
        </p:nvSpPr>
        <p:spPr>
          <a:xfrm>
            <a:off x="7920569" y="889001"/>
            <a:ext cx="3865033" cy="5270500"/>
          </a:xfrm>
          <a:prstGeom prst="roundRect">
            <a:avLst>
              <a:gd name="adj" fmla="val 3315"/>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tx1"/>
                </a:solidFill>
              </a:defRPr>
            </a:lvl1pPr>
          </a:lstStyle>
          <a:p>
            <a:pPr marL="0" lvl="0" indent="0">
              <a:buNone/>
            </a:pPr>
            <a:r>
              <a:rPr lang="en-US"/>
              <a:t>Click icon to add picture</a:t>
            </a:r>
          </a:p>
        </p:txBody>
      </p:sp>
      <p:sp>
        <p:nvSpPr>
          <p:cNvPr id="2" name="Text 0">
            <a:extLst>
              <a:ext uri="{FF2B5EF4-FFF2-40B4-BE49-F238E27FC236}">
                <a16:creationId xmlns:a16="http://schemas.microsoft.com/office/drawing/2014/main" id="{10FFA006-148F-8177-0DB3-EA8AD9082117}"/>
              </a:ext>
            </a:extLst>
          </p:cNvPr>
          <p:cNvSpPr>
            <a:spLocks noGrp="1" noChangeAspect="1"/>
          </p:cNvSpPr>
          <p:nvPr>
            <p:ph type="body" idx="104" hasCustomPrompt="1"/>
          </p:nvPr>
        </p:nvSpPr>
        <p:spPr>
          <a:xfrm>
            <a:off x="427446" y="2024083"/>
            <a:ext cx="6532155"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Section title</a:t>
            </a:r>
          </a:p>
        </p:txBody>
      </p:sp>
      <p:sp>
        <p:nvSpPr>
          <p:cNvPr id="5" name="Text Placeholder 2">
            <a:extLst>
              <a:ext uri="{FF2B5EF4-FFF2-40B4-BE49-F238E27FC236}">
                <a16:creationId xmlns:a16="http://schemas.microsoft.com/office/drawing/2014/main" id="{3B16A7E0-2489-88A6-3399-A1AAC69F2931}"/>
              </a:ext>
            </a:extLst>
          </p:cNvPr>
          <p:cNvSpPr>
            <a:spLocks noGrp="1"/>
          </p:cNvSpPr>
          <p:nvPr>
            <p:ph type="body" sz="quarter" idx="112" hasCustomPrompt="1"/>
          </p:nvPr>
        </p:nvSpPr>
        <p:spPr>
          <a:xfrm>
            <a:off x="427446" y="3172036"/>
            <a:ext cx="6532155" cy="246221"/>
          </a:xfrm>
          <a:prstGeom prst="rect">
            <a:avLst/>
          </a:prstGeom>
        </p:spPr>
        <p:txBody>
          <a:bodyPr wrap="square" lIns="0" tIns="0" rIns="0" bIns="0" anchor="t">
            <a:noAutofit/>
          </a:bodyPr>
          <a:lstStyle>
            <a:lvl1pPr marL="0" indent="0">
              <a:lnSpc>
                <a:spcPct val="100000"/>
              </a:lnSpc>
              <a:spcBef>
                <a:spcPts val="933"/>
              </a:spcBef>
              <a:buFontTx/>
              <a:buNone/>
              <a:defRPr sz="1600">
                <a:solidFill>
                  <a:schemeClr val="tx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Add a intro text</a:t>
            </a:r>
          </a:p>
        </p:txBody>
      </p:sp>
      <p:sp>
        <p:nvSpPr>
          <p:cNvPr id="8" name="Text 0">
            <a:extLst>
              <a:ext uri="{FF2B5EF4-FFF2-40B4-BE49-F238E27FC236}">
                <a16:creationId xmlns:a16="http://schemas.microsoft.com/office/drawing/2014/main" id="{08DD3FD7-4935-D504-ED85-D886CA5FCDA6}"/>
              </a:ext>
            </a:extLst>
          </p:cNvPr>
          <p:cNvSpPr>
            <a:spLocks noGrp="1" noChangeAspect="1"/>
          </p:cNvSpPr>
          <p:nvPr>
            <p:ph type="body" idx="164" hasCustomPrompt="1"/>
          </p:nvPr>
        </p:nvSpPr>
        <p:spPr>
          <a:xfrm>
            <a:off x="427445" y="915838"/>
            <a:ext cx="1732613"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00</a:t>
            </a:r>
          </a:p>
        </p:txBody>
      </p:sp>
    </p:spTree>
    <p:extLst>
      <p:ext uri="{BB962C8B-B14F-4D97-AF65-F5344CB8AC3E}">
        <p14:creationId xmlns:p14="http://schemas.microsoft.com/office/powerpoint/2010/main" val="564833382"/>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idebar Layout">
    <p:bg>
      <p:bgPr>
        <a:solidFill>
          <a:schemeClr val="accent2"/>
        </a:solidFill>
        <a:effectLst/>
      </p:bgPr>
    </p:bg>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CEABDB6F-69DE-6736-AEFC-DB6AFA212DDD}"/>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B55D9570-D3FC-6D43-AC32-D988B1849109}" type="slidenum">
              <a:rPr lang="en-PL" smtClean="0"/>
              <a:pPr/>
              <a:t>‹#›</a:t>
            </a:fld>
            <a:endParaRPr lang="en-PL"/>
          </a:p>
        </p:txBody>
      </p:sp>
      <p:sp>
        <p:nvSpPr>
          <p:cNvPr id="6" name="Symbol zastępczy stopki 1">
            <a:extLst>
              <a:ext uri="{FF2B5EF4-FFF2-40B4-BE49-F238E27FC236}">
                <a16:creationId xmlns:a16="http://schemas.microsoft.com/office/drawing/2014/main" id="{2708574E-B307-DD8F-EBFD-0F03215A914C}"/>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4" name="TextBox 3">
            <a:extLst>
              <a:ext uri="{FF2B5EF4-FFF2-40B4-BE49-F238E27FC236}">
                <a16:creationId xmlns:a16="http://schemas.microsoft.com/office/drawing/2014/main" id="{5F21F424-9E9D-36D8-DFDB-2535C13893AA}"/>
              </a:ext>
            </a:extLst>
          </p:cNvPr>
          <p:cNvSpPr txBox="1"/>
          <p:nvPr/>
        </p:nvSpPr>
        <p:spPr>
          <a:xfrm>
            <a:off x="406402" y="4690191"/>
            <a:ext cx="9319489" cy="1354217"/>
          </a:xfrm>
          <a:prstGeom prst="rect">
            <a:avLst/>
          </a:prstGeom>
          <a:noFill/>
        </p:spPr>
        <p:txBody>
          <a:bodyPr wrap="square" lIns="0" tIns="0" rIns="0" bIns="0" rtlCol="0" anchor="t" anchorCtr="0">
            <a:noAutofit/>
          </a:bodyPr>
          <a:lstStyle>
            <a:lvl1pPr marR="0" lvl="0" indent="0" defTabSz="609660" fontAlgn="auto">
              <a:lnSpc>
                <a:spcPct val="100000"/>
              </a:lnSpc>
              <a:spcBef>
                <a:spcPts val="0"/>
              </a:spcBef>
              <a:spcAft>
                <a:spcPts val="600"/>
              </a:spcAft>
              <a:buClrTx/>
              <a:buSzTx/>
              <a:buFontTx/>
              <a:buNone/>
              <a:tabLst/>
              <a:defRPr sz="5400" kern="0" spc="-67">
                <a:solidFill>
                  <a:schemeClr val="bg1"/>
                </a:solidFill>
                <a:latin typeface="+mj-lt"/>
                <a:ea typeface="Suisse Int'l Regular" pitchFamily="34" charset="-122"/>
                <a:cs typeface="Suisse Int'l Italic" panose="020B0504000000000000" pitchFamily="34" charset="-78"/>
              </a:defRPr>
            </a:lvl1pPr>
          </a:lstStyle>
          <a:p>
            <a:pPr lvl="0"/>
            <a:r>
              <a:rPr lang="en-US" sz="8800"/>
              <a:t>Sidebar Layout</a:t>
            </a:r>
          </a:p>
        </p:txBody>
      </p:sp>
      <p:sp>
        <p:nvSpPr>
          <p:cNvPr id="3" name="Rectangle 2">
            <a:extLst>
              <a:ext uri="{FF2B5EF4-FFF2-40B4-BE49-F238E27FC236}">
                <a16:creationId xmlns:a16="http://schemas.microsoft.com/office/drawing/2014/main" id="{C8409020-23A3-7B96-61DA-0DA257273CC3}"/>
              </a:ext>
            </a:extLst>
          </p:cNvPr>
          <p:cNvSpPr/>
          <p:nvPr/>
        </p:nvSpPr>
        <p:spPr>
          <a:xfrm>
            <a:off x="0" y="0"/>
            <a:ext cx="12192000" cy="404813"/>
          </a:xfrm>
          <a:prstGeom prst="rect">
            <a:avLst/>
          </a:prstGeom>
          <a:pattFill prst="wdUpDiag">
            <a:fgClr>
              <a:schemeClr val="bg1"/>
            </a:fgClr>
            <a:bgClr>
              <a:srgbClr val="CCA63E"/>
            </a:bgClr>
          </a:patt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sz="1400">
              <a:solidFill>
                <a:schemeClr val="bg1"/>
              </a:solidFill>
            </a:endParaRPr>
          </a:p>
        </p:txBody>
      </p:sp>
      <p:sp>
        <p:nvSpPr>
          <p:cNvPr id="5" name="Rectangle 4">
            <a:extLst>
              <a:ext uri="{FF2B5EF4-FFF2-40B4-BE49-F238E27FC236}">
                <a16:creationId xmlns:a16="http://schemas.microsoft.com/office/drawing/2014/main" id="{143FE2C9-EE7C-902A-D257-E3234F6A0DEB}"/>
              </a:ext>
            </a:extLst>
          </p:cNvPr>
          <p:cNvSpPr/>
          <p:nvPr/>
        </p:nvSpPr>
        <p:spPr>
          <a:xfrm>
            <a:off x="0" y="6453187"/>
            <a:ext cx="12192000" cy="404813"/>
          </a:xfrm>
          <a:prstGeom prst="rect">
            <a:avLst/>
          </a:prstGeom>
          <a:pattFill prst="wdUpDiag">
            <a:fgClr>
              <a:schemeClr val="bg1"/>
            </a:fgClr>
            <a:bgClr>
              <a:srgbClr val="CCA63E"/>
            </a:bgClr>
          </a:patt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sz="1400">
              <a:solidFill>
                <a:schemeClr val="bg1"/>
              </a:solidFill>
            </a:endParaRPr>
          </a:p>
        </p:txBody>
      </p:sp>
    </p:spTree>
    <p:extLst>
      <p:ext uri="{BB962C8B-B14F-4D97-AF65-F5344CB8AC3E}">
        <p14:creationId xmlns:p14="http://schemas.microsoft.com/office/powerpoint/2010/main" val="3285465369"/>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Image / Right / Light">
    <p:bg>
      <p:bgRef idx="1001">
        <a:schemeClr val="bg1"/>
      </p:bgRef>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p:nvPicPr>
        <p:blipFill>
          <a:blip r:embed="rId4"/>
          <a:srcRect/>
          <a:stretch/>
        </p:blipFill>
        <p:spPr>
          <a:xfrm>
            <a:off x="406400" y="526699"/>
            <a:ext cx="0" cy="2400"/>
          </a:xfrm>
          <a:prstGeom prst="rect">
            <a:avLst/>
          </a:prstGeom>
          <a:noFill/>
        </p:spPr>
      </p:pic>
      <p:cxnSp>
        <p:nvCxnSpPr>
          <p:cNvPr id="4" name="Straight Connector 3">
            <a:extLst>
              <a:ext uri="{FF2B5EF4-FFF2-40B4-BE49-F238E27FC236}">
                <a16:creationId xmlns:a16="http://schemas.microsoft.com/office/drawing/2014/main" id="{07F01079-9486-1C02-1353-8C1E16BDE6F0}"/>
              </a:ext>
            </a:extLst>
          </p:cNvPr>
          <p:cNvCxnSpPr>
            <a:cxnSpLocks/>
          </p:cNvCxnSpPr>
          <p:nvPr/>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Picture Placeholder 8">
            <a:extLst>
              <a:ext uri="{FF2B5EF4-FFF2-40B4-BE49-F238E27FC236}">
                <a16:creationId xmlns:a16="http://schemas.microsoft.com/office/drawing/2014/main" id="{8B1AB890-D81D-B3B8-879B-1CA628996562}"/>
              </a:ext>
            </a:extLst>
          </p:cNvPr>
          <p:cNvSpPr>
            <a:spLocks noGrp="1"/>
          </p:cNvSpPr>
          <p:nvPr>
            <p:ph type="pic" sz="quarter" idx="163"/>
          </p:nvPr>
        </p:nvSpPr>
        <p:spPr>
          <a:xfrm>
            <a:off x="6192310" y="901698"/>
            <a:ext cx="5593291" cy="5365663"/>
          </a:xfrm>
          <a:prstGeom prst="roundRect">
            <a:avLst>
              <a:gd name="adj" fmla="val 1472"/>
            </a:avLst>
          </a:prstGeom>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10" name="Title 9">
            <a:extLst>
              <a:ext uri="{FF2B5EF4-FFF2-40B4-BE49-F238E27FC236}">
                <a16:creationId xmlns:a16="http://schemas.microsoft.com/office/drawing/2014/main" id="{B31E2EF7-CFF4-C403-6EBB-08AF3EF973AF}"/>
              </a:ext>
            </a:extLst>
          </p:cNvPr>
          <p:cNvSpPr>
            <a:spLocks noGrp="1"/>
          </p:cNvSpPr>
          <p:nvPr>
            <p:ph type="title" hasCustomPrompt="1"/>
          </p:nvPr>
        </p:nvSpPr>
        <p:spPr>
          <a:xfrm>
            <a:off x="407459" y="901698"/>
            <a:ext cx="5592000" cy="369332"/>
          </a:xfrm>
          <a:prstGeom prst="rect">
            <a:avLst/>
          </a:prstGeom>
        </p:spPr>
        <p:txBody>
          <a:bodyPr wrap="square" lIns="0" tIns="0" rIns="0" bIns="0" anchor="t">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
        <p:nvSpPr>
          <p:cNvPr id="11" name="Text 0">
            <a:extLst>
              <a:ext uri="{FF2B5EF4-FFF2-40B4-BE49-F238E27FC236}">
                <a16:creationId xmlns:a16="http://schemas.microsoft.com/office/drawing/2014/main" id="{C2F38E1C-3406-9AE3-5432-78F0BDF76117}"/>
              </a:ext>
            </a:extLst>
          </p:cNvPr>
          <p:cNvSpPr>
            <a:spLocks noGrp="1"/>
          </p:cNvSpPr>
          <p:nvPr>
            <p:ph type="body" idx="106" hasCustomPrompt="1"/>
          </p:nvPr>
        </p:nvSpPr>
        <p:spPr>
          <a:xfrm>
            <a:off x="406400" y="408054"/>
            <a:ext cx="5592000"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5" name="Text Placeholder 2">
            <a:extLst>
              <a:ext uri="{FF2B5EF4-FFF2-40B4-BE49-F238E27FC236}">
                <a16:creationId xmlns:a16="http://schemas.microsoft.com/office/drawing/2014/main" id="{88573E5F-051F-3030-E9D2-5FB0CB6786EB}"/>
              </a:ext>
            </a:extLst>
          </p:cNvPr>
          <p:cNvSpPr>
            <a:spLocks noGrp="1" noChangeAspect="1"/>
          </p:cNvSpPr>
          <p:nvPr>
            <p:ph type="body" sz="quarter" idx="110"/>
          </p:nvPr>
        </p:nvSpPr>
        <p:spPr>
          <a:xfrm>
            <a:off x="409714" y="1706620"/>
            <a:ext cx="5588687" cy="184666"/>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marL="0" marR="0" lvl="0" indent="0" algn="l" defTabSz="609660" rtl="0" eaLnBrk="1" fontAlgn="auto" latinLnBrk="0" hangingPunct="1">
              <a:lnSpc>
                <a:spcPct val="100000"/>
              </a:lnSpc>
              <a:spcBef>
                <a:spcPts val="933"/>
              </a:spcBef>
              <a:spcAft>
                <a:spcPts val="0"/>
              </a:spcAft>
              <a:buClrTx/>
              <a:buSzTx/>
              <a:buFontTx/>
              <a:buNone/>
              <a:tabLst/>
              <a:defRPr/>
            </a:pPr>
            <a:r>
              <a:rPr lang="en-US"/>
              <a:t>Click to edit Master text styles</a:t>
            </a:r>
          </a:p>
        </p:txBody>
      </p:sp>
      <p:sp>
        <p:nvSpPr>
          <p:cNvPr id="9" name="Slide Number Placeholder 4">
            <a:extLst>
              <a:ext uri="{FF2B5EF4-FFF2-40B4-BE49-F238E27FC236}">
                <a16:creationId xmlns:a16="http://schemas.microsoft.com/office/drawing/2014/main" id="{BE47DD87-CD86-77C5-A047-84297D52C592}"/>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12" name="Symbol zastępczy stopki 1">
            <a:extLst>
              <a:ext uri="{FF2B5EF4-FFF2-40B4-BE49-F238E27FC236}">
                <a16:creationId xmlns:a16="http://schemas.microsoft.com/office/drawing/2014/main" id="{DAA17F4A-49DE-A700-6F22-805C3F39EFE0}"/>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pic>
        <p:nvPicPr>
          <p:cNvPr id="6" name="Xebia" descr="preencoded.png">
            <a:extLst>
              <a:ext uri="{FF2B5EF4-FFF2-40B4-BE49-F238E27FC236}">
                <a16:creationId xmlns:a16="http://schemas.microsoft.com/office/drawing/2014/main" id="{54A77FD4-A9F3-8491-2AC5-681177347DB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7" name="Line 14" descr="preencoded.png">
            <a:extLst>
              <a:ext uri="{FF2B5EF4-FFF2-40B4-BE49-F238E27FC236}">
                <a16:creationId xmlns:a16="http://schemas.microsoft.com/office/drawing/2014/main" id="{13C26809-D294-AE40-B9BE-31322EADE945}"/>
              </a:ext>
            </a:extLst>
          </p:cNvPr>
          <p:cNvPicPr preferRelativeResize="0">
            <a:picLocks/>
          </p:cNvPicPr>
          <p:nvPr userDrawn="1"/>
        </p:nvPicPr>
        <p:blipFill>
          <a:blip r:embed="rId4"/>
          <a:srcRect/>
          <a:stretch/>
        </p:blipFill>
        <p:spPr>
          <a:xfrm>
            <a:off x="406400" y="526699"/>
            <a:ext cx="0" cy="2400"/>
          </a:xfrm>
          <a:prstGeom prst="rect">
            <a:avLst/>
          </a:prstGeom>
          <a:noFill/>
        </p:spPr>
      </p:pic>
      <p:cxnSp>
        <p:nvCxnSpPr>
          <p:cNvPr id="13" name="Straight Connector 12">
            <a:extLst>
              <a:ext uri="{FF2B5EF4-FFF2-40B4-BE49-F238E27FC236}">
                <a16:creationId xmlns:a16="http://schemas.microsoft.com/office/drawing/2014/main" id="{E9719637-C13A-E5A8-9ADD-31B9251C0DCB}"/>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4629962"/>
      </p:ext>
    </p:extLst>
  </p:cSld>
  <p:clrMapOvr>
    <a:masterClrMapping/>
  </p:clrMapOvr>
  <p:extLst>
    <p:ext uri="{DCECCB84-F9BA-43D5-87BE-67443E8EF086}">
      <p15:sldGuideLst xmlns:p15="http://schemas.microsoft.com/office/powerpoint/2012/main">
        <p15:guide id="1" orient="horz" pos="255">
          <p15:clr>
            <a:srgbClr val="A4A3A4"/>
          </p15:clr>
        </p15:guide>
        <p15:guide id="3" pos="3901">
          <p15:clr>
            <a:srgbClr val="C35EA4"/>
          </p15:clr>
        </p15:guide>
        <p15:guide id="4" pos="3779">
          <p15:clr>
            <a:srgbClr val="C35EA4"/>
          </p15:clr>
        </p15:guide>
        <p15:guide id="5" pos="4384">
          <p15:clr>
            <a:srgbClr val="C35EA4"/>
          </p15:clr>
        </p15:guide>
        <p15:guide id="6" pos="3296">
          <p15:clr>
            <a:srgbClr val="C35EA4"/>
          </p15:clr>
        </p15:guide>
        <p15:guide id="7" pos="3175">
          <p15:clr>
            <a:srgbClr val="C35EA4"/>
          </p15:clr>
        </p15:guide>
        <p15:guide id="8" pos="2691">
          <p15:clr>
            <a:srgbClr val="C35EA4"/>
          </p15:clr>
        </p15:guide>
        <p15:guide id="9" pos="4989">
          <p15:clr>
            <a:srgbClr val="C35EA4"/>
          </p15:clr>
        </p15:guide>
        <p15:guide id="11" pos="5110">
          <p15:clr>
            <a:srgbClr val="C35EA4"/>
          </p15:clr>
        </p15:guide>
        <p15:guide id="12" pos="5594">
          <p15:clr>
            <a:srgbClr val="C35EA4"/>
          </p15:clr>
        </p15:guide>
        <p15:guide id="13" pos="2086">
          <p15:clr>
            <a:srgbClr val="C35EA4"/>
          </p15:clr>
        </p15:guide>
        <p15:guide id="15" pos="5715">
          <p15:clr>
            <a:srgbClr val="C35EA4"/>
          </p15:clr>
        </p15:guide>
        <p15:guide id="16" pos="6199">
          <p15:clr>
            <a:srgbClr val="C35EA4"/>
          </p15:clr>
        </p15:guide>
        <p15:guide id="18" pos="1361">
          <p15:clr>
            <a:srgbClr val="C35EA4"/>
          </p15:clr>
        </p15:guide>
        <p15:guide id="19" pos="6319">
          <p15:clr>
            <a:srgbClr val="C35EA4"/>
          </p15:clr>
        </p15:guide>
        <p15:guide id="20" pos="6803">
          <p15:clr>
            <a:srgbClr val="C35EA4"/>
          </p15:clr>
        </p15:guide>
        <p15:guide id="21" pos="877">
          <p15:clr>
            <a:srgbClr val="C35EA4"/>
          </p15:clr>
        </p15:guide>
        <p15:guide id="22" pos="755">
          <p15:clr>
            <a:srgbClr val="C35EA4"/>
          </p15:clr>
        </p15:guide>
        <p15:guide id="23" pos="6925">
          <p15:clr>
            <a:srgbClr val="C35EA4"/>
          </p15:clr>
        </p15:guide>
        <p15:guide id="24" pos="7423">
          <p15:clr>
            <a:srgbClr val="A4A3A4"/>
          </p15:clr>
        </p15:guide>
        <p15:guide id="25" pos="257">
          <p15:clr>
            <a:srgbClr val="A4A3A4"/>
          </p15:clr>
        </p15:guide>
        <p15:guide id="26" orient="horz" pos="4065">
          <p15:clr>
            <a:srgbClr val="A4A3A4"/>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Image / Right / Dark">
    <p:bg>
      <p:bgPr>
        <a:solidFill>
          <a:srgbClr val="140025"/>
        </a:solidFill>
        <a:effectLst/>
      </p:bgPr>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p:nvPicPr>
        <p:blipFill>
          <a:blip r:embed="rId4"/>
          <a:srcRect/>
          <a:stretch/>
        </p:blipFill>
        <p:spPr>
          <a:xfrm>
            <a:off x="406400" y="526699"/>
            <a:ext cx="0" cy="2400"/>
          </a:xfrm>
          <a:prstGeom prst="rect">
            <a:avLst/>
          </a:prstGeom>
          <a:noFill/>
        </p:spPr>
      </p:pic>
      <p:sp>
        <p:nvSpPr>
          <p:cNvPr id="8" name="Picture Placeholder 8">
            <a:extLst>
              <a:ext uri="{FF2B5EF4-FFF2-40B4-BE49-F238E27FC236}">
                <a16:creationId xmlns:a16="http://schemas.microsoft.com/office/drawing/2014/main" id="{8B1AB890-D81D-B3B8-879B-1CA628996562}"/>
              </a:ext>
            </a:extLst>
          </p:cNvPr>
          <p:cNvSpPr>
            <a:spLocks noGrp="1"/>
          </p:cNvSpPr>
          <p:nvPr>
            <p:ph type="pic" sz="quarter" idx="163" hasCustomPrompt="1"/>
          </p:nvPr>
        </p:nvSpPr>
        <p:spPr>
          <a:xfrm>
            <a:off x="6192310" y="901699"/>
            <a:ext cx="5593291" cy="536566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bg1"/>
                </a:solidFill>
              </a:defRPr>
            </a:lvl1pPr>
          </a:lstStyle>
          <a:p>
            <a:pPr marL="0" lvl="0" indent="0">
              <a:buNone/>
            </a:pPr>
            <a:r>
              <a:rPr lang="en-US"/>
              <a:t>Picture</a:t>
            </a:r>
          </a:p>
        </p:txBody>
      </p:sp>
      <p:sp>
        <p:nvSpPr>
          <p:cNvPr id="10" name="Title 9">
            <a:extLst>
              <a:ext uri="{FF2B5EF4-FFF2-40B4-BE49-F238E27FC236}">
                <a16:creationId xmlns:a16="http://schemas.microsoft.com/office/drawing/2014/main" id="{B31E2EF7-CFF4-C403-6EBB-08AF3EF973AF}"/>
              </a:ext>
            </a:extLst>
          </p:cNvPr>
          <p:cNvSpPr>
            <a:spLocks noGrp="1"/>
          </p:cNvSpPr>
          <p:nvPr>
            <p:ph type="title"/>
          </p:nvPr>
        </p:nvSpPr>
        <p:spPr>
          <a:xfrm>
            <a:off x="407460" y="917084"/>
            <a:ext cx="5592234" cy="369332"/>
          </a:xfrm>
          <a:prstGeom prst="rect">
            <a:avLst/>
          </a:prstGeom>
        </p:spPr>
        <p:txBody>
          <a:bodyPr wrap="square" lIns="0" tIns="0" rIns="0" bIns="0" anchor="t">
            <a:spAutoFit/>
          </a:bodyPr>
          <a:lstStyle>
            <a:lvl1pPr algn="l">
              <a:defRPr lang="en-US" sz="2400" dirty="0">
                <a:solidFill>
                  <a:schemeClr val="bg1"/>
                </a:solidFill>
                <a:ea typeface="+mn-ea"/>
                <a:cs typeface="+mn-cs"/>
              </a:defRPr>
            </a:lvl1pPr>
          </a:lstStyle>
          <a:p>
            <a:pPr marL="0" marR="0" lvl="0" indent="0" fontAlgn="auto">
              <a:lnSpc>
                <a:spcPct val="100000"/>
              </a:lnSpc>
              <a:spcBef>
                <a:spcPts val="0"/>
              </a:spcBef>
              <a:spcAft>
                <a:spcPts val="600"/>
              </a:spcAft>
              <a:tabLst/>
            </a:pPr>
            <a:r>
              <a:rPr lang="en-US"/>
              <a:t>Click to edit Master title style</a:t>
            </a:r>
          </a:p>
        </p:txBody>
      </p:sp>
      <p:sp>
        <p:nvSpPr>
          <p:cNvPr id="11" name="Text 0">
            <a:extLst>
              <a:ext uri="{FF2B5EF4-FFF2-40B4-BE49-F238E27FC236}">
                <a16:creationId xmlns:a16="http://schemas.microsoft.com/office/drawing/2014/main" id="{C2F38E1C-3406-9AE3-5432-78F0BDF76117}"/>
              </a:ext>
            </a:extLst>
          </p:cNvPr>
          <p:cNvSpPr>
            <a:spLocks noGrp="1"/>
          </p:cNvSpPr>
          <p:nvPr>
            <p:ph type="body" idx="106" hasCustomPrompt="1"/>
          </p:nvPr>
        </p:nvSpPr>
        <p:spPr>
          <a:xfrm>
            <a:off x="406400" y="408054"/>
            <a:ext cx="5592000"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bg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cxnSp>
        <p:nvCxnSpPr>
          <p:cNvPr id="5" name="Straight Connector 4">
            <a:extLst>
              <a:ext uri="{FF2B5EF4-FFF2-40B4-BE49-F238E27FC236}">
                <a16:creationId xmlns:a16="http://schemas.microsoft.com/office/drawing/2014/main" id="{A5005BA5-2FBB-C556-9601-F24E8824CB40}"/>
              </a:ext>
            </a:extLst>
          </p:cNvPr>
          <p:cNvCxnSpPr>
            <a:cxnSpLocks/>
          </p:cNvCxnSpPr>
          <p:nvPr/>
        </p:nvCxnSpPr>
        <p:spPr>
          <a:xfrm>
            <a:off x="406400" y="698500"/>
            <a:ext cx="11385549" cy="0"/>
          </a:xfrm>
          <a:prstGeom prst="line">
            <a:avLst/>
          </a:prstGeom>
          <a:ln>
            <a:solidFill>
              <a:schemeClr val="bg1">
                <a:alpha val="53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2">
            <a:extLst>
              <a:ext uri="{FF2B5EF4-FFF2-40B4-BE49-F238E27FC236}">
                <a16:creationId xmlns:a16="http://schemas.microsoft.com/office/drawing/2014/main" id="{FE74EAD4-74B6-5989-2858-5D7139444234}"/>
              </a:ext>
            </a:extLst>
          </p:cNvPr>
          <p:cNvSpPr>
            <a:spLocks noGrp="1" noChangeAspect="1"/>
          </p:cNvSpPr>
          <p:nvPr>
            <p:ph type="body" sz="quarter" idx="110"/>
          </p:nvPr>
        </p:nvSpPr>
        <p:spPr>
          <a:xfrm>
            <a:off x="409714" y="1706620"/>
            <a:ext cx="5588687" cy="184666"/>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bg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marL="0" marR="0" lvl="0" indent="0" algn="l" defTabSz="609660" rtl="0" eaLnBrk="1" fontAlgn="auto" latinLnBrk="0" hangingPunct="1">
              <a:lnSpc>
                <a:spcPct val="100000"/>
              </a:lnSpc>
              <a:spcBef>
                <a:spcPts val="933"/>
              </a:spcBef>
              <a:spcAft>
                <a:spcPts val="0"/>
              </a:spcAft>
              <a:buClrTx/>
              <a:buSzTx/>
              <a:buFontTx/>
              <a:buNone/>
              <a:tabLst/>
              <a:defRPr/>
            </a:pPr>
            <a:r>
              <a:rPr lang="en-US"/>
              <a:t>Click to edit Master text styles</a:t>
            </a:r>
          </a:p>
        </p:txBody>
      </p:sp>
      <p:sp>
        <p:nvSpPr>
          <p:cNvPr id="14" name="Slide Number Placeholder 4">
            <a:extLst>
              <a:ext uri="{FF2B5EF4-FFF2-40B4-BE49-F238E27FC236}">
                <a16:creationId xmlns:a16="http://schemas.microsoft.com/office/drawing/2014/main" id="{1A4A2BA6-687B-D1B0-E4E2-AA55D8A0D7D7}"/>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B55D9570-D3FC-6D43-AC32-D988B1849109}" type="slidenum">
              <a:rPr lang="en-PL" smtClean="0"/>
              <a:pPr/>
              <a:t>‹#›</a:t>
            </a:fld>
            <a:endParaRPr lang="en-PL"/>
          </a:p>
        </p:txBody>
      </p:sp>
      <p:sp>
        <p:nvSpPr>
          <p:cNvPr id="15" name="Symbol zastępczy stopki 1">
            <a:extLst>
              <a:ext uri="{FF2B5EF4-FFF2-40B4-BE49-F238E27FC236}">
                <a16:creationId xmlns:a16="http://schemas.microsoft.com/office/drawing/2014/main" id="{E4E59957-125F-E2D7-A093-DE9811E26AEF}"/>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Tree>
    <p:extLst>
      <p:ext uri="{BB962C8B-B14F-4D97-AF65-F5344CB8AC3E}">
        <p14:creationId xmlns:p14="http://schemas.microsoft.com/office/powerpoint/2010/main" val="3721597600"/>
      </p:ext>
    </p:extLst>
  </p:cSld>
  <p:clrMapOvr>
    <a:masterClrMapping/>
  </p:clrMapOvr>
  <p:hf hdr="0" ftr="0" dt="0"/>
  <p:extLst>
    <p:ext uri="{DCECCB84-F9BA-43D5-87BE-67443E8EF086}">
      <p15:sldGuideLst xmlns:p15="http://schemas.microsoft.com/office/powerpoint/2012/main">
        <p15:guide id="1" orient="horz" pos="255">
          <p15:clr>
            <a:srgbClr val="A4A3A4"/>
          </p15:clr>
        </p15:guide>
        <p15:guide id="3" pos="3901">
          <p15:clr>
            <a:srgbClr val="C35EA4"/>
          </p15:clr>
        </p15:guide>
        <p15:guide id="4" pos="3779">
          <p15:clr>
            <a:srgbClr val="C35EA4"/>
          </p15:clr>
        </p15:guide>
        <p15:guide id="5" pos="4384">
          <p15:clr>
            <a:srgbClr val="C35EA4"/>
          </p15:clr>
        </p15:guide>
        <p15:guide id="6" pos="3296">
          <p15:clr>
            <a:srgbClr val="C35EA4"/>
          </p15:clr>
        </p15:guide>
        <p15:guide id="7" pos="3175">
          <p15:clr>
            <a:srgbClr val="C35EA4"/>
          </p15:clr>
        </p15:guide>
        <p15:guide id="9" pos="4989">
          <p15:clr>
            <a:srgbClr val="C35EA4"/>
          </p15:clr>
        </p15:guide>
        <p15:guide id="11" pos="5110">
          <p15:clr>
            <a:srgbClr val="C35EA4"/>
          </p15:clr>
        </p15:guide>
        <p15:guide id="12" pos="5594">
          <p15:clr>
            <a:srgbClr val="C35EA4"/>
          </p15:clr>
        </p15:guide>
        <p15:guide id="13" pos="2086">
          <p15:clr>
            <a:srgbClr val="C35EA4"/>
          </p15:clr>
        </p15:guide>
        <p15:guide id="15" pos="5715">
          <p15:clr>
            <a:srgbClr val="C35EA4"/>
          </p15:clr>
        </p15:guide>
        <p15:guide id="16" pos="6199">
          <p15:clr>
            <a:srgbClr val="C35EA4"/>
          </p15:clr>
        </p15:guide>
        <p15:guide id="18" pos="1361">
          <p15:clr>
            <a:srgbClr val="C35EA4"/>
          </p15:clr>
        </p15:guide>
        <p15:guide id="19" pos="6319">
          <p15:clr>
            <a:srgbClr val="C35EA4"/>
          </p15:clr>
        </p15:guide>
        <p15:guide id="20" pos="6803">
          <p15:clr>
            <a:srgbClr val="C35EA4"/>
          </p15:clr>
        </p15:guide>
        <p15:guide id="21" pos="877">
          <p15:clr>
            <a:srgbClr val="C35EA4"/>
          </p15:clr>
        </p15:guide>
        <p15:guide id="22" pos="755">
          <p15:clr>
            <a:srgbClr val="C35EA4"/>
          </p15:clr>
        </p15:guide>
        <p15:guide id="23" pos="6925">
          <p15:clr>
            <a:srgbClr val="C35EA4"/>
          </p15:clr>
        </p15:guide>
        <p15:guide id="24" pos="7423">
          <p15:clr>
            <a:srgbClr val="A4A3A4"/>
          </p15:clr>
        </p15:guide>
        <p15:guide id="25" pos="257">
          <p15:clr>
            <a:srgbClr val="A4A3A4"/>
          </p15:clr>
        </p15:guide>
        <p15:guide id="26" orient="horz" pos="4065">
          <p15:clr>
            <a:srgbClr val="A4A3A4"/>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riple / Column / Light">
    <p:bg>
      <p:bgPr>
        <a:solidFill>
          <a:schemeClr val="bg1"/>
        </a:solidFill>
        <a:effectLst/>
      </p:bgPr>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p:nvPicPr>
        <p:blipFill>
          <a:blip r:embed="rId4"/>
          <a:srcRect/>
          <a:stretch/>
        </p:blipFill>
        <p:spPr>
          <a:xfrm>
            <a:off x="406400" y="526699"/>
            <a:ext cx="0" cy="2400"/>
          </a:xfrm>
          <a:prstGeom prst="rect">
            <a:avLst/>
          </a:prstGeom>
          <a:noFill/>
        </p:spPr>
      </p:pic>
      <p:sp>
        <p:nvSpPr>
          <p:cNvPr id="7" name="Text Placeholder 2">
            <a:extLst>
              <a:ext uri="{FF2B5EF4-FFF2-40B4-BE49-F238E27FC236}">
                <a16:creationId xmlns:a16="http://schemas.microsoft.com/office/drawing/2014/main" id="{3516D605-44DA-50D8-32CF-0130A008145F}"/>
              </a:ext>
            </a:extLst>
          </p:cNvPr>
          <p:cNvSpPr>
            <a:spLocks noGrp="1" noChangeAspect="1"/>
          </p:cNvSpPr>
          <p:nvPr>
            <p:ph type="body" sz="quarter" idx="110" hasCustomPrompt="1"/>
          </p:nvPr>
        </p:nvSpPr>
        <p:spPr>
          <a:xfrm>
            <a:off x="431801" y="1666867"/>
            <a:ext cx="7488761" cy="2215991"/>
          </a:xfrm>
          <a:prstGeom prst="rect">
            <a:avLst/>
          </a:prstGeom>
        </p:spPr>
        <p:txBody>
          <a:bodyPr wrap="square" lIns="0" tIns="0" rIns="0" bIns="0" numCol="3" spcCol="288000" anchor="t">
            <a:spAutoFit/>
          </a:bodyPr>
          <a:lstStyle>
            <a:lvl1pPr marL="0" marR="0" indent="0" algn="l" defTabSz="609660" rtl="0" eaLnBrk="1" fontAlgn="auto" latinLnBrk="0" hangingPunct="1">
              <a:lnSpc>
                <a:spcPct val="100000"/>
              </a:lnSpc>
              <a:spcBef>
                <a:spcPts val="933"/>
              </a:spcBef>
              <a:spcAft>
                <a:spcPts val="0"/>
              </a:spcAft>
              <a:buClrTx/>
              <a:buSzTx/>
              <a:buFontTx/>
              <a:buNone/>
              <a:tabLst/>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algn="l"/>
            <a:r>
              <a:rPr lang="en-US" b="0" i="0" u="none" strike="noStrike">
                <a:solidFill>
                  <a:srgbClr val="000000"/>
                </a:solidFill>
                <a:effectLst/>
              </a:rPr>
              <a:t>Lorem ipsum dolor sit </a:t>
            </a:r>
            <a:r>
              <a:rPr lang="en-US" b="0" i="0" u="none" strike="noStrike" err="1">
                <a:solidFill>
                  <a:srgbClr val="000000"/>
                </a:solidFill>
                <a:effectLst/>
              </a:rPr>
              <a:t>amet</a:t>
            </a:r>
            <a:r>
              <a:rPr lang="en-US" b="0" i="0" u="none" strike="noStrike">
                <a:solidFill>
                  <a:srgbClr val="000000"/>
                </a:solidFill>
                <a:effectLst/>
              </a:rPr>
              <a:t>, </a:t>
            </a:r>
            <a:r>
              <a:rPr lang="en-US" b="0" i="0" u="none" strike="noStrike" err="1">
                <a:solidFill>
                  <a:srgbClr val="000000"/>
                </a:solidFill>
                <a:effectLst/>
              </a:rPr>
              <a:t>consectetur</a:t>
            </a:r>
            <a:r>
              <a:rPr lang="en-US" b="0" i="0" u="none" strike="noStrike">
                <a:solidFill>
                  <a:srgbClr val="000000"/>
                </a:solidFill>
                <a:effectLst/>
              </a:rPr>
              <a:t> </a:t>
            </a:r>
            <a:r>
              <a:rPr lang="en-US" b="0" i="0" u="none" strike="noStrike" err="1">
                <a:solidFill>
                  <a:srgbClr val="000000"/>
                </a:solidFill>
                <a:effectLst/>
              </a:rPr>
              <a:t>adipiscing</a:t>
            </a:r>
            <a:r>
              <a:rPr lang="en-US" b="0" i="0" u="none" strike="noStrike">
                <a:solidFill>
                  <a:srgbClr val="000000"/>
                </a:solidFill>
                <a:effectLst/>
              </a:rPr>
              <a:t> </a:t>
            </a:r>
            <a:r>
              <a:rPr lang="en-US" b="0" i="0" u="none" strike="noStrike" err="1">
                <a:solidFill>
                  <a:srgbClr val="000000"/>
                </a:solidFill>
                <a:effectLst/>
              </a:rPr>
              <a:t>elit</a:t>
            </a:r>
            <a:r>
              <a:rPr lang="en-US" b="0" i="0" u="none" strike="noStrike">
                <a:solidFill>
                  <a:srgbClr val="000000"/>
                </a:solidFill>
                <a:effectLst/>
              </a:rPr>
              <a:t>. Sed do </a:t>
            </a:r>
            <a:r>
              <a:rPr lang="en-US" b="0" i="0" u="none" strike="noStrike" err="1">
                <a:solidFill>
                  <a:srgbClr val="000000"/>
                </a:solidFill>
                <a:effectLst/>
              </a:rPr>
              <a:t>eiusmod</a:t>
            </a:r>
            <a:r>
              <a:rPr lang="en-US" b="0" i="0" u="none" strike="noStrike">
                <a:solidFill>
                  <a:srgbClr val="000000"/>
                </a:solidFill>
                <a:effectLst/>
              </a:rPr>
              <a:t> </a:t>
            </a:r>
            <a:r>
              <a:rPr lang="en-US" b="0" i="0" u="none" strike="noStrike" err="1">
                <a:solidFill>
                  <a:srgbClr val="000000"/>
                </a:solidFill>
                <a:effectLst/>
              </a:rPr>
              <a:t>tempor</a:t>
            </a:r>
            <a:r>
              <a:rPr lang="en-US" b="0" i="0" u="none" strike="noStrike">
                <a:solidFill>
                  <a:srgbClr val="000000"/>
                </a:solidFill>
                <a:effectLst/>
              </a:rPr>
              <a:t> </a:t>
            </a:r>
            <a:r>
              <a:rPr lang="en-US" b="0" i="0" u="none" strike="noStrike" err="1">
                <a:solidFill>
                  <a:srgbClr val="000000"/>
                </a:solidFill>
                <a:effectLst/>
              </a:rPr>
              <a:t>incididunt</a:t>
            </a:r>
            <a:r>
              <a:rPr lang="en-US" b="0" i="0" u="none" strike="noStrike">
                <a:solidFill>
                  <a:srgbClr val="000000"/>
                </a:solidFill>
                <a:effectLst/>
              </a:rPr>
              <a:t> </a:t>
            </a:r>
            <a:r>
              <a:rPr lang="en-US" b="0" i="0" u="none" strike="noStrike" err="1">
                <a:solidFill>
                  <a:srgbClr val="000000"/>
                </a:solidFill>
                <a:effectLst/>
              </a:rPr>
              <a:t>ut</a:t>
            </a:r>
            <a:r>
              <a:rPr lang="en-US" b="0" i="0" u="none" strike="noStrike">
                <a:solidFill>
                  <a:srgbClr val="000000"/>
                </a:solidFill>
                <a:effectLst/>
              </a:rPr>
              <a:t> labore et dolore magna </a:t>
            </a:r>
            <a:r>
              <a:rPr lang="en-US" b="0" i="0" u="none" strike="noStrike" err="1">
                <a:solidFill>
                  <a:srgbClr val="000000"/>
                </a:solidFill>
                <a:effectLst/>
              </a:rPr>
              <a:t>aliqua</a:t>
            </a:r>
            <a:r>
              <a:rPr lang="en-US" b="0" i="0" u="none" strike="noStrike">
                <a:solidFill>
                  <a:srgbClr val="000000"/>
                </a:solidFill>
                <a:effectLst/>
              </a:rPr>
              <a:t>. Lorem ipsum dolor sit </a:t>
            </a:r>
            <a:r>
              <a:rPr lang="en-US" b="0" i="0" u="none" strike="noStrike" err="1">
                <a:solidFill>
                  <a:srgbClr val="000000"/>
                </a:solidFill>
                <a:effectLst/>
              </a:rPr>
              <a:t>amet</a:t>
            </a:r>
            <a:r>
              <a:rPr lang="en-US" b="0" i="0" u="none" strike="noStrike">
                <a:solidFill>
                  <a:srgbClr val="000000"/>
                </a:solidFill>
                <a:effectLst/>
              </a:rPr>
              <a:t>, </a:t>
            </a:r>
            <a:r>
              <a:rPr lang="en-US" b="0" i="0" u="none" strike="noStrike" err="1">
                <a:solidFill>
                  <a:srgbClr val="000000"/>
                </a:solidFill>
                <a:effectLst/>
              </a:rPr>
              <a:t>consectetur</a:t>
            </a:r>
            <a:r>
              <a:rPr lang="en-US" b="0" i="0" u="none" strike="noStrike">
                <a:solidFill>
                  <a:srgbClr val="000000"/>
                </a:solidFill>
                <a:effectLst/>
              </a:rPr>
              <a:t> </a:t>
            </a:r>
            <a:r>
              <a:rPr lang="en-US" b="0" i="0" u="none" strike="noStrike" err="1">
                <a:solidFill>
                  <a:srgbClr val="000000"/>
                </a:solidFill>
                <a:effectLst/>
              </a:rPr>
              <a:t>adipiscing</a:t>
            </a:r>
            <a:r>
              <a:rPr lang="en-US" b="0" i="0" u="none" strike="noStrike">
                <a:solidFill>
                  <a:srgbClr val="000000"/>
                </a:solidFill>
                <a:effectLst/>
              </a:rPr>
              <a:t> </a:t>
            </a:r>
            <a:r>
              <a:rPr lang="en-US" b="0" i="0" u="none" strike="noStrike" err="1">
                <a:solidFill>
                  <a:srgbClr val="000000"/>
                </a:solidFill>
                <a:effectLst/>
              </a:rPr>
              <a:t>elit</a:t>
            </a:r>
            <a:r>
              <a:rPr lang="en-US" b="0" i="0" u="none" strike="noStrike">
                <a:solidFill>
                  <a:srgbClr val="000000"/>
                </a:solidFill>
                <a:effectLst/>
              </a:rPr>
              <a:t>, sed do </a:t>
            </a:r>
            <a:r>
              <a:rPr lang="en-US" b="0" i="0" u="none" strike="noStrike" err="1">
                <a:solidFill>
                  <a:srgbClr val="000000"/>
                </a:solidFill>
                <a:effectLst/>
              </a:rPr>
              <a:t>eiusmod</a:t>
            </a:r>
            <a:r>
              <a:rPr lang="en-US" b="0" i="0" u="none" strike="noStrike">
                <a:solidFill>
                  <a:srgbClr val="000000"/>
                </a:solidFill>
                <a:effectLst/>
              </a:rPr>
              <a:t> </a:t>
            </a:r>
            <a:r>
              <a:rPr lang="en-US" b="0" i="0" u="none" strike="noStrike" err="1">
                <a:solidFill>
                  <a:srgbClr val="000000"/>
                </a:solidFill>
                <a:effectLst/>
              </a:rPr>
              <a:t>tempor</a:t>
            </a:r>
            <a:r>
              <a:rPr lang="en-US" b="0" i="0" u="none" strike="noStrike">
                <a:solidFill>
                  <a:srgbClr val="000000"/>
                </a:solidFill>
                <a:effectLst/>
              </a:rPr>
              <a:t> </a:t>
            </a:r>
            <a:r>
              <a:rPr lang="en-US" b="0" i="0" u="none" strike="noStrike" err="1">
                <a:solidFill>
                  <a:srgbClr val="000000"/>
                </a:solidFill>
                <a:effectLst/>
              </a:rPr>
              <a:t>incididunt</a:t>
            </a:r>
            <a:r>
              <a:rPr lang="en-US" b="0" i="0" u="none" strike="noStrike">
                <a:solidFill>
                  <a:srgbClr val="000000"/>
                </a:solidFill>
                <a:effectLst/>
              </a:rPr>
              <a:t> </a:t>
            </a:r>
            <a:r>
              <a:rPr lang="en-US" b="0" i="0" u="none" strike="noStrike" err="1">
                <a:solidFill>
                  <a:srgbClr val="000000"/>
                </a:solidFill>
                <a:effectLst/>
              </a:rPr>
              <a:t>ut</a:t>
            </a:r>
            <a:r>
              <a:rPr lang="en-US" b="0" i="0" u="none" strike="noStrike">
                <a:solidFill>
                  <a:srgbClr val="000000"/>
                </a:solidFill>
                <a:effectLst/>
              </a:rPr>
              <a:t> labore et dolore magna </a:t>
            </a:r>
            <a:r>
              <a:rPr lang="en-US" b="0" i="0" u="none" strike="noStrike" err="1">
                <a:solidFill>
                  <a:srgbClr val="000000"/>
                </a:solidFill>
                <a:effectLst/>
              </a:rPr>
              <a:t>aliqua</a:t>
            </a:r>
            <a:r>
              <a:rPr lang="en-US" b="0" i="0" u="none" strike="noStrike">
                <a:solidFill>
                  <a:srgbClr val="000000"/>
                </a:solidFill>
                <a:effectLst/>
              </a:rPr>
              <a:t>. Ut </a:t>
            </a:r>
            <a:r>
              <a:rPr lang="en-US" b="0" i="0" u="none" strike="noStrike" err="1">
                <a:solidFill>
                  <a:srgbClr val="000000"/>
                </a:solidFill>
                <a:effectLst/>
              </a:rPr>
              <a:t>enim</a:t>
            </a:r>
            <a:r>
              <a:rPr lang="en-US" b="0" i="0" u="none" strike="noStrike">
                <a:solidFill>
                  <a:srgbClr val="000000"/>
                </a:solidFill>
                <a:effectLst/>
              </a:rPr>
              <a:t> ad minim </a:t>
            </a:r>
            <a:r>
              <a:rPr lang="en-US" b="0" i="0" u="none" strike="noStrike" err="1">
                <a:solidFill>
                  <a:srgbClr val="000000"/>
                </a:solidFill>
                <a:effectLst/>
              </a:rPr>
              <a:t>veniam</a:t>
            </a:r>
            <a:r>
              <a:rPr lang="en-US" b="0" i="0" u="none" strike="noStrike">
                <a:solidFill>
                  <a:srgbClr val="000000"/>
                </a:solidFill>
                <a:effectLst/>
              </a:rPr>
              <a:t>, </a:t>
            </a:r>
            <a:r>
              <a:rPr lang="en-US" b="0" i="0" u="none" strike="noStrike" err="1">
                <a:solidFill>
                  <a:srgbClr val="000000"/>
                </a:solidFill>
                <a:effectLst/>
              </a:rPr>
              <a:t>quis</a:t>
            </a:r>
            <a:r>
              <a:rPr lang="en-US" b="0" i="0" u="none" strike="noStrike">
                <a:solidFill>
                  <a:srgbClr val="000000"/>
                </a:solidFill>
                <a:effectLst/>
              </a:rPr>
              <a:t> </a:t>
            </a:r>
            <a:r>
              <a:rPr lang="en-US" b="0" i="0" u="none" strike="noStrike" err="1">
                <a:solidFill>
                  <a:srgbClr val="000000"/>
                </a:solidFill>
                <a:effectLst/>
              </a:rPr>
              <a:t>nostrud</a:t>
            </a:r>
            <a:r>
              <a:rPr lang="en-US" b="0" i="0" u="none" strike="noStrike">
                <a:solidFill>
                  <a:srgbClr val="000000"/>
                </a:solidFill>
                <a:effectLst/>
              </a:rPr>
              <a:t> exercitation </a:t>
            </a:r>
            <a:r>
              <a:rPr lang="en-US" b="0" i="0" u="none" strike="noStrike" err="1">
                <a:solidFill>
                  <a:srgbClr val="000000"/>
                </a:solidFill>
                <a:effectLst/>
              </a:rPr>
              <a:t>ullamco</a:t>
            </a:r>
            <a:r>
              <a:rPr lang="en-US" b="0" i="0" u="none" strike="noStrike">
                <a:solidFill>
                  <a:srgbClr val="000000"/>
                </a:solidFill>
                <a:effectLst/>
              </a:rPr>
              <a:t> </a:t>
            </a:r>
            <a:r>
              <a:rPr lang="en-US" b="0" i="0" u="none" strike="noStrike" err="1">
                <a:solidFill>
                  <a:srgbClr val="000000"/>
                </a:solidFill>
                <a:effectLst/>
              </a:rPr>
              <a:t>laboris</a:t>
            </a:r>
            <a:r>
              <a:rPr lang="en-US" b="0" i="0" u="none" strike="noStrike">
                <a:solidFill>
                  <a:srgbClr val="000000"/>
                </a:solidFill>
                <a:effectLst/>
              </a:rPr>
              <a:t> nisi </a:t>
            </a:r>
            <a:r>
              <a:rPr lang="en-US" b="0" i="0" u="none" strike="noStrike" err="1">
                <a:solidFill>
                  <a:srgbClr val="000000"/>
                </a:solidFill>
                <a:effectLst/>
              </a:rPr>
              <a:t>ut</a:t>
            </a:r>
            <a:r>
              <a:rPr lang="en-US" b="0" i="0" u="none" strike="noStrike">
                <a:solidFill>
                  <a:srgbClr val="000000"/>
                </a:solidFill>
                <a:effectLst/>
              </a:rPr>
              <a:t> </a:t>
            </a:r>
            <a:r>
              <a:rPr lang="en-US" b="0" i="0" u="none" strike="noStrike" err="1">
                <a:solidFill>
                  <a:srgbClr val="000000"/>
                </a:solidFill>
                <a:effectLst/>
              </a:rPr>
              <a:t>aliquip</a:t>
            </a:r>
            <a:r>
              <a:rPr lang="en-US" b="0" i="0" u="none" strike="noStrike">
                <a:solidFill>
                  <a:srgbClr val="000000"/>
                </a:solidFill>
                <a:effectLst/>
              </a:rPr>
              <a:t> ex </a:t>
            </a:r>
            <a:r>
              <a:rPr lang="en-US" b="0" i="0" u="none" strike="noStrike" err="1">
                <a:solidFill>
                  <a:srgbClr val="000000"/>
                </a:solidFill>
                <a:effectLst/>
              </a:rPr>
              <a:t>ea</a:t>
            </a:r>
            <a:r>
              <a:rPr lang="en-US" b="0" i="0" u="none" strike="noStrike">
                <a:solidFill>
                  <a:srgbClr val="000000"/>
                </a:solidFill>
                <a:effectLst/>
              </a:rPr>
              <a:t> </a:t>
            </a:r>
            <a:r>
              <a:rPr lang="en-US" b="0" i="0" u="none" strike="noStrike" err="1">
                <a:solidFill>
                  <a:srgbClr val="000000"/>
                </a:solidFill>
                <a:effectLst/>
              </a:rPr>
              <a:t>commodo</a:t>
            </a:r>
            <a:r>
              <a:rPr lang="en-US" b="0" i="0" u="none" strike="noStrike">
                <a:solidFill>
                  <a:srgbClr val="000000"/>
                </a:solidFill>
                <a:effectLst/>
              </a:rPr>
              <a:t> </a:t>
            </a:r>
            <a:r>
              <a:rPr lang="en-US" b="0" i="0" u="none" strike="noStrike" err="1">
                <a:solidFill>
                  <a:srgbClr val="000000"/>
                </a:solidFill>
                <a:effectLst/>
              </a:rPr>
              <a:t>consequat</a:t>
            </a:r>
            <a:r>
              <a:rPr lang="en-US" b="0" i="0" u="none" strike="noStrike">
                <a:solidFill>
                  <a:srgbClr val="000000"/>
                </a:solidFill>
                <a:effectLst/>
              </a:rPr>
              <a:t>.</a:t>
            </a:r>
          </a:p>
          <a:p>
            <a:pPr algn="l"/>
            <a:r>
              <a:rPr lang="en-US" b="0" i="0" u="none" strike="noStrike">
                <a:solidFill>
                  <a:srgbClr val="000000"/>
                </a:solidFill>
                <a:effectLst/>
              </a:rPr>
              <a:t>Lorem ipsum dolor sit </a:t>
            </a:r>
            <a:r>
              <a:rPr lang="en-US" b="0" i="0" u="none" strike="noStrike" err="1">
                <a:solidFill>
                  <a:srgbClr val="000000"/>
                </a:solidFill>
                <a:effectLst/>
              </a:rPr>
              <a:t>amet</a:t>
            </a:r>
            <a:r>
              <a:rPr lang="en-US" b="0" i="0" u="none" strike="noStrike">
                <a:solidFill>
                  <a:srgbClr val="000000"/>
                </a:solidFill>
                <a:effectLst/>
              </a:rPr>
              <a:t>, </a:t>
            </a:r>
            <a:r>
              <a:rPr lang="en-US" b="0" i="0" u="none" strike="noStrike" err="1">
                <a:solidFill>
                  <a:srgbClr val="000000"/>
                </a:solidFill>
                <a:effectLst/>
              </a:rPr>
              <a:t>consectetur</a:t>
            </a:r>
            <a:r>
              <a:rPr lang="en-US" b="0" i="0" u="none" strike="noStrike">
                <a:solidFill>
                  <a:srgbClr val="000000"/>
                </a:solidFill>
                <a:effectLst/>
              </a:rPr>
              <a:t> </a:t>
            </a:r>
            <a:r>
              <a:rPr lang="en-US" b="0" i="0" u="none" strike="noStrike" err="1">
                <a:solidFill>
                  <a:srgbClr val="000000"/>
                </a:solidFill>
                <a:effectLst/>
              </a:rPr>
              <a:t>adipiscing</a:t>
            </a:r>
            <a:r>
              <a:rPr lang="en-US" b="0" i="0" u="none" strike="noStrike">
                <a:solidFill>
                  <a:srgbClr val="000000"/>
                </a:solidFill>
                <a:effectLst/>
              </a:rPr>
              <a:t> </a:t>
            </a:r>
            <a:r>
              <a:rPr lang="en-US" b="0" i="0" u="none" strike="noStrike" err="1">
                <a:solidFill>
                  <a:srgbClr val="000000"/>
                </a:solidFill>
                <a:effectLst/>
              </a:rPr>
              <a:t>elit</a:t>
            </a:r>
            <a:r>
              <a:rPr lang="en-US" b="0" i="0" u="none" strike="noStrike">
                <a:solidFill>
                  <a:srgbClr val="000000"/>
                </a:solidFill>
                <a:effectLst/>
              </a:rPr>
              <a:t>. Sed </a:t>
            </a:r>
            <a:r>
              <a:rPr lang="en-US" b="0" i="0" u="none" strike="noStrike" err="1">
                <a:solidFill>
                  <a:srgbClr val="000000"/>
                </a:solidFill>
                <a:effectLst/>
              </a:rPr>
              <a:t>ut</a:t>
            </a:r>
            <a:r>
              <a:rPr lang="en-US" b="0" i="0" u="none" strike="noStrike">
                <a:solidFill>
                  <a:srgbClr val="000000"/>
                </a:solidFill>
                <a:effectLst/>
              </a:rPr>
              <a:t> </a:t>
            </a:r>
            <a:r>
              <a:rPr lang="en-US" b="0" i="0" u="none" strike="noStrike" err="1">
                <a:solidFill>
                  <a:srgbClr val="000000"/>
                </a:solidFill>
                <a:effectLst/>
              </a:rPr>
              <a:t>perspiciatis</a:t>
            </a:r>
            <a:r>
              <a:rPr lang="en-US" b="0" i="0" u="none" strike="noStrike">
                <a:solidFill>
                  <a:srgbClr val="000000"/>
                </a:solidFill>
                <a:effectLst/>
              </a:rPr>
              <a:t> </a:t>
            </a:r>
            <a:r>
              <a:rPr lang="en-US" b="0" i="0" u="none" strike="noStrike" err="1">
                <a:solidFill>
                  <a:srgbClr val="000000"/>
                </a:solidFill>
                <a:effectLst/>
              </a:rPr>
              <a:t>unde</a:t>
            </a:r>
            <a:r>
              <a:rPr lang="en-US" b="0" i="0" u="none" strike="noStrike">
                <a:solidFill>
                  <a:srgbClr val="000000"/>
                </a:solidFill>
                <a:effectLst/>
              </a:rPr>
              <a:t> </a:t>
            </a:r>
            <a:r>
              <a:rPr lang="en-US" b="0" i="0" u="none" strike="noStrike" err="1">
                <a:solidFill>
                  <a:srgbClr val="000000"/>
                </a:solidFill>
                <a:effectLst/>
              </a:rPr>
              <a:t>omnis</a:t>
            </a:r>
            <a:r>
              <a:rPr lang="en-US" b="0" i="0" u="none" strike="noStrike">
                <a:solidFill>
                  <a:srgbClr val="000000"/>
                </a:solidFill>
                <a:effectLst/>
              </a:rPr>
              <a:t> </a:t>
            </a:r>
            <a:r>
              <a:rPr lang="en-US" b="0" i="0" u="none" strike="noStrike" err="1">
                <a:solidFill>
                  <a:srgbClr val="000000"/>
                </a:solidFill>
                <a:effectLst/>
              </a:rPr>
              <a:t>iste</a:t>
            </a:r>
            <a:r>
              <a:rPr lang="en-US" b="0" i="0" u="none" strike="noStrike">
                <a:solidFill>
                  <a:srgbClr val="000000"/>
                </a:solidFill>
                <a:effectLst/>
              </a:rPr>
              <a:t> </a:t>
            </a:r>
            <a:r>
              <a:rPr lang="en-US" b="0" i="0" u="none" strike="noStrike" err="1">
                <a:solidFill>
                  <a:srgbClr val="000000"/>
                </a:solidFill>
                <a:effectLst/>
              </a:rPr>
              <a:t>natus</a:t>
            </a:r>
            <a:r>
              <a:rPr lang="en-US" b="0" i="0" u="none" strike="noStrike">
                <a:solidFill>
                  <a:srgbClr val="000000"/>
                </a:solidFill>
                <a:effectLst/>
              </a:rPr>
              <a:t> error sit </a:t>
            </a:r>
            <a:r>
              <a:rPr lang="en-US" b="0" i="0" u="none" strike="noStrike" err="1">
                <a:solidFill>
                  <a:srgbClr val="000000"/>
                </a:solidFill>
                <a:effectLst/>
              </a:rPr>
              <a:t>voluptatem</a:t>
            </a:r>
            <a:r>
              <a:rPr lang="en-US" b="0" i="0" u="none" strike="noStrike">
                <a:solidFill>
                  <a:srgbClr val="000000"/>
                </a:solidFill>
                <a:effectLst/>
              </a:rPr>
              <a:t> </a:t>
            </a:r>
            <a:r>
              <a:rPr lang="en-US" b="0" i="0" u="none" strike="noStrike" err="1">
                <a:solidFill>
                  <a:srgbClr val="000000"/>
                </a:solidFill>
                <a:effectLst/>
              </a:rPr>
              <a:t>accusantium</a:t>
            </a:r>
            <a:r>
              <a:rPr lang="en-US" b="0" i="0" u="none" strike="noStrike">
                <a:solidFill>
                  <a:srgbClr val="000000"/>
                </a:solidFill>
                <a:effectLst/>
              </a:rPr>
              <a:t> </a:t>
            </a:r>
            <a:r>
              <a:rPr lang="en-US" b="0" i="0" u="none" strike="noStrike" err="1">
                <a:solidFill>
                  <a:srgbClr val="000000"/>
                </a:solidFill>
                <a:effectLst/>
              </a:rPr>
              <a:t>doloremque</a:t>
            </a:r>
            <a:r>
              <a:rPr lang="en-US" b="0" i="0" u="none" strike="noStrike">
                <a:solidFill>
                  <a:srgbClr val="000000"/>
                </a:solidFill>
                <a:effectLst/>
              </a:rPr>
              <a:t> </a:t>
            </a:r>
            <a:r>
              <a:rPr lang="en-US" b="0" i="0" u="none" strike="noStrike" err="1">
                <a:solidFill>
                  <a:srgbClr val="000000"/>
                </a:solidFill>
                <a:effectLst/>
              </a:rPr>
              <a:t>laudantium</a:t>
            </a:r>
            <a:r>
              <a:rPr lang="en-US" b="0" i="0" u="none" strike="noStrike">
                <a:solidFill>
                  <a:srgbClr val="000000"/>
                </a:solidFill>
                <a:effectLst/>
              </a:rPr>
              <a:t>, </a:t>
            </a:r>
            <a:r>
              <a:rPr lang="en-US" b="0" i="0" u="none" strike="noStrike" err="1">
                <a:solidFill>
                  <a:srgbClr val="000000"/>
                </a:solidFill>
                <a:effectLst/>
              </a:rPr>
              <a:t>totam</a:t>
            </a:r>
            <a:r>
              <a:rPr lang="en-US" b="0" i="0" u="none" strike="noStrike">
                <a:solidFill>
                  <a:srgbClr val="000000"/>
                </a:solidFill>
                <a:effectLst/>
              </a:rPr>
              <a:t> rem </a:t>
            </a:r>
            <a:r>
              <a:rPr lang="en-US" b="0" i="0" u="none" strike="noStrike" err="1">
                <a:solidFill>
                  <a:srgbClr val="000000"/>
                </a:solidFill>
                <a:effectLst/>
              </a:rPr>
              <a:t>aperiam</a:t>
            </a:r>
            <a:r>
              <a:rPr lang="en-US" b="0" i="0" u="none" strike="noStrike">
                <a:solidFill>
                  <a:srgbClr val="000000"/>
                </a:solidFill>
                <a:effectLst/>
              </a:rPr>
              <a:t>, </a:t>
            </a:r>
            <a:r>
              <a:rPr lang="en-US" b="0" i="0" u="none" strike="noStrike" err="1">
                <a:solidFill>
                  <a:srgbClr val="000000"/>
                </a:solidFill>
                <a:effectLst/>
              </a:rPr>
              <a:t>eaque</a:t>
            </a:r>
            <a:r>
              <a:rPr lang="en-US" b="0" i="0" u="none" strike="noStrike">
                <a:solidFill>
                  <a:srgbClr val="000000"/>
                </a:solidFill>
                <a:effectLst/>
              </a:rPr>
              <a:t> </a:t>
            </a:r>
            <a:r>
              <a:rPr lang="en-US" b="0" i="0" u="none" strike="noStrike" err="1">
                <a:solidFill>
                  <a:srgbClr val="000000"/>
                </a:solidFill>
                <a:effectLst/>
              </a:rPr>
              <a:t>ipsa</a:t>
            </a:r>
            <a:r>
              <a:rPr lang="en-US" b="0" i="0" u="none" strike="noStrike">
                <a:solidFill>
                  <a:srgbClr val="000000"/>
                </a:solidFill>
                <a:effectLst/>
              </a:rPr>
              <a:t> </a:t>
            </a:r>
            <a:r>
              <a:rPr lang="en-US" b="0" i="0" u="none" strike="noStrike" err="1">
                <a:solidFill>
                  <a:srgbClr val="000000"/>
                </a:solidFill>
                <a:effectLst/>
              </a:rPr>
              <a:t>quae</a:t>
            </a:r>
            <a:r>
              <a:rPr lang="en-US" b="0" i="0" u="none" strike="noStrike">
                <a:solidFill>
                  <a:srgbClr val="000000"/>
                </a:solidFill>
                <a:effectLst/>
              </a:rPr>
              <a:t> ab </a:t>
            </a:r>
            <a:r>
              <a:rPr lang="en-US" b="0" i="0" u="none" strike="noStrike" err="1">
                <a:solidFill>
                  <a:srgbClr val="000000"/>
                </a:solidFill>
                <a:effectLst/>
              </a:rPr>
              <a:t>illo</a:t>
            </a:r>
            <a:r>
              <a:rPr lang="en-US" b="0" i="0" u="none" strike="noStrike">
                <a:solidFill>
                  <a:srgbClr val="000000"/>
                </a:solidFill>
                <a:effectLst/>
              </a:rPr>
              <a:t> </a:t>
            </a:r>
            <a:r>
              <a:rPr lang="en-US" b="0" i="0" u="none" strike="noStrike" err="1">
                <a:solidFill>
                  <a:srgbClr val="000000"/>
                </a:solidFill>
                <a:effectLst/>
              </a:rPr>
              <a:t>inventore</a:t>
            </a:r>
            <a:r>
              <a:rPr lang="en-US" b="0" i="0" u="none" strike="noStrike">
                <a:solidFill>
                  <a:srgbClr val="000000"/>
                </a:solidFill>
                <a:effectLst/>
              </a:rPr>
              <a:t> </a:t>
            </a:r>
            <a:r>
              <a:rPr lang="en-US" b="0" i="0" u="none" strike="noStrike" err="1">
                <a:solidFill>
                  <a:srgbClr val="000000"/>
                </a:solidFill>
                <a:effectLst/>
              </a:rPr>
              <a:t>veritatis</a:t>
            </a:r>
            <a:r>
              <a:rPr lang="en-US" b="0" i="0" u="none" strike="noStrike">
                <a:solidFill>
                  <a:srgbClr val="000000"/>
                </a:solidFill>
                <a:effectLst/>
              </a:rPr>
              <a:t> et quasi </a:t>
            </a:r>
            <a:r>
              <a:rPr lang="en-US" b="0" i="0" u="none" strike="noStrike" err="1">
                <a:solidFill>
                  <a:srgbClr val="000000"/>
                </a:solidFill>
                <a:effectLst/>
              </a:rPr>
              <a:t>architecto</a:t>
            </a:r>
            <a:r>
              <a:rPr lang="en-US" b="0" i="0" u="none" strike="noStrike">
                <a:solidFill>
                  <a:srgbClr val="000000"/>
                </a:solidFill>
                <a:effectLst/>
              </a:rPr>
              <a:t> beatae vitae dicta sunt </a:t>
            </a:r>
            <a:r>
              <a:rPr lang="en-US" b="0" i="0" u="none" strike="noStrike" err="1">
                <a:solidFill>
                  <a:srgbClr val="000000"/>
                </a:solidFill>
                <a:effectLst/>
              </a:rPr>
              <a:t>explicabo</a:t>
            </a:r>
            <a:r>
              <a:rPr lang="en-US" b="0" i="0" u="none" strike="noStrike">
                <a:solidFill>
                  <a:srgbClr val="000000"/>
                </a:solidFill>
                <a:effectLst/>
              </a:rPr>
              <a:t>. Nemo </a:t>
            </a:r>
            <a:r>
              <a:rPr lang="en-US" b="0" i="0" u="none" strike="noStrike" err="1">
                <a:solidFill>
                  <a:srgbClr val="000000"/>
                </a:solidFill>
                <a:effectLst/>
              </a:rPr>
              <a:t>enim</a:t>
            </a:r>
            <a:r>
              <a:rPr lang="en-US" b="0" i="0" u="none" strike="noStrike">
                <a:solidFill>
                  <a:srgbClr val="000000"/>
                </a:solidFill>
                <a:effectLst/>
              </a:rPr>
              <a:t> </a:t>
            </a:r>
            <a:r>
              <a:rPr lang="en-US" b="0" i="0" u="none" strike="noStrike" err="1">
                <a:solidFill>
                  <a:srgbClr val="000000"/>
                </a:solidFill>
                <a:effectLst/>
              </a:rPr>
              <a:t>ipsam</a:t>
            </a:r>
            <a:r>
              <a:rPr lang="en-US" b="0" i="0" u="none" strike="noStrike">
                <a:solidFill>
                  <a:srgbClr val="000000"/>
                </a:solidFill>
                <a:effectLst/>
              </a:rPr>
              <a:t> </a:t>
            </a:r>
            <a:r>
              <a:rPr lang="en-US" b="0" i="0" u="none" strike="noStrike" err="1">
                <a:solidFill>
                  <a:srgbClr val="000000"/>
                </a:solidFill>
                <a:effectLst/>
              </a:rPr>
              <a:t>voluptatem</a:t>
            </a:r>
            <a:r>
              <a:rPr lang="en-US" b="0" i="0" u="none" strike="noStrike">
                <a:solidFill>
                  <a:srgbClr val="000000"/>
                </a:solidFill>
                <a:effectLst/>
              </a:rPr>
              <a:t> quia </a:t>
            </a:r>
            <a:r>
              <a:rPr lang="en-US" b="0" i="0" u="none" strike="noStrike" err="1">
                <a:solidFill>
                  <a:srgbClr val="000000"/>
                </a:solidFill>
                <a:effectLst/>
              </a:rPr>
              <a:t>voluptas</a:t>
            </a:r>
            <a:r>
              <a:rPr lang="en-US" b="0" i="0" u="none" strike="noStrike">
                <a:solidFill>
                  <a:srgbClr val="000000"/>
                </a:solidFill>
                <a:effectLst/>
              </a:rPr>
              <a:t> sit </a:t>
            </a:r>
            <a:r>
              <a:rPr lang="en-US" b="0" i="0" u="none" strike="noStrike" err="1">
                <a:solidFill>
                  <a:srgbClr val="000000"/>
                </a:solidFill>
                <a:effectLst/>
              </a:rPr>
              <a:t>aspernatur</a:t>
            </a:r>
            <a:r>
              <a:rPr lang="en-US" b="0" i="0" u="none" strike="noStrike">
                <a:solidFill>
                  <a:srgbClr val="000000"/>
                </a:solidFill>
                <a:effectLst/>
              </a:rPr>
              <a:t> </a:t>
            </a:r>
            <a:r>
              <a:rPr lang="en-US" b="0" i="0" u="none" strike="noStrike" err="1">
                <a:solidFill>
                  <a:srgbClr val="000000"/>
                </a:solidFill>
                <a:effectLst/>
              </a:rPr>
              <a:t>aut</a:t>
            </a:r>
            <a:r>
              <a:rPr lang="en-US" b="0" i="0" u="none" strike="noStrike">
                <a:solidFill>
                  <a:srgbClr val="000000"/>
                </a:solidFill>
                <a:effectLst/>
              </a:rPr>
              <a:t> </a:t>
            </a:r>
            <a:r>
              <a:rPr lang="en-US" b="0" i="0" u="none" strike="noStrike" err="1">
                <a:solidFill>
                  <a:srgbClr val="000000"/>
                </a:solidFill>
                <a:effectLst/>
              </a:rPr>
              <a:t>odit</a:t>
            </a:r>
            <a:r>
              <a:rPr lang="en-US" b="0" i="0" u="none" strike="noStrike">
                <a:solidFill>
                  <a:srgbClr val="000000"/>
                </a:solidFill>
                <a:effectLst/>
              </a:rPr>
              <a:t> </a:t>
            </a:r>
            <a:r>
              <a:rPr lang="en-US" b="0" i="0" u="none" strike="noStrike" err="1">
                <a:solidFill>
                  <a:srgbClr val="000000"/>
                </a:solidFill>
                <a:effectLst/>
              </a:rPr>
              <a:t>aut</a:t>
            </a:r>
            <a:r>
              <a:rPr lang="en-US" b="0" i="0" u="none" strike="noStrike">
                <a:solidFill>
                  <a:srgbClr val="000000"/>
                </a:solidFill>
                <a:effectLst/>
              </a:rPr>
              <a:t> fugit.</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t>
            </a:r>
            <a:r>
              <a:rPr lang="en-US" err="1"/>
              <a:t>architecto</a:t>
            </a:r>
            <a:r>
              <a:rPr lang="en-US"/>
              <a:t> beatae vitae dicta sunt </a:t>
            </a:r>
            <a:r>
              <a:rPr lang="en-US" err="1"/>
              <a:t>explicabo</a:t>
            </a:r>
            <a:r>
              <a:rPr lang="en-US"/>
              <a:t>. Nemo </a:t>
            </a:r>
            <a:r>
              <a:rPr lang="en-US" err="1"/>
              <a:t>enim</a:t>
            </a:r>
            <a:r>
              <a:rPr lang="en-US"/>
              <a:t> </a:t>
            </a:r>
            <a:r>
              <a:rPr lang="en-US" err="1"/>
              <a:t>ipsam</a:t>
            </a:r>
            <a:r>
              <a:rPr lang="en-US"/>
              <a:t> </a:t>
            </a:r>
            <a:r>
              <a:rPr lang="en-US" err="1"/>
              <a:t>voluptatem</a:t>
            </a:r>
            <a:r>
              <a:rPr lang="en-US"/>
              <a:t> quia </a:t>
            </a:r>
            <a:r>
              <a:rPr lang="en-US" err="1"/>
              <a:t>voluptas</a:t>
            </a:r>
            <a:r>
              <a:rPr lang="en-US"/>
              <a:t> sit </a:t>
            </a:r>
            <a:r>
              <a:rPr lang="en-US" err="1"/>
              <a:t>aspernatur</a:t>
            </a:r>
            <a:r>
              <a:rPr lang="en-US"/>
              <a:t> </a:t>
            </a:r>
            <a:r>
              <a:rPr lang="en-US" err="1"/>
              <a:t>aut</a:t>
            </a:r>
            <a:r>
              <a:rPr lang="en-US"/>
              <a:t> </a:t>
            </a:r>
            <a:r>
              <a:rPr lang="en-US" err="1"/>
              <a:t>odit</a:t>
            </a:r>
            <a:r>
              <a:rPr lang="en-US"/>
              <a:t> </a:t>
            </a:r>
            <a:r>
              <a:rPr lang="en-US" err="1"/>
              <a:t>aut</a:t>
            </a:r>
            <a:r>
              <a:rPr lang="en-US"/>
              <a:t> fugit.</a:t>
            </a:r>
          </a:p>
        </p:txBody>
      </p:sp>
      <p:sp>
        <p:nvSpPr>
          <p:cNvPr id="8" name="Picture Placeholder 8">
            <a:extLst>
              <a:ext uri="{FF2B5EF4-FFF2-40B4-BE49-F238E27FC236}">
                <a16:creationId xmlns:a16="http://schemas.microsoft.com/office/drawing/2014/main" id="{8B1AB890-D81D-B3B8-879B-1CA628996562}"/>
              </a:ext>
            </a:extLst>
          </p:cNvPr>
          <p:cNvSpPr>
            <a:spLocks noGrp="1"/>
          </p:cNvSpPr>
          <p:nvPr>
            <p:ph type="pic" sz="quarter" idx="163" hasCustomPrompt="1"/>
          </p:nvPr>
        </p:nvSpPr>
        <p:spPr>
          <a:xfrm>
            <a:off x="9072034" y="910535"/>
            <a:ext cx="2713566" cy="5356829"/>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bg1"/>
                </a:solidFill>
              </a:defRPr>
            </a:lvl1pPr>
          </a:lstStyle>
          <a:p>
            <a:pPr marL="0" lvl="0" indent="0">
              <a:buNone/>
            </a:pPr>
            <a:r>
              <a:rPr lang="en-US"/>
              <a:t>Picture</a:t>
            </a:r>
          </a:p>
        </p:txBody>
      </p:sp>
      <p:sp>
        <p:nvSpPr>
          <p:cNvPr id="11" name="Text 0">
            <a:extLst>
              <a:ext uri="{FF2B5EF4-FFF2-40B4-BE49-F238E27FC236}">
                <a16:creationId xmlns:a16="http://schemas.microsoft.com/office/drawing/2014/main" id="{C2F38E1C-3406-9AE3-5432-78F0BDF76117}"/>
              </a:ext>
            </a:extLst>
          </p:cNvPr>
          <p:cNvSpPr>
            <a:spLocks noGrp="1"/>
          </p:cNvSpPr>
          <p:nvPr>
            <p:ph type="body" idx="106" hasCustomPrompt="1"/>
          </p:nvPr>
        </p:nvSpPr>
        <p:spPr>
          <a:xfrm>
            <a:off x="406400" y="408054"/>
            <a:ext cx="7514162"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cxnSp>
        <p:nvCxnSpPr>
          <p:cNvPr id="10" name="Straight Connector 9">
            <a:extLst>
              <a:ext uri="{FF2B5EF4-FFF2-40B4-BE49-F238E27FC236}">
                <a16:creationId xmlns:a16="http://schemas.microsoft.com/office/drawing/2014/main" id="{EBE34772-0BB3-8C94-9154-025E0D4DA3B0}"/>
              </a:ext>
            </a:extLst>
          </p:cNvPr>
          <p:cNvCxnSpPr>
            <a:cxnSpLocks/>
          </p:cNvCxnSpPr>
          <p:nvPr/>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itle 9">
            <a:extLst>
              <a:ext uri="{FF2B5EF4-FFF2-40B4-BE49-F238E27FC236}">
                <a16:creationId xmlns:a16="http://schemas.microsoft.com/office/drawing/2014/main" id="{204FCDE9-E56E-BC34-D09A-2D1B6799AB73}"/>
              </a:ext>
            </a:extLst>
          </p:cNvPr>
          <p:cNvSpPr>
            <a:spLocks noGrp="1"/>
          </p:cNvSpPr>
          <p:nvPr>
            <p:ph type="title" hasCustomPrompt="1"/>
          </p:nvPr>
        </p:nvSpPr>
        <p:spPr>
          <a:xfrm>
            <a:off x="407458" y="910534"/>
            <a:ext cx="7513104" cy="369332"/>
          </a:xfrm>
          <a:prstGeom prst="rect">
            <a:avLst/>
          </a:prstGeom>
        </p:spPr>
        <p:txBody>
          <a:bodyPr wrap="square" lIns="0" tIns="0" rIns="0" bIns="0" anchor="t">
            <a:spAutoFit/>
          </a:bodyPr>
          <a:lstStyle>
            <a:lvl1pPr algn="l">
              <a:defRPr lang="en-US" sz="2400" dirty="0">
                <a:solidFill>
                  <a:schemeClr val="tx1"/>
                </a:solidFill>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pic>
        <p:nvPicPr>
          <p:cNvPr id="5" name="Xebia" descr="preencoded.png">
            <a:extLst>
              <a:ext uri="{FF2B5EF4-FFF2-40B4-BE49-F238E27FC236}">
                <a16:creationId xmlns:a16="http://schemas.microsoft.com/office/drawing/2014/main" id="{14022396-C929-B061-BCCA-05E18E1B0F34}"/>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11118850" y="292103"/>
            <a:ext cx="673101" cy="215900"/>
          </a:xfrm>
          <a:prstGeom prst="rect">
            <a:avLst/>
          </a:prstGeom>
        </p:spPr>
      </p:pic>
      <p:sp>
        <p:nvSpPr>
          <p:cNvPr id="4" name="Slide Number Placeholder 4">
            <a:extLst>
              <a:ext uri="{FF2B5EF4-FFF2-40B4-BE49-F238E27FC236}">
                <a16:creationId xmlns:a16="http://schemas.microsoft.com/office/drawing/2014/main" id="{EBDC3C6A-C86D-8181-019D-689D6F6F97E2}"/>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B55D9570-D3FC-6D43-AC32-D988B1849109}" type="slidenum">
              <a:rPr lang="en-PL" smtClean="0"/>
              <a:pPr/>
              <a:t>‹#›</a:t>
            </a:fld>
            <a:endParaRPr lang="en-PL"/>
          </a:p>
        </p:txBody>
      </p:sp>
      <p:sp>
        <p:nvSpPr>
          <p:cNvPr id="6" name="Symbol zastępczy stopki 1">
            <a:extLst>
              <a:ext uri="{FF2B5EF4-FFF2-40B4-BE49-F238E27FC236}">
                <a16:creationId xmlns:a16="http://schemas.microsoft.com/office/drawing/2014/main" id="{C21B1DB0-EA92-D684-C760-56B9B0FBCA9B}"/>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tx1"/>
                </a:solidFill>
              </a:defRPr>
            </a:lvl1pPr>
          </a:lstStyle>
          <a:p>
            <a:r>
              <a:rPr lang="en-US"/>
              <a:t>Copyright © 2025 Xebia. All rights reserved</a:t>
            </a:r>
          </a:p>
        </p:txBody>
      </p:sp>
    </p:spTree>
    <p:extLst>
      <p:ext uri="{BB962C8B-B14F-4D97-AF65-F5344CB8AC3E}">
        <p14:creationId xmlns:p14="http://schemas.microsoft.com/office/powerpoint/2010/main" val="352854006"/>
      </p:ext>
    </p:extLst>
  </p:cSld>
  <p:clrMapOvr>
    <a:masterClrMapping/>
  </p:clrMapOvr>
  <p:hf hdr="0" ftr="0" dt="0"/>
  <p:extLst>
    <p:ext uri="{DCECCB84-F9BA-43D5-87BE-67443E8EF086}">
      <p15:sldGuideLst xmlns:p15="http://schemas.microsoft.com/office/powerpoint/2012/main">
        <p15:guide id="1" orient="horz" pos="255">
          <p15:clr>
            <a:srgbClr val="A4A3A4"/>
          </p15:clr>
        </p15:guide>
        <p15:guide id="4" pos="3779">
          <p15:clr>
            <a:srgbClr val="C35EA4"/>
          </p15:clr>
        </p15:guide>
        <p15:guide id="5" pos="4384">
          <p15:clr>
            <a:srgbClr val="C35EA4"/>
          </p15:clr>
        </p15:guide>
        <p15:guide id="6" pos="3296">
          <p15:clr>
            <a:srgbClr val="C35EA4"/>
          </p15:clr>
        </p15:guide>
        <p15:guide id="7" pos="3175">
          <p15:clr>
            <a:srgbClr val="C35EA4"/>
          </p15:clr>
        </p15:guide>
        <p15:guide id="8" pos="2691">
          <p15:clr>
            <a:srgbClr val="C35EA4"/>
          </p15:clr>
        </p15:guide>
        <p15:guide id="11" pos="5110">
          <p15:clr>
            <a:srgbClr val="C35EA4"/>
          </p15:clr>
        </p15:guide>
        <p15:guide id="12" pos="5594">
          <p15:clr>
            <a:srgbClr val="C35EA4"/>
          </p15:clr>
        </p15:guide>
        <p15:guide id="13" pos="2086">
          <p15:clr>
            <a:srgbClr val="C35EA4"/>
          </p15:clr>
        </p15:guide>
        <p15:guide id="15" pos="5715">
          <p15:clr>
            <a:srgbClr val="C35EA4"/>
          </p15:clr>
        </p15:guide>
        <p15:guide id="16" pos="6199">
          <p15:clr>
            <a:srgbClr val="C35EA4"/>
          </p15:clr>
        </p15:guide>
        <p15:guide id="18" pos="1360">
          <p15:clr>
            <a:srgbClr val="C35EA4"/>
          </p15:clr>
        </p15:guide>
        <p15:guide id="19" pos="6319">
          <p15:clr>
            <a:srgbClr val="C35EA4"/>
          </p15:clr>
        </p15:guide>
        <p15:guide id="20" pos="6803">
          <p15:clr>
            <a:srgbClr val="C35EA4"/>
          </p15:clr>
        </p15:guide>
        <p15:guide id="21" pos="877">
          <p15:clr>
            <a:srgbClr val="C35EA4"/>
          </p15:clr>
        </p15:guide>
        <p15:guide id="22" pos="755">
          <p15:clr>
            <a:srgbClr val="C35EA4"/>
          </p15:clr>
        </p15:guide>
        <p15:guide id="23" pos="6925">
          <p15:clr>
            <a:srgbClr val="C35EA4"/>
          </p15:clr>
        </p15:guide>
        <p15:guide id="24" pos="7423">
          <p15:clr>
            <a:srgbClr val="A4A3A4"/>
          </p15:clr>
        </p15:guide>
        <p15:guide id="25" pos="257">
          <p15:clr>
            <a:srgbClr val="A4A3A4"/>
          </p15:clr>
        </p15:guide>
        <p15:guide id="26" orient="horz" pos="4065">
          <p15:clr>
            <a:srgbClr val="A4A3A4"/>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Wide / Column / Light">
    <p:bg>
      <p:bgPr>
        <a:solidFill>
          <a:schemeClr val="bg1"/>
        </a:solidFill>
        <a:effectLst/>
      </p:bgPr>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p:nvPicPr>
        <p:blipFill>
          <a:blip r:embed="rId4"/>
          <a:srcRect/>
          <a:stretch/>
        </p:blipFill>
        <p:spPr>
          <a:xfrm>
            <a:off x="406400" y="526699"/>
            <a:ext cx="0" cy="2400"/>
          </a:xfrm>
          <a:prstGeom prst="rect">
            <a:avLst/>
          </a:prstGeom>
          <a:noFill/>
        </p:spPr>
      </p:pic>
      <p:sp>
        <p:nvSpPr>
          <p:cNvPr id="11" name="Text 0">
            <a:extLst>
              <a:ext uri="{FF2B5EF4-FFF2-40B4-BE49-F238E27FC236}">
                <a16:creationId xmlns:a16="http://schemas.microsoft.com/office/drawing/2014/main" id="{C2F38E1C-3406-9AE3-5432-78F0BDF76117}"/>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cxnSp>
        <p:nvCxnSpPr>
          <p:cNvPr id="10" name="Straight Connector 9">
            <a:extLst>
              <a:ext uri="{FF2B5EF4-FFF2-40B4-BE49-F238E27FC236}">
                <a16:creationId xmlns:a16="http://schemas.microsoft.com/office/drawing/2014/main" id="{EBE34772-0BB3-8C94-9154-025E0D4DA3B0}"/>
              </a:ext>
            </a:extLst>
          </p:cNvPr>
          <p:cNvCxnSpPr>
            <a:cxnSpLocks/>
          </p:cNvCxnSpPr>
          <p:nvPr/>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7A1D72B7-B14F-38E5-02BB-5D163BAE58DF}"/>
              </a:ext>
            </a:extLst>
          </p:cNvPr>
          <p:cNvSpPr>
            <a:spLocks noGrp="1" noChangeAspect="1"/>
          </p:cNvSpPr>
          <p:nvPr>
            <p:ph type="body" sz="quarter" idx="110"/>
          </p:nvPr>
        </p:nvSpPr>
        <p:spPr>
          <a:xfrm>
            <a:off x="431803" y="1666866"/>
            <a:ext cx="7488765" cy="184666"/>
          </a:xfrm>
          <a:prstGeom prst="rect">
            <a:avLst/>
          </a:prstGeom>
        </p:spPr>
        <p:txBody>
          <a:bodyPr wrap="square" lIns="0" tIns="0" rIns="0" bIns="0" anchor="t">
            <a:spAutoFit/>
          </a:bodyPr>
          <a:lstStyle>
            <a:lvl1pPr marL="0" marR="0" indent="0" algn="l" defTabSz="609660" rtl="0" eaLnBrk="1" fontAlgn="auto" latinLnBrk="0" hangingPunct="1">
              <a:lnSpc>
                <a:spcPct val="100000"/>
              </a:lnSpc>
              <a:spcBef>
                <a:spcPts val="933"/>
              </a:spcBef>
              <a:spcAft>
                <a:spcPts val="0"/>
              </a:spcAft>
              <a:buClrTx/>
              <a:buSzTx/>
              <a:buFontTx/>
              <a:buNone/>
              <a:tabLst/>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US"/>
              <a:t>Click to edit Master text styles</a:t>
            </a:r>
          </a:p>
        </p:txBody>
      </p:sp>
      <p:sp>
        <p:nvSpPr>
          <p:cNvPr id="6" name="Title 9">
            <a:extLst>
              <a:ext uri="{FF2B5EF4-FFF2-40B4-BE49-F238E27FC236}">
                <a16:creationId xmlns:a16="http://schemas.microsoft.com/office/drawing/2014/main" id="{A3852ADE-9EAE-73B5-CEA1-9399F6614D9D}"/>
              </a:ext>
            </a:extLst>
          </p:cNvPr>
          <p:cNvSpPr>
            <a:spLocks noGrp="1"/>
          </p:cNvSpPr>
          <p:nvPr>
            <p:ph type="title" hasCustomPrompt="1"/>
          </p:nvPr>
        </p:nvSpPr>
        <p:spPr>
          <a:xfrm>
            <a:off x="407458" y="910532"/>
            <a:ext cx="7513109" cy="369332"/>
          </a:xfrm>
          <a:prstGeom prst="rect">
            <a:avLst/>
          </a:prstGeom>
        </p:spPr>
        <p:txBody>
          <a:bodyPr wrap="square" lIns="0" tIns="0" rIns="0" bIns="0" anchor="t">
            <a:spAutoFit/>
          </a:bodyPr>
          <a:lstStyle>
            <a:lvl1pPr algn="l">
              <a:defRPr lang="en-US" sz="2400" dirty="0">
                <a:solidFill>
                  <a:schemeClr val="tx1"/>
                </a:solidFill>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pic>
        <p:nvPicPr>
          <p:cNvPr id="4" name="Xebia" descr="preencoded.png">
            <a:extLst>
              <a:ext uri="{FF2B5EF4-FFF2-40B4-BE49-F238E27FC236}">
                <a16:creationId xmlns:a16="http://schemas.microsoft.com/office/drawing/2014/main" id="{1689E251-74EA-FF25-61F8-A88F28D15CE6}"/>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11118850" y="292103"/>
            <a:ext cx="673101" cy="215900"/>
          </a:xfrm>
          <a:prstGeom prst="rect">
            <a:avLst/>
          </a:prstGeom>
        </p:spPr>
      </p:pic>
      <p:sp>
        <p:nvSpPr>
          <p:cNvPr id="7" name="Slide Number Placeholder 4">
            <a:extLst>
              <a:ext uri="{FF2B5EF4-FFF2-40B4-BE49-F238E27FC236}">
                <a16:creationId xmlns:a16="http://schemas.microsoft.com/office/drawing/2014/main" id="{A80DE525-9A6C-EC7E-10F4-02DE14E68495}"/>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B55D9570-D3FC-6D43-AC32-D988B1849109}" type="slidenum">
              <a:rPr lang="en-PL" smtClean="0"/>
              <a:pPr/>
              <a:t>‹#›</a:t>
            </a:fld>
            <a:endParaRPr lang="en-PL"/>
          </a:p>
        </p:txBody>
      </p:sp>
      <p:sp>
        <p:nvSpPr>
          <p:cNvPr id="9" name="Symbol zastępczy stopki 1">
            <a:extLst>
              <a:ext uri="{FF2B5EF4-FFF2-40B4-BE49-F238E27FC236}">
                <a16:creationId xmlns:a16="http://schemas.microsoft.com/office/drawing/2014/main" id="{8510732B-15EE-D1BE-C49F-D4AB2AF3BDAD}"/>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tx1"/>
                </a:solidFill>
              </a:defRPr>
            </a:lvl1pPr>
          </a:lstStyle>
          <a:p>
            <a:r>
              <a:rPr lang="en-US"/>
              <a:t>Copyright © 2025 Xebia. All rights reserved</a:t>
            </a:r>
          </a:p>
        </p:txBody>
      </p:sp>
      <p:sp>
        <p:nvSpPr>
          <p:cNvPr id="12" name="Picture Placeholder 8">
            <a:extLst>
              <a:ext uri="{FF2B5EF4-FFF2-40B4-BE49-F238E27FC236}">
                <a16:creationId xmlns:a16="http://schemas.microsoft.com/office/drawing/2014/main" id="{593126B2-70D2-7B5F-B468-72FEA98FA81D}"/>
              </a:ext>
            </a:extLst>
          </p:cNvPr>
          <p:cNvSpPr>
            <a:spLocks noGrp="1"/>
          </p:cNvSpPr>
          <p:nvPr>
            <p:ph type="pic" sz="quarter" idx="163" hasCustomPrompt="1"/>
          </p:nvPr>
        </p:nvSpPr>
        <p:spPr>
          <a:xfrm>
            <a:off x="9072034" y="910535"/>
            <a:ext cx="2713566" cy="5356829"/>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bg1"/>
                </a:solidFill>
              </a:defRPr>
            </a:lvl1pPr>
          </a:lstStyle>
          <a:p>
            <a:pPr marL="0" lvl="0" indent="0">
              <a:buNone/>
            </a:pPr>
            <a:r>
              <a:rPr lang="en-US"/>
              <a:t>Picture</a:t>
            </a:r>
          </a:p>
        </p:txBody>
      </p:sp>
    </p:spTree>
    <p:extLst>
      <p:ext uri="{BB962C8B-B14F-4D97-AF65-F5344CB8AC3E}">
        <p14:creationId xmlns:p14="http://schemas.microsoft.com/office/powerpoint/2010/main" val="2878979566"/>
      </p:ext>
    </p:extLst>
  </p:cSld>
  <p:clrMapOvr>
    <a:masterClrMapping/>
  </p:clrMapOvr>
  <p:hf hdr="0" ftr="0" dt="0"/>
  <p:extLst>
    <p:ext uri="{DCECCB84-F9BA-43D5-87BE-67443E8EF086}">
      <p15:sldGuideLst xmlns:p15="http://schemas.microsoft.com/office/powerpoint/2012/main">
        <p15:guide id="1" orient="horz" pos="255">
          <p15:clr>
            <a:srgbClr val="A4A3A4"/>
          </p15:clr>
        </p15:guide>
        <p15:guide id="3" pos="3901">
          <p15:clr>
            <a:srgbClr val="C35EA4"/>
          </p15:clr>
        </p15:guide>
        <p15:guide id="4" pos="3779">
          <p15:clr>
            <a:srgbClr val="C35EA4"/>
          </p15:clr>
        </p15:guide>
        <p15:guide id="5" pos="4384">
          <p15:clr>
            <a:srgbClr val="C35EA4"/>
          </p15:clr>
        </p15:guide>
        <p15:guide id="6" pos="3296">
          <p15:clr>
            <a:srgbClr val="C35EA4"/>
          </p15:clr>
        </p15:guide>
        <p15:guide id="7" pos="3175">
          <p15:clr>
            <a:srgbClr val="C35EA4"/>
          </p15:clr>
        </p15:guide>
        <p15:guide id="8" pos="2691">
          <p15:clr>
            <a:srgbClr val="C35EA4"/>
          </p15:clr>
        </p15:guide>
        <p15:guide id="9" pos="4989">
          <p15:clr>
            <a:srgbClr val="C35EA4"/>
          </p15:clr>
        </p15:guide>
        <p15:guide id="11" pos="5110">
          <p15:clr>
            <a:srgbClr val="C35EA4"/>
          </p15:clr>
        </p15:guide>
        <p15:guide id="12" pos="5594">
          <p15:clr>
            <a:srgbClr val="C35EA4"/>
          </p15:clr>
        </p15:guide>
        <p15:guide id="13" pos="2086">
          <p15:clr>
            <a:srgbClr val="C35EA4"/>
          </p15:clr>
        </p15:guide>
        <p15:guide id="15" pos="5715">
          <p15:clr>
            <a:srgbClr val="C35EA4"/>
          </p15:clr>
        </p15:guide>
        <p15:guide id="16" pos="6199">
          <p15:clr>
            <a:srgbClr val="C35EA4"/>
          </p15:clr>
        </p15:guide>
        <p15:guide id="19" pos="6319">
          <p15:clr>
            <a:srgbClr val="C35EA4"/>
          </p15:clr>
        </p15:guide>
        <p15:guide id="20" pos="6803">
          <p15:clr>
            <a:srgbClr val="C35EA4"/>
          </p15:clr>
        </p15:guide>
        <p15:guide id="21" pos="877">
          <p15:clr>
            <a:srgbClr val="C35EA4"/>
          </p15:clr>
        </p15:guide>
        <p15:guide id="22" pos="755">
          <p15:clr>
            <a:srgbClr val="C35EA4"/>
          </p15:clr>
        </p15:guide>
        <p15:guide id="23" pos="6925">
          <p15:clr>
            <a:srgbClr val="C35EA4"/>
          </p15:clr>
        </p15:guide>
        <p15:guide id="24" pos="7423">
          <p15:clr>
            <a:srgbClr val="A4A3A4"/>
          </p15:clr>
        </p15:guide>
        <p15:guide id="25" pos="257">
          <p15:clr>
            <a:srgbClr val="A4A3A4"/>
          </p15:clr>
        </p15:guide>
        <p15:guide id="26" orient="horz" pos="4065">
          <p15:clr>
            <a:srgbClr val="A4A3A4"/>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Moodboard / Text / Light">
    <p:bg>
      <p:bgRef idx="1001">
        <a:schemeClr val="bg1"/>
      </p:bgRef>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p:nvPicPr>
        <p:blipFill>
          <a:blip r:embed="rId4"/>
          <a:srcRect/>
          <a:stretch/>
        </p:blipFill>
        <p:spPr>
          <a:xfrm>
            <a:off x="406400" y="526699"/>
            <a:ext cx="0" cy="2400"/>
          </a:xfrm>
          <a:prstGeom prst="rect">
            <a:avLst/>
          </a:prstGeom>
          <a:noFill/>
        </p:spPr>
      </p:pic>
      <p:cxnSp>
        <p:nvCxnSpPr>
          <p:cNvPr id="9" name="Straight Connector 8">
            <a:extLst>
              <a:ext uri="{FF2B5EF4-FFF2-40B4-BE49-F238E27FC236}">
                <a16:creationId xmlns:a16="http://schemas.microsoft.com/office/drawing/2014/main" id="{1205F564-4E22-BBF2-3E5F-D6ABED772D69}"/>
              </a:ext>
            </a:extLst>
          </p:cNvPr>
          <p:cNvCxnSpPr>
            <a:cxnSpLocks/>
          </p:cNvCxnSpPr>
          <p:nvPr/>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 0">
            <a:extLst>
              <a:ext uri="{FF2B5EF4-FFF2-40B4-BE49-F238E27FC236}">
                <a16:creationId xmlns:a16="http://schemas.microsoft.com/office/drawing/2014/main" id="{EC13069E-C585-8CED-A4E4-B0A3E38FF667}"/>
              </a:ext>
            </a:extLst>
          </p:cNvPr>
          <p:cNvSpPr>
            <a:spLocks noGrp="1"/>
          </p:cNvSpPr>
          <p:nvPr>
            <p:ph type="body" idx="106" hasCustomPrompt="1"/>
          </p:nvPr>
        </p:nvSpPr>
        <p:spPr>
          <a:xfrm>
            <a:off x="406400" y="408055"/>
            <a:ext cx="7514166"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17" name="Text Placeholder 22">
            <a:extLst>
              <a:ext uri="{FF2B5EF4-FFF2-40B4-BE49-F238E27FC236}">
                <a16:creationId xmlns:a16="http://schemas.microsoft.com/office/drawing/2014/main" id="{23EADD4C-1DC9-0EEE-2B91-834CE03B6374}"/>
              </a:ext>
            </a:extLst>
          </p:cNvPr>
          <p:cNvSpPr>
            <a:spLocks noGrp="1"/>
          </p:cNvSpPr>
          <p:nvPr>
            <p:ph type="body" sz="quarter" idx="136" hasCustomPrompt="1"/>
          </p:nvPr>
        </p:nvSpPr>
        <p:spPr>
          <a:xfrm>
            <a:off x="406402" y="909520"/>
            <a:ext cx="3673475" cy="328295"/>
          </a:xfrm>
          <a:prstGeom prst="rect">
            <a:avLst/>
          </a:prstGeom>
        </p:spPr>
        <p:txBody>
          <a:bodyPr wrap="square" lIns="0" tIns="0" rIns="0" bIns="0" anchor="t">
            <a:spAutoFit/>
          </a:bodyPr>
          <a:lstStyle>
            <a:lvl1pPr marL="0" indent="0">
              <a:lnSpc>
                <a:spcPct val="100000"/>
              </a:lnSpc>
              <a:buNone/>
              <a:defRPr sz="2133">
                <a:solidFill>
                  <a:schemeClr val="tx1"/>
                </a:solidFill>
                <a:latin typeface="+mj-lt"/>
              </a:defRPr>
            </a:lvl1pPr>
          </a:lstStyle>
          <a:p>
            <a:pPr lvl="0"/>
            <a:r>
              <a:rPr lang="en-US" noProof="0"/>
              <a:t>Click to edit master title style</a:t>
            </a:r>
            <a:endParaRPr lang="en-US"/>
          </a:p>
        </p:txBody>
      </p:sp>
      <p:sp>
        <p:nvSpPr>
          <p:cNvPr id="18" name="Text Placeholder 2">
            <a:extLst>
              <a:ext uri="{FF2B5EF4-FFF2-40B4-BE49-F238E27FC236}">
                <a16:creationId xmlns:a16="http://schemas.microsoft.com/office/drawing/2014/main" id="{89C5EEA2-58EF-ADCC-7D0F-0EDA8FB4F406}"/>
              </a:ext>
            </a:extLst>
          </p:cNvPr>
          <p:cNvSpPr>
            <a:spLocks noGrp="1"/>
          </p:cNvSpPr>
          <p:nvPr>
            <p:ph type="body" sz="quarter" idx="110" hasCustomPrompt="1"/>
          </p:nvPr>
        </p:nvSpPr>
        <p:spPr>
          <a:xfrm>
            <a:off x="406402" y="1631488"/>
            <a:ext cx="3673475" cy="923330"/>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US"/>
              <a:t>This is a placeholder introduction text. Use this space to briefly present the topic, highlight the main idea, or set the context for your audience. Replace this text with your own introduction once you prepare your presentation.</a:t>
            </a:r>
          </a:p>
        </p:txBody>
      </p:sp>
      <p:sp>
        <p:nvSpPr>
          <p:cNvPr id="6" name="Symbol zastępczy stopki 1">
            <a:extLst>
              <a:ext uri="{FF2B5EF4-FFF2-40B4-BE49-F238E27FC236}">
                <a16:creationId xmlns:a16="http://schemas.microsoft.com/office/drawing/2014/main" id="{CF9E764D-8488-13F4-8C96-91CDDD0C183D}"/>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tx1"/>
                </a:solidFill>
              </a:defRPr>
            </a:lvl1pPr>
          </a:lstStyle>
          <a:p>
            <a:r>
              <a:rPr lang="en-US"/>
              <a:t>Copyright © 2025 Xebia. All rights reserved</a:t>
            </a:r>
          </a:p>
        </p:txBody>
      </p:sp>
      <p:sp>
        <p:nvSpPr>
          <p:cNvPr id="7" name="Picture Placeholder 8">
            <a:extLst>
              <a:ext uri="{FF2B5EF4-FFF2-40B4-BE49-F238E27FC236}">
                <a16:creationId xmlns:a16="http://schemas.microsoft.com/office/drawing/2014/main" id="{63E1B289-AD96-B82A-654A-4926CC483484}"/>
              </a:ext>
            </a:extLst>
          </p:cNvPr>
          <p:cNvSpPr>
            <a:spLocks noGrp="1"/>
          </p:cNvSpPr>
          <p:nvPr>
            <p:ph type="pic" sz="quarter" idx="163"/>
          </p:nvPr>
        </p:nvSpPr>
        <p:spPr>
          <a:xfrm>
            <a:off x="5231344" y="898865"/>
            <a:ext cx="2689225" cy="5409816"/>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8" name="Picture Placeholder 8">
            <a:extLst>
              <a:ext uri="{FF2B5EF4-FFF2-40B4-BE49-F238E27FC236}">
                <a16:creationId xmlns:a16="http://schemas.microsoft.com/office/drawing/2014/main" id="{0CCA20F2-DE2E-1545-5790-DC2BF26AB16D}"/>
              </a:ext>
            </a:extLst>
          </p:cNvPr>
          <p:cNvSpPr>
            <a:spLocks noGrp="1"/>
          </p:cNvSpPr>
          <p:nvPr>
            <p:ph type="pic" sz="quarter" idx="164"/>
          </p:nvPr>
        </p:nvSpPr>
        <p:spPr>
          <a:xfrm>
            <a:off x="8111068" y="898866"/>
            <a:ext cx="3668804" cy="2700439"/>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13" name="Picture Placeholder 8">
            <a:extLst>
              <a:ext uri="{FF2B5EF4-FFF2-40B4-BE49-F238E27FC236}">
                <a16:creationId xmlns:a16="http://schemas.microsoft.com/office/drawing/2014/main" id="{3E47FE60-B287-5D27-C1B2-684FDF4CA0FD}"/>
              </a:ext>
            </a:extLst>
          </p:cNvPr>
          <p:cNvSpPr>
            <a:spLocks noGrp="1"/>
          </p:cNvSpPr>
          <p:nvPr>
            <p:ph type="pic" sz="quarter" idx="165"/>
          </p:nvPr>
        </p:nvSpPr>
        <p:spPr>
          <a:xfrm>
            <a:off x="8111069" y="3784849"/>
            <a:ext cx="3668805" cy="252383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15" name="Slide Number Placeholder 4">
            <a:extLst>
              <a:ext uri="{FF2B5EF4-FFF2-40B4-BE49-F238E27FC236}">
                <a16:creationId xmlns:a16="http://schemas.microsoft.com/office/drawing/2014/main" id="{FDB9C799-45A6-F5F6-C40E-9D5A2C9F08DE}"/>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B55D9570-D3FC-6D43-AC32-D988B1849109}" type="slidenum">
              <a:rPr lang="en-PL" smtClean="0"/>
              <a:pPr/>
              <a:t>‹#›</a:t>
            </a:fld>
            <a:endParaRPr lang="en-PL"/>
          </a:p>
        </p:txBody>
      </p:sp>
    </p:spTree>
    <p:extLst>
      <p:ext uri="{BB962C8B-B14F-4D97-AF65-F5344CB8AC3E}">
        <p14:creationId xmlns:p14="http://schemas.microsoft.com/office/powerpoint/2010/main" val="1130563270"/>
      </p:ext>
    </p:extLst>
  </p:cSld>
  <p:clrMapOvr>
    <a:masterClrMapping/>
  </p:clrMapOvr>
  <p:hf hdr="0" ftr="0" dt="0"/>
  <p:extLst>
    <p:ext uri="{DCECCB84-F9BA-43D5-87BE-67443E8EF086}">
      <p15:sldGuideLst xmlns:p15="http://schemas.microsoft.com/office/powerpoint/2012/main">
        <p15:guide id="1" orient="horz" pos="255">
          <p15:clr>
            <a:srgbClr val="A4A3A4"/>
          </p15:clr>
        </p15:guide>
        <p15:guide id="2" pos="4505">
          <p15:clr>
            <a:srgbClr val="C35EA4"/>
          </p15:clr>
        </p15:guide>
        <p15:guide id="3" pos="3901">
          <p15:clr>
            <a:srgbClr val="C35EA4"/>
          </p15:clr>
        </p15:guide>
        <p15:guide id="4" pos="3779">
          <p15:clr>
            <a:srgbClr val="C35EA4"/>
          </p15:clr>
        </p15:guide>
        <p15:guide id="5" pos="4384">
          <p15:clr>
            <a:srgbClr val="C35EA4"/>
          </p15:clr>
        </p15:guide>
        <p15:guide id="6" pos="3296">
          <p15:clr>
            <a:srgbClr val="C35EA4"/>
          </p15:clr>
        </p15:guide>
        <p15:guide id="7" pos="3175">
          <p15:clr>
            <a:srgbClr val="C35EA4"/>
          </p15:clr>
        </p15:guide>
        <p15:guide id="8" pos="2691">
          <p15:clr>
            <a:srgbClr val="C35EA4"/>
          </p15:clr>
        </p15:guide>
        <p15:guide id="9" pos="4989">
          <p15:clr>
            <a:srgbClr val="C35EA4"/>
          </p15:clr>
        </p15:guide>
        <p15:guide id="11" pos="5110">
          <p15:clr>
            <a:srgbClr val="C35EA4"/>
          </p15:clr>
        </p15:guide>
        <p15:guide id="12" pos="5594">
          <p15:clr>
            <a:srgbClr val="C35EA4"/>
          </p15:clr>
        </p15:guide>
        <p15:guide id="13" pos="2086">
          <p15:clr>
            <a:srgbClr val="C35EA4"/>
          </p15:clr>
        </p15:guide>
        <p15:guide id="14" pos="1965">
          <p15:clr>
            <a:srgbClr val="C35EA4"/>
          </p15:clr>
        </p15:guide>
        <p15:guide id="15" pos="5715">
          <p15:clr>
            <a:srgbClr val="C35EA4"/>
          </p15:clr>
        </p15:guide>
        <p15:guide id="16" pos="6199">
          <p15:clr>
            <a:srgbClr val="C35EA4"/>
          </p15:clr>
        </p15:guide>
        <p15:guide id="18" pos="1361">
          <p15:clr>
            <a:srgbClr val="C35EA4"/>
          </p15:clr>
        </p15:guide>
        <p15:guide id="19" pos="6319">
          <p15:clr>
            <a:srgbClr val="C35EA4"/>
          </p15:clr>
        </p15:guide>
        <p15:guide id="21" pos="877">
          <p15:clr>
            <a:srgbClr val="C35EA4"/>
          </p15:clr>
        </p15:guide>
        <p15:guide id="22" pos="755">
          <p15:clr>
            <a:srgbClr val="C35EA4"/>
          </p15:clr>
        </p15:guide>
        <p15:guide id="23" pos="6925">
          <p15:clr>
            <a:srgbClr val="C35EA4"/>
          </p15:clr>
        </p15:guide>
        <p15:guide id="25" pos="257">
          <p15:clr>
            <a:srgbClr val="A4A3A4"/>
          </p15:clr>
        </p15:guide>
        <p15:guide id="26" orient="horz" pos="4065">
          <p15:clr>
            <a:srgbClr val="A4A3A4"/>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Moodboard / Text / Dark">
    <p:bg>
      <p:bgPr>
        <a:solidFill>
          <a:srgbClr val="130025"/>
        </a:solidFill>
        <a:effectLst/>
      </p:bgPr>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p:nvPicPr>
        <p:blipFill>
          <a:blip r:embed="rId4"/>
          <a:srcRect/>
          <a:stretch/>
        </p:blipFill>
        <p:spPr>
          <a:xfrm>
            <a:off x="406400" y="526699"/>
            <a:ext cx="0" cy="2400"/>
          </a:xfrm>
          <a:prstGeom prst="rect">
            <a:avLst/>
          </a:prstGeom>
          <a:noFill/>
        </p:spPr>
      </p:pic>
      <p:sp>
        <p:nvSpPr>
          <p:cNvPr id="12" name="Text 0">
            <a:extLst>
              <a:ext uri="{FF2B5EF4-FFF2-40B4-BE49-F238E27FC236}">
                <a16:creationId xmlns:a16="http://schemas.microsoft.com/office/drawing/2014/main" id="{EC13069E-C585-8CED-A4E4-B0A3E38FF667}"/>
              </a:ext>
            </a:extLst>
          </p:cNvPr>
          <p:cNvSpPr>
            <a:spLocks noGrp="1"/>
          </p:cNvSpPr>
          <p:nvPr>
            <p:ph type="body" idx="106" hasCustomPrompt="1"/>
          </p:nvPr>
        </p:nvSpPr>
        <p:spPr>
          <a:xfrm>
            <a:off x="406400" y="408054"/>
            <a:ext cx="7514166"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bg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cxnSp>
        <p:nvCxnSpPr>
          <p:cNvPr id="8" name="Straight Connector 7">
            <a:extLst>
              <a:ext uri="{FF2B5EF4-FFF2-40B4-BE49-F238E27FC236}">
                <a16:creationId xmlns:a16="http://schemas.microsoft.com/office/drawing/2014/main" id="{8EFB5BF0-7004-5E74-470B-655614F2B4F7}"/>
              </a:ext>
            </a:extLst>
          </p:cNvPr>
          <p:cNvCxnSpPr/>
          <p:nvPr/>
        </p:nvCxnSpPr>
        <p:spPr>
          <a:xfrm>
            <a:off x="350268" y="698500"/>
            <a:ext cx="11441683" cy="0"/>
          </a:xfrm>
          <a:prstGeom prst="line">
            <a:avLst/>
          </a:prstGeom>
          <a:ln>
            <a:solidFill>
              <a:schemeClr val="bg1">
                <a:alpha val="53000"/>
              </a:schemeClr>
            </a:solidFill>
          </a:ln>
        </p:spPr>
        <p:style>
          <a:lnRef idx="1">
            <a:schemeClr val="accent1"/>
          </a:lnRef>
          <a:fillRef idx="0">
            <a:schemeClr val="accent1"/>
          </a:fillRef>
          <a:effectRef idx="0">
            <a:schemeClr val="accent1"/>
          </a:effectRef>
          <a:fontRef idx="minor">
            <a:schemeClr val="tx1"/>
          </a:fontRef>
        </p:style>
      </p:cxnSp>
      <p:sp>
        <p:nvSpPr>
          <p:cNvPr id="22" name="Text Placeholder 22">
            <a:extLst>
              <a:ext uri="{FF2B5EF4-FFF2-40B4-BE49-F238E27FC236}">
                <a16:creationId xmlns:a16="http://schemas.microsoft.com/office/drawing/2014/main" id="{DE769C75-D41B-0434-496A-248E0EF773E6}"/>
              </a:ext>
            </a:extLst>
          </p:cNvPr>
          <p:cNvSpPr>
            <a:spLocks noGrp="1"/>
          </p:cNvSpPr>
          <p:nvPr>
            <p:ph type="body" sz="quarter" idx="136" hasCustomPrompt="1"/>
          </p:nvPr>
        </p:nvSpPr>
        <p:spPr>
          <a:xfrm>
            <a:off x="406402" y="909520"/>
            <a:ext cx="3673475" cy="328295"/>
          </a:xfrm>
          <a:prstGeom prst="rect">
            <a:avLst/>
          </a:prstGeom>
        </p:spPr>
        <p:txBody>
          <a:bodyPr wrap="square" lIns="0" tIns="0" rIns="0" bIns="0" anchor="t">
            <a:spAutoFit/>
          </a:bodyPr>
          <a:lstStyle>
            <a:lvl1pPr marL="0" indent="0">
              <a:lnSpc>
                <a:spcPct val="100000"/>
              </a:lnSpc>
              <a:buNone/>
              <a:defRPr sz="2133">
                <a:solidFill>
                  <a:schemeClr val="bg1"/>
                </a:solidFill>
                <a:latin typeface="+mj-lt"/>
              </a:defRPr>
            </a:lvl1pPr>
          </a:lstStyle>
          <a:p>
            <a:pPr lvl="0"/>
            <a:r>
              <a:rPr lang="en-US" noProof="0"/>
              <a:t>Click to edit master title style</a:t>
            </a:r>
            <a:endParaRPr lang="en-US"/>
          </a:p>
        </p:txBody>
      </p:sp>
      <p:sp>
        <p:nvSpPr>
          <p:cNvPr id="23" name="Text Placeholder 2">
            <a:extLst>
              <a:ext uri="{FF2B5EF4-FFF2-40B4-BE49-F238E27FC236}">
                <a16:creationId xmlns:a16="http://schemas.microsoft.com/office/drawing/2014/main" id="{0437A1E8-A264-6234-D981-F4148EA171FC}"/>
              </a:ext>
            </a:extLst>
          </p:cNvPr>
          <p:cNvSpPr>
            <a:spLocks noGrp="1"/>
          </p:cNvSpPr>
          <p:nvPr>
            <p:ph type="body" sz="quarter" idx="110" hasCustomPrompt="1"/>
          </p:nvPr>
        </p:nvSpPr>
        <p:spPr>
          <a:xfrm>
            <a:off x="406402" y="1631488"/>
            <a:ext cx="3673475" cy="923330"/>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bg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US"/>
              <a:t>This is a placeholder introduction text. Use this space to briefly present the topic, highlight the main idea, or set the context for your audience. Replace this text with your own introduction once you prepare your presentation.</a:t>
            </a:r>
          </a:p>
        </p:txBody>
      </p:sp>
      <p:sp>
        <p:nvSpPr>
          <p:cNvPr id="7" name="Symbol zastępczy stopki 1">
            <a:extLst>
              <a:ext uri="{FF2B5EF4-FFF2-40B4-BE49-F238E27FC236}">
                <a16:creationId xmlns:a16="http://schemas.microsoft.com/office/drawing/2014/main" id="{CC1CDD4D-86D2-FE35-98D9-97924588970A}"/>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9" name="Picture Placeholder 8">
            <a:extLst>
              <a:ext uri="{FF2B5EF4-FFF2-40B4-BE49-F238E27FC236}">
                <a16:creationId xmlns:a16="http://schemas.microsoft.com/office/drawing/2014/main" id="{7C58CE45-55A2-0213-46D9-A27284B5B6C8}"/>
              </a:ext>
            </a:extLst>
          </p:cNvPr>
          <p:cNvSpPr>
            <a:spLocks noGrp="1"/>
          </p:cNvSpPr>
          <p:nvPr>
            <p:ph type="pic" sz="quarter" idx="163"/>
          </p:nvPr>
        </p:nvSpPr>
        <p:spPr>
          <a:xfrm>
            <a:off x="5231344" y="898865"/>
            <a:ext cx="2689225" cy="5409816"/>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10" name="Picture Placeholder 8">
            <a:extLst>
              <a:ext uri="{FF2B5EF4-FFF2-40B4-BE49-F238E27FC236}">
                <a16:creationId xmlns:a16="http://schemas.microsoft.com/office/drawing/2014/main" id="{972D3EFE-8560-E3C1-7AF1-4074F71D2C92}"/>
              </a:ext>
            </a:extLst>
          </p:cNvPr>
          <p:cNvSpPr>
            <a:spLocks noGrp="1"/>
          </p:cNvSpPr>
          <p:nvPr>
            <p:ph type="pic" sz="quarter" idx="164"/>
          </p:nvPr>
        </p:nvSpPr>
        <p:spPr>
          <a:xfrm>
            <a:off x="8111068" y="898866"/>
            <a:ext cx="3668804" cy="2700439"/>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11" name="Picture Placeholder 8">
            <a:extLst>
              <a:ext uri="{FF2B5EF4-FFF2-40B4-BE49-F238E27FC236}">
                <a16:creationId xmlns:a16="http://schemas.microsoft.com/office/drawing/2014/main" id="{35ECC632-4941-91AD-8350-12C9955F081A}"/>
              </a:ext>
            </a:extLst>
          </p:cNvPr>
          <p:cNvSpPr>
            <a:spLocks noGrp="1"/>
          </p:cNvSpPr>
          <p:nvPr>
            <p:ph type="pic" sz="quarter" idx="165"/>
          </p:nvPr>
        </p:nvSpPr>
        <p:spPr>
          <a:xfrm>
            <a:off x="8111069" y="3784849"/>
            <a:ext cx="3668805" cy="252383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14" name="Slide Number Placeholder 4">
            <a:extLst>
              <a:ext uri="{FF2B5EF4-FFF2-40B4-BE49-F238E27FC236}">
                <a16:creationId xmlns:a16="http://schemas.microsoft.com/office/drawing/2014/main" id="{92D45EDD-99F2-01E7-2988-D8347BA4C218}"/>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B55D9570-D3FC-6D43-AC32-D988B1849109}" type="slidenum">
              <a:rPr lang="en-PL" smtClean="0"/>
              <a:pPr/>
              <a:t>‹#›</a:t>
            </a:fld>
            <a:endParaRPr lang="en-PL"/>
          </a:p>
        </p:txBody>
      </p:sp>
    </p:spTree>
    <p:extLst>
      <p:ext uri="{BB962C8B-B14F-4D97-AF65-F5344CB8AC3E}">
        <p14:creationId xmlns:p14="http://schemas.microsoft.com/office/powerpoint/2010/main" val="357498386"/>
      </p:ext>
    </p:extLst>
  </p:cSld>
  <p:clrMapOvr>
    <a:masterClrMapping/>
  </p:clrMapOvr>
  <p:hf hdr="0" ftr="0" dt="0"/>
  <p:extLst>
    <p:ext uri="{DCECCB84-F9BA-43D5-87BE-67443E8EF086}">
      <p15:sldGuideLst xmlns:p15="http://schemas.microsoft.com/office/powerpoint/2012/main">
        <p15:guide id="1" orient="horz" pos="255">
          <p15:clr>
            <a:srgbClr val="A4A3A4"/>
          </p15:clr>
        </p15:guide>
        <p15:guide id="2" pos="4505">
          <p15:clr>
            <a:srgbClr val="C35EA4"/>
          </p15:clr>
        </p15:guide>
        <p15:guide id="3" pos="3901">
          <p15:clr>
            <a:srgbClr val="C35EA4"/>
          </p15:clr>
        </p15:guide>
        <p15:guide id="4" pos="3779">
          <p15:clr>
            <a:srgbClr val="C35EA4"/>
          </p15:clr>
        </p15:guide>
        <p15:guide id="5" pos="4384">
          <p15:clr>
            <a:srgbClr val="C35EA4"/>
          </p15:clr>
        </p15:guide>
        <p15:guide id="6" pos="3296">
          <p15:clr>
            <a:srgbClr val="C35EA4"/>
          </p15:clr>
        </p15:guide>
        <p15:guide id="7" pos="3175">
          <p15:clr>
            <a:srgbClr val="C35EA4"/>
          </p15:clr>
        </p15:guide>
        <p15:guide id="9" pos="4989">
          <p15:clr>
            <a:srgbClr val="C35EA4"/>
          </p15:clr>
        </p15:guide>
        <p15:guide id="11" pos="5110">
          <p15:clr>
            <a:srgbClr val="C35EA4"/>
          </p15:clr>
        </p15:guide>
        <p15:guide id="12" pos="5594">
          <p15:clr>
            <a:srgbClr val="C35EA4"/>
          </p15:clr>
        </p15:guide>
        <p15:guide id="13" pos="2086">
          <p15:clr>
            <a:srgbClr val="C35EA4"/>
          </p15:clr>
        </p15:guide>
        <p15:guide id="14" pos="1965">
          <p15:clr>
            <a:srgbClr val="C35EA4"/>
          </p15:clr>
        </p15:guide>
        <p15:guide id="15" pos="5715">
          <p15:clr>
            <a:srgbClr val="C35EA4"/>
          </p15:clr>
        </p15:guide>
        <p15:guide id="16" pos="6199">
          <p15:clr>
            <a:srgbClr val="C35EA4"/>
          </p15:clr>
        </p15:guide>
        <p15:guide id="18" pos="1361">
          <p15:clr>
            <a:srgbClr val="C35EA4"/>
          </p15:clr>
        </p15:guide>
        <p15:guide id="19" pos="6319">
          <p15:clr>
            <a:srgbClr val="C35EA4"/>
          </p15:clr>
        </p15:guide>
        <p15:guide id="21" pos="877">
          <p15:clr>
            <a:srgbClr val="C35EA4"/>
          </p15:clr>
        </p15:guide>
        <p15:guide id="22" pos="755">
          <p15:clr>
            <a:srgbClr val="C35EA4"/>
          </p15:clr>
        </p15:guide>
        <p15:guide id="23" pos="6925">
          <p15:clr>
            <a:srgbClr val="C35EA4"/>
          </p15:clr>
        </p15:guide>
        <p15:guide id="25" pos="257">
          <p15:clr>
            <a:srgbClr val="A4A3A4"/>
          </p15:clr>
        </p15:guide>
        <p15:guide id="26" orient="horz" pos="4065">
          <p15:clr>
            <a:srgbClr val="A4A3A4"/>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Intro 01">
    <p:bg>
      <p:bgRef idx="1001">
        <a:schemeClr val="bg1"/>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608D89D3-9418-5FFE-0213-3AB34E69F3A5}"/>
              </a:ext>
            </a:extLst>
          </p:cNvPr>
          <p:cNvSpPr/>
          <p:nvPr/>
        </p:nvSpPr>
        <p:spPr>
          <a:xfrm>
            <a:off x="8112125" y="901699"/>
            <a:ext cx="3679824" cy="5365665"/>
          </a:xfrm>
          <a:prstGeom prst="roundRect">
            <a:avLst>
              <a:gd name="adj" fmla="val 960"/>
            </a:avLst>
          </a:prstGeom>
          <a:solidFill>
            <a:srgbClr val="150026"/>
          </a:solid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800"/>
          </a:p>
        </p:txBody>
      </p:sp>
      <p:pic>
        <p:nvPicPr>
          <p:cNvPr id="2" name="Xebia" descr="preencoded.png">
            <a:extLst>
              <a:ext uri="{FF2B5EF4-FFF2-40B4-BE49-F238E27FC236}">
                <a16:creationId xmlns:a16="http://schemas.microsoft.com/office/drawing/2014/main" id="{23AB0DDA-E341-A60B-77FA-C291FC0BD32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p:nvPicPr>
        <p:blipFill>
          <a:blip r:embed="rId4"/>
          <a:srcRect/>
          <a:stretch/>
        </p:blipFill>
        <p:spPr>
          <a:xfrm>
            <a:off x="406400" y="526699"/>
            <a:ext cx="0" cy="2400"/>
          </a:xfrm>
          <a:prstGeom prst="rect">
            <a:avLst/>
          </a:prstGeom>
          <a:noFill/>
        </p:spPr>
      </p:pic>
      <p:sp>
        <p:nvSpPr>
          <p:cNvPr id="16" name="Text Placeholder 2">
            <a:extLst>
              <a:ext uri="{FF2B5EF4-FFF2-40B4-BE49-F238E27FC236}">
                <a16:creationId xmlns:a16="http://schemas.microsoft.com/office/drawing/2014/main" id="{D8372643-3B7C-6294-FD18-89DDF20FE750}"/>
              </a:ext>
            </a:extLst>
          </p:cNvPr>
          <p:cNvSpPr>
            <a:spLocks noGrp="1"/>
          </p:cNvSpPr>
          <p:nvPr>
            <p:ph type="body" sz="quarter" idx="147" hasCustomPrompt="1"/>
          </p:nvPr>
        </p:nvSpPr>
        <p:spPr>
          <a:xfrm>
            <a:off x="406401" y="2129102"/>
            <a:ext cx="7514167" cy="2597798"/>
          </a:xfrm>
          <a:prstGeom prst="rect">
            <a:avLst/>
          </a:prstGeom>
        </p:spPr>
        <p:txBody>
          <a:bodyPr wrap="square" lIns="0" tIns="0" rIns="0" bIns="0" numCol="2" spcCol="332640" anchor="t">
            <a:noAutofit/>
          </a:bodyPr>
          <a:lstStyle>
            <a:lvl1pPr marL="0" marR="0" indent="0" algn="l" defTabSz="609660" rtl="0" eaLnBrk="1" fontAlgn="auto" latinLnBrk="0" hangingPunct="1">
              <a:lnSpc>
                <a:spcPts val="1387"/>
              </a:lnSpc>
              <a:spcBef>
                <a:spcPts val="933"/>
              </a:spcBef>
              <a:spcAft>
                <a:spcPts val="0"/>
              </a:spcAft>
              <a:buClrTx/>
              <a:buSzTx/>
              <a:buFontTx/>
              <a:buNone/>
              <a:tabLst/>
              <a:defRPr sz="1067">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 In id cursus mi </a:t>
            </a:r>
            <a:r>
              <a:rPr lang="en-US" err="1"/>
              <a:t>pretium</a:t>
            </a:r>
            <a:r>
              <a:rPr lang="en-US"/>
              <a:t> </a:t>
            </a:r>
            <a:r>
              <a:rPr lang="en-US" err="1"/>
              <a:t>tellus</a:t>
            </a:r>
            <a:r>
              <a:rPr lang="en-US"/>
              <a:t> </a:t>
            </a:r>
            <a:r>
              <a:rPr lang="en-US" err="1"/>
              <a:t>duis</a:t>
            </a:r>
            <a:r>
              <a:rPr lang="en-US"/>
              <a:t> convallis. Tempus </a:t>
            </a:r>
            <a:r>
              <a:rPr lang="en-US" err="1"/>
              <a:t>leo</a:t>
            </a:r>
            <a:r>
              <a:rPr lang="en-US"/>
              <a:t> </a:t>
            </a:r>
            <a:r>
              <a:rPr lang="en-US" err="1"/>
              <a:t>eu</a:t>
            </a:r>
            <a:r>
              <a:rPr lang="en-US"/>
              <a:t> </a:t>
            </a:r>
            <a:r>
              <a:rPr lang="en-US" err="1"/>
              <a:t>aenean</a:t>
            </a:r>
            <a:r>
              <a:rPr lang="en-US"/>
              <a:t> sed diam </a:t>
            </a:r>
            <a:r>
              <a:rPr lang="en-US" err="1"/>
              <a:t>urna</a:t>
            </a:r>
            <a:r>
              <a:rPr lang="en-US"/>
              <a:t> </a:t>
            </a:r>
            <a:r>
              <a:rPr lang="en-US" err="1"/>
              <a:t>tempor</a:t>
            </a:r>
            <a:r>
              <a:rPr lang="en-US"/>
              <a:t>. Pulvinar </a:t>
            </a:r>
            <a:r>
              <a:rPr lang="en-US" err="1"/>
              <a:t>vivamus</a:t>
            </a:r>
            <a:r>
              <a:rPr lang="en-US"/>
              <a:t> </a:t>
            </a:r>
            <a:r>
              <a:rPr lang="en-US" err="1"/>
              <a:t>fringilla</a:t>
            </a:r>
            <a:r>
              <a:rPr lang="en-US"/>
              <a:t> </a:t>
            </a:r>
            <a:r>
              <a:rPr lang="en-US" err="1"/>
              <a:t>lacus</a:t>
            </a:r>
            <a:r>
              <a:rPr lang="en-US"/>
              <a:t> </a:t>
            </a:r>
            <a:r>
              <a:rPr lang="en-US" err="1"/>
              <a:t>nec</a:t>
            </a:r>
            <a:r>
              <a:rPr lang="en-US"/>
              <a:t> </a:t>
            </a:r>
            <a:r>
              <a:rPr lang="en-US" err="1"/>
              <a:t>metus</a:t>
            </a:r>
            <a:r>
              <a:rPr lang="en-US"/>
              <a:t> </a:t>
            </a:r>
            <a:r>
              <a:rPr lang="en-US" err="1"/>
              <a:t>bibendum</a:t>
            </a:r>
            <a:r>
              <a:rPr lang="en-US"/>
              <a:t> </a:t>
            </a:r>
            <a:r>
              <a:rPr lang="en-US" err="1"/>
              <a:t>egestas</a:t>
            </a:r>
            <a:r>
              <a:rPr lang="en-US"/>
              <a:t>. </a:t>
            </a:r>
            <a:r>
              <a:rPr lang="en-US" err="1"/>
              <a:t>Iaculis</a:t>
            </a:r>
            <a:r>
              <a:rPr lang="en-US"/>
              <a:t> </a:t>
            </a:r>
            <a:r>
              <a:rPr lang="en-US" err="1"/>
              <a:t>massa</a:t>
            </a:r>
            <a:r>
              <a:rPr lang="en-US"/>
              <a:t> </a:t>
            </a:r>
            <a:r>
              <a:rPr lang="en-US" err="1"/>
              <a:t>nisl</a:t>
            </a:r>
            <a:r>
              <a:rPr lang="en-US"/>
              <a:t> </a:t>
            </a:r>
            <a:r>
              <a:rPr lang="en-US" err="1"/>
              <a:t>malesuada</a:t>
            </a:r>
            <a:r>
              <a:rPr lang="en-US"/>
              <a:t> lacinia integer </a:t>
            </a:r>
            <a:r>
              <a:rPr lang="en-US" err="1"/>
              <a:t>nunc</a:t>
            </a:r>
            <a:r>
              <a:rPr lang="en-US"/>
              <a:t> </a:t>
            </a:r>
            <a:r>
              <a:rPr lang="en-US" err="1"/>
              <a:t>posuere</a:t>
            </a:r>
            <a:r>
              <a:rPr lang="en-US"/>
              <a:t>. Ut </a:t>
            </a:r>
            <a:r>
              <a:rPr lang="en-US" err="1"/>
              <a:t>hendrerit</a:t>
            </a:r>
            <a:r>
              <a:rPr lang="en-US"/>
              <a:t> semper vel class </a:t>
            </a:r>
            <a:r>
              <a:rPr lang="en-US" err="1"/>
              <a:t>aptent</a:t>
            </a:r>
            <a:r>
              <a:rPr lang="en-US"/>
              <a:t> </a:t>
            </a:r>
            <a:r>
              <a:rPr lang="en-US" err="1"/>
              <a:t>taciti</a:t>
            </a:r>
            <a:r>
              <a:rPr lang="en-US"/>
              <a:t> </a:t>
            </a:r>
            <a:r>
              <a:rPr lang="en-US" err="1"/>
              <a:t>sociosqu</a:t>
            </a:r>
            <a:r>
              <a:rPr lang="en-US"/>
              <a:t>. Ad </a:t>
            </a:r>
            <a:r>
              <a:rPr lang="en-US" err="1"/>
              <a:t>litora</a:t>
            </a:r>
            <a:r>
              <a:rPr lang="en-US"/>
              <a:t> </a:t>
            </a:r>
            <a:r>
              <a:rPr lang="en-US" err="1"/>
              <a:t>torquent</a:t>
            </a:r>
            <a:r>
              <a:rPr lang="en-US"/>
              <a:t> per </a:t>
            </a:r>
            <a:r>
              <a:rPr lang="en-US" err="1"/>
              <a:t>conubia</a:t>
            </a:r>
            <a:r>
              <a:rPr lang="en-US"/>
              <a:t> nostra </a:t>
            </a:r>
            <a:r>
              <a:rPr lang="en-US" err="1"/>
              <a:t>inceptos</a:t>
            </a:r>
            <a:r>
              <a:rPr lang="en-US"/>
              <a:t> </a:t>
            </a:r>
            <a:r>
              <a:rPr lang="en-US" err="1"/>
              <a:t>himenaeos</a:t>
            </a:r>
            <a:r>
              <a:rPr lang="en-US"/>
              <a:t>.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 In id cursus mi </a:t>
            </a:r>
            <a:r>
              <a:rPr lang="en-US" err="1"/>
              <a:t>pretium</a:t>
            </a:r>
            <a:r>
              <a:rPr lang="en-US"/>
              <a:t> </a:t>
            </a:r>
            <a:r>
              <a:rPr lang="en-US" err="1"/>
              <a:t>tellus</a:t>
            </a:r>
            <a:r>
              <a:rPr lang="en-US"/>
              <a:t> </a:t>
            </a:r>
            <a:r>
              <a:rPr lang="en-US" err="1"/>
              <a:t>duis</a:t>
            </a:r>
            <a:r>
              <a:rPr lang="en-US"/>
              <a:t> convallis. Tempus </a:t>
            </a:r>
            <a:r>
              <a:rPr lang="en-US" err="1"/>
              <a:t>leo</a:t>
            </a:r>
            <a:r>
              <a:rPr lang="en-US"/>
              <a:t> </a:t>
            </a:r>
            <a:r>
              <a:rPr lang="en-US" err="1"/>
              <a:t>eu</a:t>
            </a:r>
            <a:r>
              <a:rPr lang="en-US"/>
              <a:t> </a:t>
            </a:r>
            <a:r>
              <a:rPr lang="en-US" err="1"/>
              <a:t>aenean</a:t>
            </a:r>
            <a:r>
              <a:rPr lang="en-US"/>
              <a:t> sed diam </a:t>
            </a:r>
            <a:r>
              <a:rPr lang="en-US" err="1"/>
              <a:t>urna</a:t>
            </a:r>
            <a:r>
              <a:rPr lang="en-US"/>
              <a:t> </a:t>
            </a:r>
            <a:r>
              <a:rPr lang="en-US" err="1"/>
              <a:t>tempor</a:t>
            </a:r>
            <a:r>
              <a:rPr lang="en-US"/>
              <a:t>. Pulvinar </a:t>
            </a:r>
            <a:r>
              <a:rPr lang="en-US" err="1"/>
              <a:t>vivamus</a:t>
            </a:r>
            <a:r>
              <a:rPr lang="en-US"/>
              <a:t> </a:t>
            </a:r>
            <a:r>
              <a:rPr lang="en-US" err="1"/>
              <a:t>fringilla</a:t>
            </a:r>
            <a:r>
              <a:rPr lang="en-US"/>
              <a:t> </a:t>
            </a:r>
            <a:r>
              <a:rPr lang="en-US" err="1"/>
              <a:t>lacus</a:t>
            </a:r>
            <a:r>
              <a:rPr lang="en-US"/>
              <a:t> </a:t>
            </a:r>
            <a:r>
              <a:rPr lang="en-US" err="1"/>
              <a:t>nec</a:t>
            </a:r>
            <a:r>
              <a:rPr lang="en-US"/>
              <a:t> </a:t>
            </a:r>
            <a:r>
              <a:rPr lang="en-US" err="1"/>
              <a:t>metus</a:t>
            </a:r>
            <a:r>
              <a:rPr lang="en-US"/>
              <a:t> </a:t>
            </a:r>
            <a:r>
              <a:rPr lang="en-US" err="1"/>
              <a:t>bibendum</a:t>
            </a:r>
            <a:r>
              <a:rPr lang="en-US"/>
              <a:t> </a:t>
            </a:r>
            <a:r>
              <a:rPr lang="en-US" err="1"/>
              <a:t>egestas</a:t>
            </a:r>
            <a:r>
              <a:rPr lang="en-US"/>
              <a:t>. </a:t>
            </a:r>
            <a:r>
              <a:rPr lang="en-US" err="1"/>
              <a:t>Iaculis</a:t>
            </a:r>
            <a:r>
              <a:rPr lang="en-US"/>
              <a:t> </a:t>
            </a:r>
            <a:r>
              <a:rPr lang="en-US" err="1"/>
              <a:t>massa</a:t>
            </a:r>
            <a:r>
              <a:rPr lang="en-US"/>
              <a:t> </a:t>
            </a:r>
            <a:r>
              <a:rPr lang="en-US" err="1"/>
              <a:t>nisl</a:t>
            </a:r>
            <a:r>
              <a:rPr lang="en-US"/>
              <a:t> </a:t>
            </a:r>
            <a:r>
              <a:rPr lang="en-US" err="1"/>
              <a:t>malesuada</a:t>
            </a:r>
            <a:r>
              <a:rPr lang="en-US"/>
              <a:t> lacinia integer </a:t>
            </a:r>
            <a:r>
              <a:rPr lang="en-US" err="1"/>
              <a:t>nunc</a:t>
            </a:r>
            <a:r>
              <a:rPr lang="en-US"/>
              <a:t> </a:t>
            </a:r>
            <a:r>
              <a:rPr lang="en-US" err="1"/>
              <a:t>posuere</a:t>
            </a:r>
            <a:r>
              <a:rPr lang="en-US"/>
              <a:t>. </a:t>
            </a:r>
          </a:p>
          <a:p>
            <a:pPr marL="0" marR="0" lvl="0" indent="0" algn="l" defTabSz="609660" rtl="0" eaLnBrk="1" fontAlgn="auto" latinLnBrk="0" hangingPunct="1">
              <a:lnSpc>
                <a:spcPts val="1387"/>
              </a:lnSpc>
              <a:spcBef>
                <a:spcPts val="933"/>
              </a:spcBef>
              <a:spcAft>
                <a:spcPts val="0"/>
              </a:spcAft>
              <a:buClrTx/>
              <a:buSzTx/>
              <a:buFontTx/>
              <a:buNone/>
              <a:tabLst/>
              <a:defRPr/>
            </a:pPr>
            <a:r>
              <a:rPr lang="en-US"/>
              <a:t>Ut </a:t>
            </a:r>
            <a:r>
              <a:rPr lang="en-US" err="1"/>
              <a:t>hendrerit</a:t>
            </a:r>
            <a:r>
              <a:rPr lang="en-US"/>
              <a:t> semper vel class </a:t>
            </a:r>
            <a:r>
              <a:rPr lang="en-US" err="1"/>
              <a:t>aptent</a:t>
            </a:r>
            <a:r>
              <a:rPr lang="en-US"/>
              <a:t> </a:t>
            </a:r>
            <a:r>
              <a:rPr lang="en-US" err="1"/>
              <a:t>taciti</a:t>
            </a:r>
            <a:r>
              <a:rPr lang="en-US"/>
              <a:t> </a:t>
            </a:r>
            <a:r>
              <a:rPr lang="en-US" err="1"/>
              <a:t>sociosqu</a:t>
            </a:r>
            <a:r>
              <a:rPr lang="en-US"/>
              <a:t>. Ad </a:t>
            </a:r>
            <a:r>
              <a:rPr lang="en-US" err="1"/>
              <a:t>litora</a:t>
            </a:r>
            <a:r>
              <a:rPr lang="en-US"/>
              <a:t> </a:t>
            </a:r>
            <a:r>
              <a:rPr lang="en-US" err="1"/>
              <a:t>torquent</a:t>
            </a:r>
            <a:r>
              <a:rPr lang="en-US"/>
              <a:t> per </a:t>
            </a:r>
            <a:r>
              <a:rPr lang="en-US" err="1"/>
              <a:t>conubia</a:t>
            </a:r>
            <a:r>
              <a:rPr lang="en-US"/>
              <a:t> nostra </a:t>
            </a:r>
            <a:r>
              <a:rPr lang="en-US" err="1"/>
              <a:t>inceptos</a:t>
            </a:r>
            <a:r>
              <a:rPr lang="en-US"/>
              <a:t> </a:t>
            </a:r>
            <a:r>
              <a:rPr lang="en-US" err="1"/>
              <a:t>himenaeos</a:t>
            </a:r>
            <a:r>
              <a:rPr lang="en-US"/>
              <a:t>.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 In id cursus mi </a:t>
            </a:r>
            <a:r>
              <a:rPr lang="en-US" err="1"/>
              <a:t>pretium</a:t>
            </a:r>
            <a:r>
              <a:rPr lang="en-US"/>
              <a:t> </a:t>
            </a:r>
            <a:r>
              <a:rPr lang="en-US" err="1"/>
              <a:t>tellus</a:t>
            </a:r>
            <a:r>
              <a:rPr lang="en-US"/>
              <a:t> </a:t>
            </a:r>
            <a:r>
              <a:rPr lang="en-US" err="1"/>
              <a:t>duis</a:t>
            </a:r>
            <a:r>
              <a:rPr lang="en-US"/>
              <a:t> convallis. Tempus </a:t>
            </a:r>
            <a:r>
              <a:rPr lang="en-US" err="1"/>
              <a:t>leo</a:t>
            </a:r>
            <a:r>
              <a:rPr lang="en-US"/>
              <a:t> </a:t>
            </a:r>
            <a:r>
              <a:rPr lang="en-US" err="1"/>
              <a:t>eu</a:t>
            </a:r>
            <a:r>
              <a:rPr lang="en-US"/>
              <a:t> </a:t>
            </a:r>
            <a:r>
              <a:rPr lang="en-US" err="1"/>
              <a:t>aenean</a:t>
            </a:r>
            <a:r>
              <a:rPr lang="en-US"/>
              <a:t> sed diam </a:t>
            </a:r>
            <a:r>
              <a:rPr lang="en-US" err="1"/>
              <a:t>urna</a:t>
            </a:r>
            <a:r>
              <a:rPr lang="en-US"/>
              <a:t> </a:t>
            </a:r>
            <a:r>
              <a:rPr lang="en-US" err="1"/>
              <a:t>tempor</a:t>
            </a:r>
            <a:r>
              <a:rPr lang="en-US"/>
              <a:t>. Pulvinar </a:t>
            </a:r>
            <a:r>
              <a:rPr lang="en-US" err="1"/>
              <a:t>vivamus</a:t>
            </a:r>
            <a:r>
              <a:rPr lang="en-US"/>
              <a:t> </a:t>
            </a:r>
            <a:r>
              <a:rPr lang="en-US" err="1"/>
              <a:t>fringilla</a:t>
            </a:r>
            <a:r>
              <a:rPr lang="en-US"/>
              <a:t> </a:t>
            </a:r>
            <a:r>
              <a:rPr lang="en-US" err="1"/>
              <a:t>lacus</a:t>
            </a:r>
            <a:r>
              <a:rPr lang="en-US"/>
              <a:t> </a:t>
            </a:r>
            <a:r>
              <a:rPr lang="en-US" err="1"/>
              <a:t>nec</a:t>
            </a:r>
            <a:r>
              <a:rPr lang="en-US"/>
              <a:t> </a:t>
            </a:r>
            <a:r>
              <a:rPr lang="en-US" err="1"/>
              <a:t>metus</a:t>
            </a:r>
            <a:r>
              <a:rPr lang="en-US"/>
              <a:t> </a:t>
            </a:r>
            <a:r>
              <a:rPr lang="en-US" err="1"/>
              <a:t>bibendum</a:t>
            </a:r>
            <a:r>
              <a:rPr lang="en-US"/>
              <a:t> </a:t>
            </a:r>
            <a:r>
              <a:rPr lang="en-US" err="1"/>
              <a:t>egestas</a:t>
            </a:r>
            <a:r>
              <a:rPr lang="en-US"/>
              <a:t>. </a:t>
            </a:r>
            <a:r>
              <a:rPr lang="en-US" err="1"/>
              <a:t>Iaculis</a:t>
            </a:r>
            <a:r>
              <a:rPr lang="en-US"/>
              <a:t> </a:t>
            </a:r>
            <a:r>
              <a:rPr lang="en-US" err="1"/>
              <a:t>massa</a:t>
            </a:r>
            <a:r>
              <a:rPr lang="en-US"/>
              <a:t> </a:t>
            </a:r>
            <a:r>
              <a:rPr lang="en-US" err="1"/>
              <a:t>nisl</a:t>
            </a:r>
            <a:r>
              <a:rPr lang="en-US"/>
              <a:t> </a:t>
            </a:r>
            <a:r>
              <a:rPr lang="en-US" err="1"/>
              <a:t>malesuada</a:t>
            </a:r>
            <a:r>
              <a:rPr lang="en-US"/>
              <a:t> lacinia integer </a:t>
            </a:r>
            <a:r>
              <a:rPr lang="en-US" err="1"/>
              <a:t>nunc</a:t>
            </a:r>
            <a:r>
              <a:rPr lang="en-US"/>
              <a:t> </a:t>
            </a:r>
            <a:r>
              <a:rPr lang="en-US" err="1"/>
              <a:t>posuere</a:t>
            </a:r>
            <a:r>
              <a:rPr lang="en-US"/>
              <a:t>. Ut </a:t>
            </a:r>
            <a:r>
              <a:rPr lang="en-US" err="1"/>
              <a:t>hendrerit</a:t>
            </a:r>
            <a:r>
              <a:rPr lang="en-US"/>
              <a:t> semper vel class </a:t>
            </a:r>
            <a:r>
              <a:rPr lang="en-US" err="1"/>
              <a:t>aptent</a:t>
            </a:r>
            <a:r>
              <a:rPr lang="en-US"/>
              <a:t> </a:t>
            </a:r>
            <a:r>
              <a:rPr lang="en-US" err="1"/>
              <a:t>taciti</a:t>
            </a:r>
            <a:r>
              <a:rPr lang="en-US"/>
              <a:t> </a:t>
            </a:r>
            <a:r>
              <a:rPr lang="en-US" err="1"/>
              <a:t>sociosqu</a:t>
            </a:r>
            <a:r>
              <a:rPr lang="en-US"/>
              <a:t>. Ad </a:t>
            </a:r>
            <a:r>
              <a:rPr lang="en-US" err="1"/>
              <a:t>litora</a:t>
            </a:r>
            <a:r>
              <a:rPr lang="en-US"/>
              <a:t> </a:t>
            </a:r>
            <a:r>
              <a:rPr lang="en-US" err="1"/>
              <a:t>torquent</a:t>
            </a:r>
            <a:r>
              <a:rPr lang="en-US"/>
              <a:t> per </a:t>
            </a:r>
            <a:r>
              <a:rPr lang="en-US" err="1"/>
              <a:t>conubia</a:t>
            </a:r>
            <a:r>
              <a:rPr lang="en-US"/>
              <a:t> nostra </a:t>
            </a:r>
            <a:r>
              <a:rPr lang="en-US" err="1"/>
              <a:t>inceptos</a:t>
            </a:r>
            <a:r>
              <a:rPr lang="en-US"/>
              <a:t> </a:t>
            </a:r>
            <a:r>
              <a:rPr lang="en-US" err="1"/>
              <a:t>himenaeos</a:t>
            </a:r>
            <a:r>
              <a:rPr lang="en-US"/>
              <a:t>.</a:t>
            </a:r>
          </a:p>
          <a:p>
            <a:pPr lvl="0"/>
            <a:endParaRPr lang="en-US"/>
          </a:p>
          <a:p>
            <a:pPr lvl="0"/>
            <a:endParaRPr lang="en-US"/>
          </a:p>
        </p:txBody>
      </p:sp>
      <p:sp>
        <p:nvSpPr>
          <p:cNvPr id="7" name="Text Placeholder 2">
            <a:extLst>
              <a:ext uri="{FF2B5EF4-FFF2-40B4-BE49-F238E27FC236}">
                <a16:creationId xmlns:a16="http://schemas.microsoft.com/office/drawing/2014/main" id="{C4AF30B4-85EB-A1D4-4010-2C61122E8753}"/>
              </a:ext>
            </a:extLst>
          </p:cNvPr>
          <p:cNvSpPr>
            <a:spLocks noGrp="1"/>
          </p:cNvSpPr>
          <p:nvPr>
            <p:ph type="body" sz="quarter" idx="158"/>
          </p:nvPr>
        </p:nvSpPr>
        <p:spPr>
          <a:xfrm>
            <a:off x="8310564" y="5417693"/>
            <a:ext cx="3282950" cy="165772"/>
          </a:xfrm>
          <a:prstGeom prst="rect">
            <a:avLst/>
          </a:prstGeom>
        </p:spPr>
        <p:txBody>
          <a:bodyPr wrap="square" lIns="0" tIns="0" rIns="0" bIns="0" anchor="b">
            <a:spAutoFit/>
          </a:bodyPr>
          <a:lstStyle>
            <a:lvl1pPr marL="0" indent="0">
              <a:lnSpc>
                <a:spcPts val="1387"/>
              </a:lnSpc>
              <a:spcBef>
                <a:spcPts val="933"/>
              </a:spcBef>
              <a:buFontTx/>
              <a:buNone/>
              <a:defRPr sz="1067">
                <a:solidFill>
                  <a:schemeClr val="bg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US"/>
              <a:t>Click to edit Master text styles</a:t>
            </a:r>
          </a:p>
        </p:txBody>
      </p:sp>
      <p:sp>
        <p:nvSpPr>
          <p:cNvPr id="11" name="Text Placeholder 22">
            <a:extLst>
              <a:ext uri="{FF2B5EF4-FFF2-40B4-BE49-F238E27FC236}">
                <a16:creationId xmlns:a16="http://schemas.microsoft.com/office/drawing/2014/main" id="{C7D90C75-4BCC-B42C-6837-2A69D363147E}"/>
              </a:ext>
            </a:extLst>
          </p:cNvPr>
          <p:cNvSpPr>
            <a:spLocks noGrp="1"/>
          </p:cNvSpPr>
          <p:nvPr>
            <p:ph type="body" sz="quarter" idx="136" hasCustomPrompt="1"/>
          </p:nvPr>
        </p:nvSpPr>
        <p:spPr>
          <a:xfrm>
            <a:off x="406401" y="913510"/>
            <a:ext cx="7514167" cy="492443"/>
          </a:xfrm>
          <a:prstGeom prst="rect">
            <a:avLst/>
          </a:prstGeom>
        </p:spPr>
        <p:txBody>
          <a:bodyPr wrap="square" lIns="0" tIns="0" rIns="0" bIns="0" anchor="t">
            <a:spAutoFit/>
          </a:bodyPr>
          <a:lstStyle>
            <a:lvl1pPr marL="0" indent="0">
              <a:lnSpc>
                <a:spcPct val="100000"/>
              </a:lnSpc>
              <a:buNone/>
              <a:defRPr sz="3200">
                <a:latin typeface="+mj-lt"/>
              </a:defRPr>
            </a:lvl1pPr>
          </a:lstStyle>
          <a:p>
            <a:pPr lvl="0"/>
            <a:r>
              <a:rPr lang="en-US"/>
              <a:t>Click to edit master title style</a:t>
            </a:r>
          </a:p>
        </p:txBody>
      </p:sp>
      <p:sp>
        <p:nvSpPr>
          <p:cNvPr id="13" name="Picture Placeholder 8">
            <a:extLst>
              <a:ext uri="{FF2B5EF4-FFF2-40B4-BE49-F238E27FC236}">
                <a16:creationId xmlns:a16="http://schemas.microsoft.com/office/drawing/2014/main" id="{EC83104C-BCB2-B66E-29C5-6CD4E89035A0}"/>
              </a:ext>
            </a:extLst>
          </p:cNvPr>
          <p:cNvSpPr>
            <a:spLocks noGrp="1"/>
          </p:cNvSpPr>
          <p:nvPr>
            <p:ph type="pic" sz="quarter" idx="163"/>
          </p:nvPr>
        </p:nvSpPr>
        <p:spPr>
          <a:xfrm>
            <a:off x="8307387" y="1056497"/>
            <a:ext cx="3289300" cy="2286000"/>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bg1"/>
                </a:solidFill>
              </a:defRPr>
            </a:lvl1pPr>
          </a:lstStyle>
          <a:p>
            <a:pPr marL="0" lvl="0" indent="0">
              <a:buNone/>
            </a:pPr>
            <a:r>
              <a:rPr lang="en-US"/>
              <a:t>Click icon to add picture</a:t>
            </a:r>
          </a:p>
        </p:txBody>
      </p:sp>
      <p:cxnSp>
        <p:nvCxnSpPr>
          <p:cNvPr id="8" name="Straight Connector 7">
            <a:extLst>
              <a:ext uri="{FF2B5EF4-FFF2-40B4-BE49-F238E27FC236}">
                <a16:creationId xmlns:a16="http://schemas.microsoft.com/office/drawing/2014/main" id="{E37D7387-1543-C4E3-141C-4CC1DF7FA95C}"/>
              </a:ext>
            </a:extLst>
          </p:cNvPr>
          <p:cNvCxnSpPr>
            <a:cxnSpLocks/>
          </p:cNvCxnSpPr>
          <p:nvPr/>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 0">
            <a:extLst>
              <a:ext uri="{FF2B5EF4-FFF2-40B4-BE49-F238E27FC236}">
                <a16:creationId xmlns:a16="http://schemas.microsoft.com/office/drawing/2014/main" id="{809BACA3-2E0A-39F6-130F-D5AE7D77E2DE}"/>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4" name="Slide Number Placeholder 4">
            <a:extLst>
              <a:ext uri="{FF2B5EF4-FFF2-40B4-BE49-F238E27FC236}">
                <a16:creationId xmlns:a16="http://schemas.microsoft.com/office/drawing/2014/main" id="{25302047-ABAD-0CD7-8E86-1057A5595EFB}"/>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B55D9570-D3FC-6D43-AC32-D988B1849109}" type="slidenum">
              <a:rPr lang="en-PL" smtClean="0"/>
              <a:pPr/>
              <a:t>‹#›</a:t>
            </a:fld>
            <a:endParaRPr lang="en-PL"/>
          </a:p>
        </p:txBody>
      </p:sp>
      <p:sp>
        <p:nvSpPr>
          <p:cNvPr id="5" name="Symbol zastępczy stopki 1">
            <a:extLst>
              <a:ext uri="{FF2B5EF4-FFF2-40B4-BE49-F238E27FC236}">
                <a16:creationId xmlns:a16="http://schemas.microsoft.com/office/drawing/2014/main" id="{BC270ADE-93B0-C3AD-86D2-FBED009528C0}"/>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tx1"/>
                </a:solidFill>
              </a:defRPr>
            </a:lvl1pPr>
          </a:lstStyle>
          <a:p>
            <a:r>
              <a:rPr lang="en-US"/>
              <a:t>Copyright © 2025 Xebia. All rights reserved</a:t>
            </a:r>
          </a:p>
        </p:txBody>
      </p:sp>
    </p:spTree>
    <p:extLst>
      <p:ext uri="{BB962C8B-B14F-4D97-AF65-F5344CB8AC3E}">
        <p14:creationId xmlns:p14="http://schemas.microsoft.com/office/powerpoint/2010/main" val="267125637"/>
      </p:ext>
    </p:extLst>
  </p:cSld>
  <p:clrMapOvr>
    <a:masterClrMapping/>
  </p:clrMapOvr>
  <p:hf hdr="0" ftr="0" dt="0"/>
  <p:extLst>
    <p:ext uri="{DCECCB84-F9BA-43D5-87BE-67443E8EF086}">
      <p15:sldGuideLst xmlns:p15="http://schemas.microsoft.com/office/powerpoint/2012/main">
        <p15:guide id="1" orient="horz" pos="255">
          <p15:clr>
            <a:srgbClr val="A4A3A4"/>
          </p15:clr>
        </p15:guide>
        <p15:guide id="2" pos="4505">
          <p15:clr>
            <a:srgbClr val="C35EA4"/>
          </p15:clr>
        </p15:guide>
        <p15:guide id="3" pos="3901">
          <p15:clr>
            <a:srgbClr val="C35EA4"/>
          </p15:clr>
        </p15:guide>
        <p15:guide id="4" pos="3779">
          <p15:clr>
            <a:srgbClr val="C35EA4"/>
          </p15:clr>
        </p15:guide>
        <p15:guide id="5" pos="4384">
          <p15:clr>
            <a:srgbClr val="C35EA4"/>
          </p15:clr>
        </p15:guide>
        <p15:guide id="6" pos="3296">
          <p15:clr>
            <a:srgbClr val="C35EA4"/>
          </p15:clr>
        </p15:guide>
        <p15:guide id="7" pos="3175">
          <p15:clr>
            <a:srgbClr val="C35EA4"/>
          </p15:clr>
        </p15:guide>
        <p15:guide id="9" pos="4989">
          <p15:clr>
            <a:srgbClr val="C35EA4"/>
          </p15:clr>
        </p15:guide>
        <p15:guide id="11" pos="5110">
          <p15:clr>
            <a:srgbClr val="C35EA4"/>
          </p15:clr>
        </p15:guide>
        <p15:guide id="12" pos="5594">
          <p15:clr>
            <a:srgbClr val="C35EA4"/>
          </p15:clr>
        </p15:guide>
        <p15:guide id="13" pos="2086">
          <p15:clr>
            <a:srgbClr val="C35EA4"/>
          </p15:clr>
        </p15:guide>
        <p15:guide id="14" pos="1965">
          <p15:clr>
            <a:srgbClr val="C35EA4"/>
          </p15:clr>
        </p15:guide>
        <p15:guide id="15" pos="5715">
          <p15:clr>
            <a:srgbClr val="C35EA4"/>
          </p15:clr>
        </p15:guide>
        <p15:guide id="16" pos="6199">
          <p15:clr>
            <a:srgbClr val="C35EA4"/>
          </p15:clr>
        </p15:guide>
        <p15:guide id="18" pos="1361">
          <p15:clr>
            <a:srgbClr val="C35EA4"/>
          </p15:clr>
        </p15:guide>
        <p15:guide id="19" pos="6319">
          <p15:clr>
            <a:srgbClr val="C35EA4"/>
          </p15:clr>
        </p15:guide>
        <p15:guide id="20" pos="6803">
          <p15:clr>
            <a:srgbClr val="C35EA4"/>
          </p15:clr>
        </p15:guide>
        <p15:guide id="21" pos="877">
          <p15:clr>
            <a:srgbClr val="C35EA4"/>
          </p15:clr>
        </p15:guide>
        <p15:guide id="22" pos="755">
          <p15:clr>
            <a:srgbClr val="C35EA4"/>
          </p15:clr>
        </p15:guide>
        <p15:guide id="23" pos="6925">
          <p15:clr>
            <a:srgbClr val="C35EA4"/>
          </p15:clr>
        </p15:guide>
        <p15:guide id="24" pos="7423">
          <p15:clr>
            <a:srgbClr val="A4A3A4"/>
          </p15:clr>
        </p15:guide>
        <p15:guide id="25" pos="257">
          <p15:clr>
            <a:srgbClr val="A4A3A4"/>
          </p15:clr>
        </p15:guide>
        <p15:guide id="26" orient="horz" pos="4065">
          <p15:clr>
            <a:srgbClr val="A4A3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Intro 02">
    <p:bg>
      <p:bgRef idx="1001">
        <a:schemeClr val="bg1"/>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608D89D3-9418-5FFE-0213-3AB34E69F3A5}"/>
              </a:ext>
            </a:extLst>
          </p:cNvPr>
          <p:cNvSpPr/>
          <p:nvPr/>
        </p:nvSpPr>
        <p:spPr>
          <a:xfrm>
            <a:off x="7144810" y="526699"/>
            <a:ext cx="4639733" cy="5781148"/>
          </a:xfrm>
          <a:prstGeom prst="roundRect">
            <a:avLst>
              <a:gd name="adj" fmla="val 960"/>
            </a:avLst>
          </a:prstGeom>
          <a:solidFill>
            <a:srgbClr val="150026"/>
          </a:solid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800"/>
          </a:p>
        </p:txBody>
      </p:sp>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p:nvPicPr>
        <p:blipFill>
          <a:blip r:embed="rId2"/>
          <a:srcRect/>
          <a:stretch/>
        </p:blipFill>
        <p:spPr>
          <a:xfrm>
            <a:off x="406400" y="526699"/>
            <a:ext cx="0" cy="2400"/>
          </a:xfrm>
          <a:prstGeom prst="rect">
            <a:avLst/>
          </a:prstGeom>
          <a:noFill/>
        </p:spPr>
      </p:pic>
      <p:cxnSp>
        <p:nvCxnSpPr>
          <p:cNvPr id="4" name="Straight Connector 3">
            <a:extLst>
              <a:ext uri="{FF2B5EF4-FFF2-40B4-BE49-F238E27FC236}">
                <a16:creationId xmlns:a16="http://schemas.microsoft.com/office/drawing/2014/main" id="{07F01079-9486-1C02-1353-8C1E16BDE6F0}"/>
              </a:ext>
            </a:extLst>
          </p:cNvPr>
          <p:cNvCxnSpPr>
            <a:cxnSpLocks/>
          </p:cNvCxnSpPr>
          <p:nvPr/>
        </p:nvCxnSpPr>
        <p:spPr>
          <a:xfrm>
            <a:off x="350266" y="698500"/>
            <a:ext cx="6609334"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Picture Placeholder 8">
            <a:extLst>
              <a:ext uri="{FF2B5EF4-FFF2-40B4-BE49-F238E27FC236}">
                <a16:creationId xmlns:a16="http://schemas.microsoft.com/office/drawing/2014/main" id="{6B65A597-CB7A-23AC-0683-AD77A0FF01D2}"/>
              </a:ext>
            </a:extLst>
          </p:cNvPr>
          <p:cNvSpPr>
            <a:spLocks noGrp="1"/>
          </p:cNvSpPr>
          <p:nvPr>
            <p:ph type="pic" sz="quarter" idx="138"/>
          </p:nvPr>
        </p:nvSpPr>
        <p:spPr>
          <a:xfrm>
            <a:off x="7358592" y="921157"/>
            <a:ext cx="1706033" cy="1143001"/>
          </a:xfrm>
          <a:prstGeom prst="roundRect">
            <a:avLst>
              <a:gd name="adj" fmla="val 3758"/>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19" name="Text Placeholder 22">
            <a:extLst>
              <a:ext uri="{FF2B5EF4-FFF2-40B4-BE49-F238E27FC236}">
                <a16:creationId xmlns:a16="http://schemas.microsoft.com/office/drawing/2014/main" id="{789AC8A2-D5EB-DD00-53F0-B91D7D6A3842}"/>
              </a:ext>
            </a:extLst>
          </p:cNvPr>
          <p:cNvSpPr>
            <a:spLocks noGrp="1"/>
          </p:cNvSpPr>
          <p:nvPr>
            <p:ph type="body" sz="quarter" idx="136" hasCustomPrompt="1"/>
          </p:nvPr>
        </p:nvSpPr>
        <p:spPr>
          <a:xfrm>
            <a:off x="406400" y="910532"/>
            <a:ext cx="5592232" cy="492443"/>
          </a:xfrm>
          <a:prstGeom prst="rect">
            <a:avLst/>
          </a:prstGeom>
        </p:spPr>
        <p:txBody>
          <a:bodyPr wrap="square" lIns="0" tIns="0" rIns="0" bIns="0" anchor="t">
            <a:spAutoFit/>
          </a:bodyPr>
          <a:lstStyle>
            <a:lvl1pPr marL="0" indent="0">
              <a:lnSpc>
                <a:spcPct val="100000"/>
              </a:lnSpc>
              <a:buNone/>
              <a:defRPr sz="3200">
                <a:latin typeface="+mj-lt"/>
              </a:defRPr>
            </a:lvl1pPr>
          </a:lstStyle>
          <a:p>
            <a:pPr lvl="0"/>
            <a:r>
              <a:rPr lang="en-US"/>
              <a:t>Click to edit master title style</a:t>
            </a:r>
          </a:p>
        </p:txBody>
      </p:sp>
      <p:sp>
        <p:nvSpPr>
          <p:cNvPr id="29" name="Text Placeholder 2">
            <a:extLst>
              <a:ext uri="{FF2B5EF4-FFF2-40B4-BE49-F238E27FC236}">
                <a16:creationId xmlns:a16="http://schemas.microsoft.com/office/drawing/2014/main" id="{C4EA569C-9ED4-BE2D-8DB5-C321E601A734}"/>
              </a:ext>
            </a:extLst>
          </p:cNvPr>
          <p:cNvSpPr>
            <a:spLocks noGrp="1"/>
          </p:cNvSpPr>
          <p:nvPr>
            <p:ph type="body" sz="quarter" idx="154" hasCustomPrompt="1"/>
          </p:nvPr>
        </p:nvSpPr>
        <p:spPr>
          <a:xfrm>
            <a:off x="9257242" y="1402082"/>
            <a:ext cx="2239522" cy="175433"/>
          </a:xfrm>
          <a:prstGeom prst="rect">
            <a:avLst/>
          </a:prstGeom>
        </p:spPr>
        <p:txBody>
          <a:bodyPr wrap="square" lIns="0" tIns="0" rIns="0" bIns="0" anchor="ctr">
            <a:spAutoFit/>
          </a:bodyPr>
          <a:lstStyle>
            <a:lvl1pPr>
              <a:lnSpc>
                <a:spcPts val="1253"/>
              </a:lnSpc>
              <a:defRPr lang="en-US" sz="1067" dirty="0">
                <a:solidFill>
                  <a:schemeClr val="bg1"/>
                </a:solidFill>
              </a:defRPr>
            </a:lvl1pPr>
          </a:lstStyle>
          <a:p>
            <a:pPr marL="0" lvl="0" indent="0">
              <a:lnSpc>
                <a:spcPts val="1520"/>
              </a:lnSpc>
              <a:spcBef>
                <a:spcPts val="933"/>
              </a:spcBef>
              <a:buFontTx/>
              <a:buNone/>
            </a:pPr>
            <a:r>
              <a:rPr lang="en-US"/>
              <a:t>This is a placeholder introduction text</a:t>
            </a:r>
          </a:p>
        </p:txBody>
      </p:sp>
      <p:cxnSp>
        <p:nvCxnSpPr>
          <p:cNvPr id="35" name="Straight Connector 34">
            <a:extLst>
              <a:ext uri="{FF2B5EF4-FFF2-40B4-BE49-F238E27FC236}">
                <a16:creationId xmlns:a16="http://schemas.microsoft.com/office/drawing/2014/main" id="{F8D41F23-6436-9BDA-AD76-92FE3719AD29}"/>
              </a:ext>
            </a:extLst>
          </p:cNvPr>
          <p:cNvCxnSpPr>
            <a:cxnSpLocks/>
          </p:cNvCxnSpPr>
          <p:nvPr/>
        </p:nvCxnSpPr>
        <p:spPr>
          <a:xfrm>
            <a:off x="7358592" y="2156726"/>
            <a:ext cx="4229370"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F32235A-1DA2-0E60-6E53-A63D0B0B98CE}"/>
              </a:ext>
            </a:extLst>
          </p:cNvPr>
          <p:cNvCxnSpPr>
            <a:cxnSpLocks/>
          </p:cNvCxnSpPr>
          <p:nvPr/>
        </p:nvCxnSpPr>
        <p:spPr>
          <a:xfrm>
            <a:off x="7358592" y="3484867"/>
            <a:ext cx="4229370"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9AF2BDF-51CC-0644-FDD3-32362BBF9874}"/>
              </a:ext>
            </a:extLst>
          </p:cNvPr>
          <p:cNvCxnSpPr>
            <a:cxnSpLocks/>
          </p:cNvCxnSpPr>
          <p:nvPr/>
        </p:nvCxnSpPr>
        <p:spPr>
          <a:xfrm>
            <a:off x="7358592" y="4813007"/>
            <a:ext cx="4229370"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71002FC-5356-189D-590D-9B91FBA2FC7D}"/>
              </a:ext>
            </a:extLst>
          </p:cNvPr>
          <p:cNvCxnSpPr>
            <a:cxnSpLocks/>
          </p:cNvCxnSpPr>
          <p:nvPr/>
        </p:nvCxnSpPr>
        <p:spPr>
          <a:xfrm>
            <a:off x="7358592" y="6307849"/>
            <a:ext cx="4229370"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46" name="Text Placeholder 2">
            <a:extLst>
              <a:ext uri="{FF2B5EF4-FFF2-40B4-BE49-F238E27FC236}">
                <a16:creationId xmlns:a16="http://schemas.microsoft.com/office/drawing/2014/main" id="{A7DAC3D0-D75F-8B3C-AE9D-0BEC20C79F62}"/>
              </a:ext>
            </a:extLst>
          </p:cNvPr>
          <p:cNvSpPr>
            <a:spLocks noGrp="1"/>
          </p:cNvSpPr>
          <p:nvPr>
            <p:ph type="body" sz="quarter" idx="158" hasCustomPrompt="1"/>
          </p:nvPr>
        </p:nvSpPr>
        <p:spPr>
          <a:xfrm>
            <a:off x="9257242" y="2733080"/>
            <a:ext cx="2239522" cy="175433"/>
          </a:xfrm>
          <a:prstGeom prst="rect">
            <a:avLst/>
          </a:prstGeom>
        </p:spPr>
        <p:txBody>
          <a:bodyPr wrap="square" lIns="0" tIns="0" rIns="0" bIns="0" anchor="ctr">
            <a:spAutoFit/>
          </a:bodyPr>
          <a:lstStyle>
            <a:lvl1pPr>
              <a:lnSpc>
                <a:spcPts val="1253"/>
              </a:lnSpc>
              <a:defRPr lang="en-US" sz="1067" dirty="0">
                <a:solidFill>
                  <a:schemeClr val="bg1"/>
                </a:solidFill>
              </a:defRPr>
            </a:lvl1pPr>
          </a:lstStyle>
          <a:p>
            <a:pPr marL="0" lvl="0" indent="0">
              <a:lnSpc>
                <a:spcPts val="1520"/>
              </a:lnSpc>
              <a:spcBef>
                <a:spcPts val="933"/>
              </a:spcBef>
              <a:buFontTx/>
              <a:buNone/>
            </a:pPr>
            <a:r>
              <a:rPr lang="en-US"/>
              <a:t>This is a placeholder introduction text</a:t>
            </a:r>
          </a:p>
        </p:txBody>
      </p:sp>
      <p:sp>
        <p:nvSpPr>
          <p:cNvPr id="47" name="Text Placeholder 2">
            <a:extLst>
              <a:ext uri="{FF2B5EF4-FFF2-40B4-BE49-F238E27FC236}">
                <a16:creationId xmlns:a16="http://schemas.microsoft.com/office/drawing/2014/main" id="{8B6541AD-A6AD-B460-AC41-D571C0B28665}"/>
              </a:ext>
            </a:extLst>
          </p:cNvPr>
          <p:cNvSpPr>
            <a:spLocks noGrp="1"/>
          </p:cNvSpPr>
          <p:nvPr>
            <p:ph type="body" sz="quarter" idx="159" hasCustomPrompt="1"/>
          </p:nvPr>
        </p:nvSpPr>
        <p:spPr>
          <a:xfrm>
            <a:off x="9257242" y="4061220"/>
            <a:ext cx="2239522" cy="175433"/>
          </a:xfrm>
          <a:prstGeom prst="rect">
            <a:avLst/>
          </a:prstGeom>
        </p:spPr>
        <p:txBody>
          <a:bodyPr wrap="square" lIns="0" tIns="0" rIns="0" bIns="0" anchor="ctr">
            <a:spAutoFit/>
          </a:bodyPr>
          <a:lstStyle>
            <a:lvl1pPr>
              <a:lnSpc>
                <a:spcPts val="1253"/>
              </a:lnSpc>
              <a:defRPr lang="en-US" sz="1067" dirty="0">
                <a:solidFill>
                  <a:schemeClr val="bg1"/>
                </a:solidFill>
              </a:defRPr>
            </a:lvl1pPr>
          </a:lstStyle>
          <a:p>
            <a:pPr marL="0" lvl="0" indent="0">
              <a:lnSpc>
                <a:spcPts val="1520"/>
              </a:lnSpc>
              <a:spcBef>
                <a:spcPts val="933"/>
              </a:spcBef>
              <a:buFontTx/>
              <a:buNone/>
            </a:pPr>
            <a:r>
              <a:rPr lang="en-US"/>
              <a:t>This is a placeholder introduction text</a:t>
            </a:r>
          </a:p>
        </p:txBody>
      </p:sp>
      <p:sp>
        <p:nvSpPr>
          <p:cNvPr id="48" name="Text Placeholder 2">
            <a:extLst>
              <a:ext uri="{FF2B5EF4-FFF2-40B4-BE49-F238E27FC236}">
                <a16:creationId xmlns:a16="http://schemas.microsoft.com/office/drawing/2014/main" id="{66FBA8C1-4477-A17C-BDDF-D5CE742A580C}"/>
              </a:ext>
            </a:extLst>
          </p:cNvPr>
          <p:cNvSpPr>
            <a:spLocks noGrp="1"/>
          </p:cNvSpPr>
          <p:nvPr>
            <p:ph type="body" sz="quarter" idx="160" hasCustomPrompt="1"/>
          </p:nvPr>
        </p:nvSpPr>
        <p:spPr>
          <a:xfrm>
            <a:off x="9257242" y="5472712"/>
            <a:ext cx="2239522" cy="175433"/>
          </a:xfrm>
          <a:prstGeom prst="rect">
            <a:avLst/>
          </a:prstGeom>
        </p:spPr>
        <p:txBody>
          <a:bodyPr wrap="square" lIns="0" tIns="0" rIns="0" bIns="0" anchor="ctr">
            <a:spAutoFit/>
          </a:bodyPr>
          <a:lstStyle>
            <a:lvl1pPr>
              <a:lnSpc>
                <a:spcPts val="1253"/>
              </a:lnSpc>
              <a:defRPr lang="en-US" sz="1067" dirty="0">
                <a:solidFill>
                  <a:schemeClr val="bg1"/>
                </a:solidFill>
              </a:defRPr>
            </a:lvl1pPr>
          </a:lstStyle>
          <a:p>
            <a:pPr marL="0" lvl="0" indent="0">
              <a:lnSpc>
                <a:spcPts val="1520"/>
              </a:lnSpc>
              <a:spcBef>
                <a:spcPts val="933"/>
              </a:spcBef>
              <a:buFontTx/>
              <a:buNone/>
            </a:pPr>
            <a:r>
              <a:rPr lang="en-US"/>
              <a:t>This is a placeholder introduction text</a:t>
            </a:r>
          </a:p>
        </p:txBody>
      </p:sp>
      <p:sp>
        <p:nvSpPr>
          <p:cNvPr id="2" name="Text 0">
            <a:extLst>
              <a:ext uri="{FF2B5EF4-FFF2-40B4-BE49-F238E27FC236}">
                <a16:creationId xmlns:a16="http://schemas.microsoft.com/office/drawing/2014/main" id="{E0C6B4ED-421C-3D88-8176-12C1BC3F0579}"/>
              </a:ext>
            </a:extLst>
          </p:cNvPr>
          <p:cNvSpPr>
            <a:spLocks noGrp="1"/>
          </p:cNvSpPr>
          <p:nvPr>
            <p:ph type="body" idx="106" hasCustomPrompt="1"/>
          </p:nvPr>
        </p:nvSpPr>
        <p:spPr>
          <a:xfrm>
            <a:off x="406401" y="408054"/>
            <a:ext cx="5593292"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11" name="Picture Placeholder 8">
            <a:extLst>
              <a:ext uri="{FF2B5EF4-FFF2-40B4-BE49-F238E27FC236}">
                <a16:creationId xmlns:a16="http://schemas.microsoft.com/office/drawing/2014/main" id="{FA0E3A00-FB69-DBAD-AC0F-8CA7172A708B}"/>
              </a:ext>
            </a:extLst>
          </p:cNvPr>
          <p:cNvSpPr>
            <a:spLocks noGrp="1"/>
          </p:cNvSpPr>
          <p:nvPr>
            <p:ph type="pic" sz="quarter" idx="161"/>
          </p:nvPr>
        </p:nvSpPr>
        <p:spPr>
          <a:xfrm>
            <a:off x="7358592" y="2249297"/>
            <a:ext cx="1706033" cy="1143001"/>
          </a:xfrm>
          <a:prstGeom prst="roundRect">
            <a:avLst>
              <a:gd name="adj" fmla="val 3758"/>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12" name="Picture Placeholder 8">
            <a:extLst>
              <a:ext uri="{FF2B5EF4-FFF2-40B4-BE49-F238E27FC236}">
                <a16:creationId xmlns:a16="http://schemas.microsoft.com/office/drawing/2014/main" id="{5A6628AE-0AD8-3FA4-94CE-C6B5F2F0E6D5}"/>
              </a:ext>
            </a:extLst>
          </p:cNvPr>
          <p:cNvSpPr>
            <a:spLocks noGrp="1"/>
          </p:cNvSpPr>
          <p:nvPr>
            <p:ph type="pic" sz="quarter" idx="162"/>
          </p:nvPr>
        </p:nvSpPr>
        <p:spPr>
          <a:xfrm>
            <a:off x="7358592" y="3577438"/>
            <a:ext cx="1706033" cy="1143001"/>
          </a:xfrm>
          <a:prstGeom prst="roundRect">
            <a:avLst>
              <a:gd name="adj" fmla="val 3758"/>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13" name="Picture Placeholder 8">
            <a:extLst>
              <a:ext uri="{FF2B5EF4-FFF2-40B4-BE49-F238E27FC236}">
                <a16:creationId xmlns:a16="http://schemas.microsoft.com/office/drawing/2014/main" id="{F5CFF3CB-9159-52A5-AEAD-41F889C41C72}"/>
              </a:ext>
            </a:extLst>
          </p:cNvPr>
          <p:cNvSpPr>
            <a:spLocks noGrp="1"/>
          </p:cNvSpPr>
          <p:nvPr>
            <p:ph type="pic" sz="quarter" idx="163"/>
          </p:nvPr>
        </p:nvSpPr>
        <p:spPr>
          <a:xfrm>
            <a:off x="7358592" y="4905580"/>
            <a:ext cx="1706033" cy="1143001"/>
          </a:xfrm>
          <a:prstGeom prst="roundRect">
            <a:avLst>
              <a:gd name="adj" fmla="val 3758"/>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5" name="Slide Number Placeholder 4">
            <a:extLst>
              <a:ext uri="{FF2B5EF4-FFF2-40B4-BE49-F238E27FC236}">
                <a16:creationId xmlns:a16="http://schemas.microsoft.com/office/drawing/2014/main" id="{93F2CF5D-AE93-D4AE-92F8-89588F3EB34E}"/>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B55D9570-D3FC-6D43-AC32-D988B1849109}" type="slidenum">
              <a:rPr lang="en-PL" smtClean="0"/>
              <a:pPr/>
              <a:t>‹#›</a:t>
            </a:fld>
            <a:endParaRPr lang="en-PL"/>
          </a:p>
        </p:txBody>
      </p:sp>
      <p:sp>
        <p:nvSpPr>
          <p:cNvPr id="9" name="Symbol zastępczy stopki 1">
            <a:extLst>
              <a:ext uri="{FF2B5EF4-FFF2-40B4-BE49-F238E27FC236}">
                <a16:creationId xmlns:a16="http://schemas.microsoft.com/office/drawing/2014/main" id="{19295CD9-32A5-FD9C-B475-972CE547E82D}"/>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tx1"/>
                </a:solidFill>
              </a:defRPr>
            </a:lvl1pPr>
          </a:lstStyle>
          <a:p>
            <a:r>
              <a:rPr lang="en-US"/>
              <a:t>Copyright © 2025 Xebia. All rights reserved</a:t>
            </a:r>
          </a:p>
        </p:txBody>
      </p:sp>
    </p:spTree>
    <p:extLst>
      <p:ext uri="{BB962C8B-B14F-4D97-AF65-F5344CB8AC3E}">
        <p14:creationId xmlns:p14="http://schemas.microsoft.com/office/powerpoint/2010/main" val="3173376395"/>
      </p:ext>
    </p:extLst>
  </p:cSld>
  <p:clrMapOvr>
    <a:masterClrMapping/>
  </p:clrMapOvr>
  <p:hf hdr="0" ftr="0" dt="0"/>
  <p:extLst>
    <p:ext uri="{DCECCB84-F9BA-43D5-87BE-67443E8EF086}">
      <p15:sldGuideLst xmlns:p15="http://schemas.microsoft.com/office/powerpoint/2012/main">
        <p15:guide id="1" orient="horz" pos="255">
          <p15:clr>
            <a:srgbClr val="A4A3A4"/>
          </p15:clr>
        </p15:guide>
        <p15:guide id="2" pos="4505">
          <p15:clr>
            <a:srgbClr val="C35EA4"/>
          </p15:clr>
        </p15:guide>
        <p15:guide id="4" pos="3779">
          <p15:clr>
            <a:srgbClr val="C35EA4"/>
          </p15:clr>
        </p15:guide>
        <p15:guide id="5" pos="4384">
          <p15:clr>
            <a:srgbClr val="C35EA4"/>
          </p15:clr>
        </p15:guide>
        <p15:guide id="6" pos="3296">
          <p15:clr>
            <a:srgbClr val="C35EA4"/>
          </p15:clr>
        </p15:guide>
        <p15:guide id="8" pos="2691">
          <p15:clr>
            <a:srgbClr val="C35EA4"/>
          </p15:clr>
        </p15:guide>
        <p15:guide id="9" pos="4989">
          <p15:clr>
            <a:srgbClr val="C35EA4"/>
          </p15:clr>
        </p15:guide>
        <p15:guide id="11" pos="5110">
          <p15:clr>
            <a:srgbClr val="C35EA4"/>
          </p15:clr>
        </p15:guide>
        <p15:guide id="13" pos="2086">
          <p15:clr>
            <a:srgbClr val="C35EA4"/>
          </p15:clr>
        </p15:guide>
        <p15:guide id="14" pos="1965">
          <p15:clr>
            <a:srgbClr val="C35EA4"/>
          </p15:clr>
        </p15:guide>
        <p15:guide id="16" pos="6199">
          <p15:clr>
            <a:srgbClr val="C35EA4"/>
          </p15:clr>
        </p15:guide>
        <p15:guide id="18" pos="1361">
          <p15:clr>
            <a:srgbClr val="C35EA4"/>
          </p15:clr>
        </p15:guide>
        <p15:guide id="19" pos="6319">
          <p15:clr>
            <a:srgbClr val="C35EA4"/>
          </p15:clr>
        </p15:guide>
        <p15:guide id="20" pos="6803">
          <p15:clr>
            <a:srgbClr val="C35EA4"/>
          </p15:clr>
        </p15:guide>
        <p15:guide id="21" pos="877">
          <p15:clr>
            <a:srgbClr val="C35EA4"/>
          </p15:clr>
        </p15:guide>
        <p15:guide id="22" pos="755">
          <p15:clr>
            <a:srgbClr val="C35EA4"/>
          </p15:clr>
        </p15:guide>
        <p15:guide id="23" pos="6925">
          <p15:clr>
            <a:srgbClr val="C35EA4"/>
          </p15:clr>
        </p15:guide>
        <p15:guide id="24" pos="7423">
          <p15:clr>
            <a:srgbClr val="A4A3A4"/>
          </p15:clr>
        </p15:guide>
        <p15:guide id="25" pos="257">
          <p15:clr>
            <a:srgbClr val="A4A3A4"/>
          </p15:clr>
        </p15:guide>
        <p15:guide id="26" orient="horz" pos="4065">
          <p15:clr>
            <a:srgbClr val="A4A3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More Layouts">
    <p:bg>
      <p:bgPr>
        <a:solidFill>
          <a:schemeClr val="accent2"/>
        </a:solidFill>
        <a:effectLst/>
      </p:bgPr>
    </p:bg>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CEABDB6F-69DE-6736-AEFC-DB6AFA212DDD}"/>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B55D9570-D3FC-6D43-AC32-D988B1849109}" type="slidenum">
              <a:rPr lang="en-PL" smtClean="0"/>
              <a:pPr/>
              <a:t>‹#›</a:t>
            </a:fld>
            <a:endParaRPr lang="en-PL"/>
          </a:p>
        </p:txBody>
      </p:sp>
      <p:sp>
        <p:nvSpPr>
          <p:cNvPr id="6" name="Symbol zastępczy stopki 1">
            <a:extLst>
              <a:ext uri="{FF2B5EF4-FFF2-40B4-BE49-F238E27FC236}">
                <a16:creationId xmlns:a16="http://schemas.microsoft.com/office/drawing/2014/main" id="{2708574E-B307-DD8F-EBFD-0F03215A914C}"/>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5" name="TextBox 4">
            <a:extLst>
              <a:ext uri="{FF2B5EF4-FFF2-40B4-BE49-F238E27FC236}">
                <a16:creationId xmlns:a16="http://schemas.microsoft.com/office/drawing/2014/main" id="{9E0521C0-0858-6FAB-DFAD-8003A94709C7}"/>
              </a:ext>
            </a:extLst>
          </p:cNvPr>
          <p:cNvSpPr txBox="1"/>
          <p:nvPr/>
        </p:nvSpPr>
        <p:spPr>
          <a:xfrm>
            <a:off x="406402" y="4690191"/>
            <a:ext cx="9319489" cy="1354217"/>
          </a:xfrm>
          <a:prstGeom prst="rect">
            <a:avLst/>
          </a:prstGeom>
          <a:noFill/>
        </p:spPr>
        <p:txBody>
          <a:bodyPr wrap="square" lIns="0" tIns="0" rIns="0" bIns="0" rtlCol="0" anchor="t" anchorCtr="0">
            <a:noAutofit/>
          </a:bodyPr>
          <a:lstStyle>
            <a:lvl1pPr marR="0" lvl="0" indent="0" defTabSz="609660" fontAlgn="auto">
              <a:lnSpc>
                <a:spcPct val="100000"/>
              </a:lnSpc>
              <a:spcBef>
                <a:spcPts val="0"/>
              </a:spcBef>
              <a:spcAft>
                <a:spcPts val="600"/>
              </a:spcAft>
              <a:buClrTx/>
              <a:buSzTx/>
              <a:buFontTx/>
              <a:buNone/>
              <a:tabLst/>
              <a:defRPr sz="5400" kern="0" spc="-67">
                <a:solidFill>
                  <a:schemeClr val="bg1"/>
                </a:solidFill>
                <a:latin typeface="+mj-lt"/>
                <a:ea typeface="Suisse Int'l Regular" pitchFamily="34" charset="-122"/>
                <a:cs typeface="Suisse Int'l Italic" panose="020B0504000000000000" pitchFamily="34" charset="-78"/>
              </a:defRPr>
            </a:lvl1pPr>
          </a:lstStyle>
          <a:p>
            <a:pPr lvl="0"/>
            <a:r>
              <a:rPr lang="en-US" sz="8800"/>
              <a:t>More Layouts</a:t>
            </a:r>
          </a:p>
        </p:txBody>
      </p:sp>
      <p:sp>
        <p:nvSpPr>
          <p:cNvPr id="3" name="Rectangle 2">
            <a:extLst>
              <a:ext uri="{FF2B5EF4-FFF2-40B4-BE49-F238E27FC236}">
                <a16:creationId xmlns:a16="http://schemas.microsoft.com/office/drawing/2014/main" id="{E9C1ED58-0B9B-58DE-C45E-5717C0CB5362}"/>
              </a:ext>
            </a:extLst>
          </p:cNvPr>
          <p:cNvSpPr/>
          <p:nvPr/>
        </p:nvSpPr>
        <p:spPr>
          <a:xfrm>
            <a:off x="0" y="0"/>
            <a:ext cx="12192000" cy="404813"/>
          </a:xfrm>
          <a:prstGeom prst="rect">
            <a:avLst/>
          </a:prstGeom>
          <a:pattFill prst="wdUpDiag">
            <a:fgClr>
              <a:schemeClr val="bg1"/>
            </a:fgClr>
            <a:bgClr>
              <a:srgbClr val="CCA63E"/>
            </a:bgClr>
          </a:patt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sz="1400">
              <a:solidFill>
                <a:schemeClr val="bg1"/>
              </a:solidFill>
            </a:endParaRPr>
          </a:p>
        </p:txBody>
      </p:sp>
      <p:sp>
        <p:nvSpPr>
          <p:cNvPr id="4" name="Rectangle 3">
            <a:extLst>
              <a:ext uri="{FF2B5EF4-FFF2-40B4-BE49-F238E27FC236}">
                <a16:creationId xmlns:a16="http://schemas.microsoft.com/office/drawing/2014/main" id="{06B3E501-175F-06C4-8E57-39C415080B6F}"/>
              </a:ext>
            </a:extLst>
          </p:cNvPr>
          <p:cNvSpPr/>
          <p:nvPr/>
        </p:nvSpPr>
        <p:spPr>
          <a:xfrm>
            <a:off x="0" y="6453187"/>
            <a:ext cx="12192000" cy="404813"/>
          </a:xfrm>
          <a:prstGeom prst="rect">
            <a:avLst/>
          </a:prstGeom>
          <a:pattFill prst="wdUpDiag">
            <a:fgClr>
              <a:schemeClr val="bg1"/>
            </a:fgClr>
            <a:bgClr>
              <a:srgbClr val="CCA63E"/>
            </a:bgClr>
          </a:patt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sz="1400">
              <a:solidFill>
                <a:schemeClr val="bg1"/>
              </a:solidFill>
            </a:endParaRPr>
          </a:p>
        </p:txBody>
      </p:sp>
    </p:spTree>
    <p:extLst>
      <p:ext uri="{BB962C8B-B14F-4D97-AF65-F5344CB8AC3E}">
        <p14:creationId xmlns:p14="http://schemas.microsoft.com/office/powerpoint/2010/main" val="3622458657"/>
      </p:ext>
    </p:extLst>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Wide / Column / Dark">
    <p:bg>
      <p:bgPr>
        <a:solidFill>
          <a:srgbClr val="140025"/>
        </a:solidFill>
        <a:effectLst/>
      </p:bgPr>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p:nvPicPr>
        <p:blipFill>
          <a:blip r:embed="rId4"/>
          <a:srcRect/>
          <a:stretch/>
        </p:blipFill>
        <p:spPr>
          <a:xfrm>
            <a:off x="406400" y="526699"/>
            <a:ext cx="0" cy="2400"/>
          </a:xfrm>
          <a:prstGeom prst="rect">
            <a:avLst/>
          </a:prstGeom>
          <a:noFill/>
        </p:spPr>
      </p:pic>
      <p:sp>
        <p:nvSpPr>
          <p:cNvPr id="11" name="Text 0">
            <a:extLst>
              <a:ext uri="{FF2B5EF4-FFF2-40B4-BE49-F238E27FC236}">
                <a16:creationId xmlns:a16="http://schemas.microsoft.com/office/drawing/2014/main" id="{C2F38E1C-3406-9AE3-5432-78F0BDF76117}"/>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bg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cxnSp>
        <p:nvCxnSpPr>
          <p:cNvPr id="5" name="Straight Connector 4">
            <a:extLst>
              <a:ext uri="{FF2B5EF4-FFF2-40B4-BE49-F238E27FC236}">
                <a16:creationId xmlns:a16="http://schemas.microsoft.com/office/drawing/2014/main" id="{A5005BA5-2FBB-C556-9601-F24E8824CB40}"/>
              </a:ext>
            </a:extLst>
          </p:cNvPr>
          <p:cNvCxnSpPr>
            <a:cxnSpLocks/>
          </p:cNvCxnSpPr>
          <p:nvPr/>
        </p:nvCxnSpPr>
        <p:spPr>
          <a:xfrm>
            <a:off x="406400" y="698500"/>
            <a:ext cx="11385549" cy="0"/>
          </a:xfrm>
          <a:prstGeom prst="line">
            <a:avLst/>
          </a:prstGeom>
          <a:ln>
            <a:solidFill>
              <a:schemeClr val="bg1">
                <a:alpha val="53000"/>
              </a:schemeClr>
            </a:solidFill>
          </a:ln>
        </p:spPr>
        <p:style>
          <a:lnRef idx="1">
            <a:schemeClr val="accent1"/>
          </a:lnRef>
          <a:fillRef idx="0">
            <a:schemeClr val="accent1"/>
          </a:fillRef>
          <a:effectRef idx="0">
            <a:schemeClr val="accent1"/>
          </a:effectRef>
          <a:fontRef idx="minor">
            <a:schemeClr val="tx1"/>
          </a:fontRef>
        </p:style>
      </p:cxnSp>
      <p:sp>
        <p:nvSpPr>
          <p:cNvPr id="21" name="Text Placeholder 2">
            <a:extLst>
              <a:ext uri="{FF2B5EF4-FFF2-40B4-BE49-F238E27FC236}">
                <a16:creationId xmlns:a16="http://schemas.microsoft.com/office/drawing/2014/main" id="{3F8F8EC5-BAD4-55A4-CB39-9DE950E8D54F}"/>
              </a:ext>
            </a:extLst>
          </p:cNvPr>
          <p:cNvSpPr>
            <a:spLocks noGrp="1" noChangeAspect="1"/>
          </p:cNvSpPr>
          <p:nvPr>
            <p:ph type="body" sz="quarter" idx="110"/>
          </p:nvPr>
        </p:nvSpPr>
        <p:spPr>
          <a:xfrm>
            <a:off x="431803" y="1666866"/>
            <a:ext cx="7488765" cy="184666"/>
          </a:xfrm>
          <a:prstGeom prst="rect">
            <a:avLst/>
          </a:prstGeom>
        </p:spPr>
        <p:txBody>
          <a:bodyPr wrap="square" lIns="0" tIns="0" rIns="0" bIns="0" anchor="t">
            <a:spAutoFit/>
          </a:bodyPr>
          <a:lstStyle>
            <a:lvl1pPr marL="0" marR="0" indent="0" algn="l" defTabSz="609660" rtl="0" eaLnBrk="1" fontAlgn="auto" latinLnBrk="0" hangingPunct="1">
              <a:lnSpc>
                <a:spcPct val="100000"/>
              </a:lnSpc>
              <a:spcBef>
                <a:spcPts val="933"/>
              </a:spcBef>
              <a:spcAft>
                <a:spcPts val="0"/>
              </a:spcAft>
              <a:buClrTx/>
              <a:buSzTx/>
              <a:buFontTx/>
              <a:buNone/>
              <a:tabLst/>
              <a:defRPr sz="1200">
                <a:solidFill>
                  <a:schemeClr val="bg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US"/>
              <a:t>Click to edit Master text styles</a:t>
            </a:r>
          </a:p>
        </p:txBody>
      </p:sp>
      <p:sp>
        <p:nvSpPr>
          <p:cNvPr id="22" name="Title 9">
            <a:extLst>
              <a:ext uri="{FF2B5EF4-FFF2-40B4-BE49-F238E27FC236}">
                <a16:creationId xmlns:a16="http://schemas.microsoft.com/office/drawing/2014/main" id="{A651D7EE-9E38-F4F7-3AEA-AFD4452E086C}"/>
              </a:ext>
            </a:extLst>
          </p:cNvPr>
          <p:cNvSpPr>
            <a:spLocks noGrp="1"/>
          </p:cNvSpPr>
          <p:nvPr>
            <p:ph type="title" hasCustomPrompt="1"/>
          </p:nvPr>
        </p:nvSpPr>
        <p:spPr>
          <a:xfrm>
            <a:off x="407458" y="910532"/>
            <a:ext cx="7513109" cy="369332"/>
          </a:xfrm>
          <a:prstGeom prst="rect">
            <a:avLst/>
          </a:prstGeom>
        </p:spPr>
        <p:txBody>
          <a:bodyPr wrap="square" lIns="0" tIns="0" rIns="0" bIns="0" anchor="t">
            <a:spAutoFit/>
          </a:bodyPr>
          <a:lstStyle>
            <a:lvl1pPr algn="l">
              <a:defRPr lang="en-US" sz="2400" dirty="0">
                <a:solidFill>
                  <a:schemeClr val="bg1"/>
                </a:solidFill>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
        <p:nvSpPr>
          <p:cNvPr id="4" name="Slide Number Placeholder 4">
            <a:extLst>
              <a:ext uri="{FF2B5EF4-FFF2-40B4-BE49-F238E27FC236}">
                <a16:creationId xmlns:a16="http://schemas.microsoft.com/office/drawing/2014/main" id="{6446DF85-6C91-B788-5334-0B356FB90856}"/>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B55D9570-D3FC-6D43-AC32-D988B1849109}" type="slidenum">
              <a:rPr lang="en-PL" smtClean="0"/>
              <a:pPr/>
              <a:t>‹#›</a:t>
            </a:fld>
            <a:endParaRPr lang="en-PL"/>
          </a:p>
        </p:txBody>
      </p:sp>
      <p:sp>
        <p:nvSpPr>
          <p:cNvPr id="6" name="Symbol zastępczy stopki 1">
            <a:extLst>
              <a:ext uri="{FF2B5EF4-FFF2-40B4-BE49-F238E27FC236}">
                <a16:creationId xmlns:a16="http://schemas.microsoft.com/office/drawing/2014/main" id="{DA1DE220-9E45-E2C7-33A5-F21EC28ED7EB}"/>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7" name="Picture Placeholder 8">
            <a:extLst>
              <a:ext uri="{FF2B5EF4-FFF2-40B4-BE49-F238E27FC236}">
                <a16:creationId xmlns:a16="http://schemas.microsoft.com/office/drawing/2014/main" id="{049D8818-421D-16D1-D6A8-49D2F4AB5DD6}"/>
              </a:ext>
            </a:extLst>
          </p:cNvPr>
          <p:cNvSpPr>
            <a:spLocks noGrp="1"/>
          </p:cNvSpPr>
          <p:nvPr>
            <p:ph type="pic" sz="quarter" idx="163" hasCustomPrompt="1"/>
          </p:nvPr>
        </p:nvSpPr>
        <p:spPr>
          <a:xfrm>
            <a:off x="9072034" y="910535"/>
            <a:ext cx="2713566" cy="5356829"/>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bg1"/>
                </a:solidFill>
              </a:defRPr>
            </a:lvl1pPr>
          </a:lstStyle>
          <a:p>
            <a:pPr marL="0" lvl="0" indent="0">
              <a:buNone/>
            </a:pPr>
            <a:r>
              <a:rPr lang="en-US"/>
              <a:t>Picture</a:t>
            </a:r>
          </a:p>
        </p:txBody>
      </p:sp>
    </p:spTree>
    <p:extLst>
      <p:ext uri="{BB962C8B-B14F-4D97-AF65-F5344CB8AC3E}">
        <p14:creationId xmlns:p14="http://schemas.microsoft.com/office/powerpoint/2010/main" val="2367384779"/>
      </p:ext>
    </p:extLst>
  </p:cSld>
  <p:clrMapOvr>
    <a:masterClrMapping/>
  </p:clrMapOvr>
  <p:hf hdr="0" ftr="0" dt="0"/>
  <p:extLst>
    <p:ext uri="{DCECCB84-F9BA-43D5-87BE-67443E8EF086}">
      <p15:sldGuideLst xmlns:p15="http://schemas.microsoft.com/office/powerpoint/2012/main">
        <p15:guide id="1" orient="horz" pos="255">
          <p15:clr>
            <a:srgbClr val="A4A3A4"/>
          </p15:clr>
        </p15:guide>
        <p15:guide id="3" pos="3901">
          <p15:clr>
            <a:srgbClr val="C35EA4"/>
          </p15:clr>
        </p15:guide>
        <p15:guide id="4" pos="3779">
          <p15:clr>
            <a:srgbClr val="C35EA4"/>
          </p15:clr>
        </p15:guide>
        <p15:guide id="5" pos="4384">
          <p15:clr>
            <a:srgbClr val="C35EA4"/>
          </p15:clr>
        </p15:guide>
        <p15:guide id="6" pos="3296">
          <p15:clr>
            <a:srgbClr val="C35EA4"/>
          </p15:clr>
        </p15:guide>
        <p15:guide id="7" pos="3175">
          <p15:clr>
            <a:srgbClr val="C35EA4"/>
          </p15:clr>
        </p15:guide>
        <p15:guide id="8" pos="2691">
          <p15:clr>
            <a:srgbClr val="C35EA4"/>
          </p15:clr>
        </p15:guide>
        <p15:guide id="9" pos="4989">
          <p15:clr>
            <a:srgbClr val="C35EA4"/>
          </p15:clr>
        </p15:guide>
        <p15:guide id="11" pos="5110">
          <p15:clr>
            <a:srgbClr val="C35EA4"/>
          </p15:clr>
        </p15:guide>
        <p15:guide id="13" pos="2086">
          <p15:clr>
            <a:srgbClr val="C35EA4"/>
          </p15:clr>
        </p15:guide>
        <p15:guide id="15" pos="5715">
          <p15:clr>
            <a:srgbClr val="C35EA4"/>
          </p15:clr>
        </p15:guide>
        <p15:guide id="16" pos="6199">
          <p15:clr>
            <a:srgbClr val="C35EA4"/>
          </p15:clr>
        </p15:guide>
        <p15:guide id="18" pos="1360">
          <p15:clr>
            <a:srgbClr val="C35EA4"/>
          </p15:clr>
        </p15:guide>
        <p15:guide id="19" pos="6319">
          <p15:clr>
            <a:srgbClr val="C35EA4"/>
          </p15:clr>
        </p15:guide>
        <p15:guide id="20" pos="6803">
          <p15:clr>
            <a:srgbClr val="C35EA4"/>
          </p15:clr>
        </p15:guide>
        <p15:guide id="21" pos="877">
          <p15:clr>
            <a:srgbClr val="C35EA4"/>
          </p15:clr>
        </p15:guide>
        <p15:guide id="22" pos="755">
          <p15:clr>
            <a:srgbClr val="C35EA4"/>
          </p15:clr>
        </p15:guide>
        <p15:guide id="23" pos="6925">
          <p15:clr>
            <a:srgbClr val="C35EA4"/>
          </p15:clr>
        </p15:guide>
        <p15:guide id="24" pos="7423">
          <p15:clr>
            <a:srgbClr val="A4A3A4"/>
          </p15:clr>
        </p15:guide>
        <p15:guide id="25" pos="257">
          <p15:clr>
            <a:srgbClr val="A4A3A4"/>
          </p15:clr>
        </p15:guide>
        <p15:guide id="26" orient="horz" pos="4065">
          <p15:clr>
            <a:srgbClr val="A4A3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Double / Column / Light">
    <p:bg>
      <p:bgRef idx="1001">
        <a:schemeClr val="bg1"/>
      </p:bgRef>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p:nvPicPr>
        <p:blipFill>
          <a:blip r:embed="rId4"/>
          <a:srcRect/>
          <a:stretch/>
        </p:blipFill>
        <p:spPr>
          <a:xfrm>
            <a:off x="406400" y="526699"/>
            <a:ext cx="0" cy="2400"/>
          </a:xfrm>
          <a:prstGeom prst="rect">
            <a:avLst/>
          </a:prstGeom>
          <a:noFill/>
        </p:spPr>
      </p:pic>
      <p:cxnSp>
        <p:nvCxnSpPr>
          <p:cNvPr id="4" name="Straight Connector 3">
            <a:extLst>
              <a:ext uri="{FF2B5EF4-FFF2-40B4-BE49-F238E27FC236}">
                <a16:creationId xmlns:a16="http://schemas.microsoft.com/office/drawing/2014/main" id="{07F01079-9486-1C02-1353-8C1E16BDE6F0}"/>
              </a:ext>
            </a:extLst>
          </p:cNvPr>
          <p:cNvCxnSpPr>
            <a:cxnSpLocks/>
          </p:cNvCxnSpPr>
          <p:nvPr/>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0">
            <a:extLst>
              <a:ext uri="{FF2B5EF4-FFF2-40B4-BE49-F238E27FC236}">
                <a16:creationId xmlns:a16="http://schemas.microsoft.com/office/drawing/2014/main" id="{C2F38E1C-3406-9AE3-5432-78F0BDF76117}"/>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15" name="Content Placeholder 13">
            <a:extLst>
              <a:ext uri="{FF2B5EF4-FFF2-40B4-BE49-F238E27FC236}">
                <a16:creationId xmlns:a16="http://schemas.microsoft.com/office/drawing/2014/main" id="{CFCCB2DB-476A-FC8D-4AF2-ADC10F4D7790}"/>
              </a:ext>
            </a:extLst>
          </p:cNvPr>
          <p:cNvSpPr>
            <a:spLocks noGrp="1"/>
          </p:cNvSpPr>
          <p:nvPr>
            <p:ph sz="quarter" idx="107"/>
          </p:nvPr>
        </p:nvSpPr>
        <p:spPr>
          <a:xfrm>
            <a:off x="407460" y="901698"/>
            <a:ext cx="5592233" cy="5363582"/>
          </a:xfrm>
          <a:prstGeom prst="rect">
            <a:avLst/>
          </a:prstGeom>
        </p:spPr>
        <p:txBody>
          <a:bodyPr/>
          <a:lstStyle>
            <a:lvl1pPr marL="0" indent="0">
              <a:buNone/>
              <a:defRPr sz="1200"/>
            </a:lvl1pPr>
          </a:lstStyle>
          <a:p>
            <a:pPr lvl="0"/>
            <a:r>
              <a:rPr lang="en-US"/>
              <a:t>Click to edit Master text styles</a:t>
            </a:r>
          </a:p>
        </p:txBody>
      </p:sp>
      <p:sp>
        <p:nvSpPr>
          <p:cNvPr id="16" name="Content Placeholder 13">
            <a:extLst>
              <a:ext uri="{FF2B5EF4-FFF2-40B4-BE49-F238E27FC236}">
                <a16:creationId xmlns:a16="http://schemas.microsoft.com/office/drawing/2014/main" id="{A773DC76-FBEF-A608-40A8-D511CBAAD5A7}"/>
              </a:ext>
            </a:extLst>
          </p:cNvPr>
          <p:cNvSpPr>
            <a:spLocks noGrp="1"/>
          </p:cNvSpPr>
          <p:nvPr>
            <p:ph sz="quarter" idx="108"/>
          </p:nvPr>
        </p:nvSpPr>
        <p:spPr>
          <a:xfrm>
            <a:off x="6192310" y="901698"/>
            <a:ext cx="5591149" cy="5363582"/>
          </a:xfrm>
          <a:prstGeom prst="rect">
            <a:avLst/>
          </a:prstGeom>
        </p:spPr>
        <p:txBody>
          <a:bodyPr/>
          <a:lstStyle>
            <a:lvl1pPr marL="0" indent="0">
              <a:buNone/>
              <a:defRPr sz="1200"/>
            </a:lvl1pPr>
          </a:lstStyle>
          <a:p>
            <a:pPr lvl="0"/>
            <a:r>
              <a:rPr lang="en-US"/>
              <a:t>Click to edit Master text styles</a:t>
            </a:r>
          </a:p>
        </p:txBody>
      </p:sp>
      <p:sp>
        <p:nvSpPr>
          <p:cNvPr id="6" name="Slide Number Placeholder 4">
            <a:extLst>
              <a:ext uri="{FF2B5EF4-FFF2-40B4-BE49-F238E27FC236}">
                <a16:creationId xmlns:a16="http://schemas.microsoft.com/office/drawing/2014/main" id="{3795A50E-CE90-1ACA-71D6-B00F03CE97AC}"/>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B55D9570-D3FC-6D43-AC32-D988B1849109}" type="slidenum">
              <a:rPr lang="en-PL" smtClean="0"/>
              <a:pPr/>
              <a:t>‹#›</a:t>
            </a:fld>
            <a:endParaRPr lang="en-PL"/>
          </a:p>
        </p:txBody>
      </p:sp>
      <p:sp>
        <p:nvSpPr>
          <p:cNvPr id="8" name="Symbol zastępczy stopki 1">
            <a:extLst>
              <a:ext uri="{FF2B5EF4-FFF2-40B4-BE49-F238E27FC236}">
                <a16:creationId xmlns:a16="http://schemas.microsoft.com/office/drawing/2014/main" id="{0BA67D9C-600F-7CA4-3398-BDD8846F145D}"/>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Tree>
    <p:extLst>
      <p:ext uri="{BB962C8B-B14F-4D97-AF65-F5344CB8AC3E}">
        <p14:creationId xmlns:p14="http://schemas.microsoft.com/office/powerpoint/2010/main" val="874602261"/>
      </p:ext>
    </p:extLst>
  </p:cSld>
  <p:clrMapOvr>
    <a:masterClrMapping/>
  </p:clrMapOvr>
  <p:hf hdr="0" ftr="0" dt="0"/>
  <p:extLst>
    <p:ext uri="{DCECCB84-F9BA-43D5-87BE-67443E8EF086}">
      <p15:sldGuideLst xmlns:p15="http://schemas.microsoft.com/office/powerpoint/2012/main">
        <p15:guide id="1" orient="horz" pos="255">
          <p15:clr>
            <a:srgbClr val="A4A3A4"/>
          </p15:clr>
        </p15:guide>
        <p15:guide id="3" pos="3901">
          <p15:clr>
            <a:srgbClr val="C35EA4"/>
          </p15:clr>
        </p15:guide>
        <p15:guide id="4" pos="3779">
          <p15:clr>
            <a:srgbClr val="C35EA4"/>
          </p15:clr>
        </p15:guide>
        <p15:guide id="5" pos="4384">
          <p15:clr>
            <a:srgbClr val="C35EA4"/>
          </p15:clr>
        </p15:guide>
        <p15:guide id="6" pos="3296">
          <p15:clr>
            <a:srgbClr val="C35EA4"/>
          </p15:clr>
        </p15:guide>
        <p15:guide id="7" pos="3175">
          <p15:clr>
            <a:srgbClr val="C35EA4"/>
          </p15:clr>
        </p15:guide>
        <p15:guide id="8" pos="2691">
          <p15:clr>
            <a:srgbClr val="C35EA4"/>
          </p15:clr>
        </p15:guide>
        <p15:guide id="9" pos="4989">
          <p15:clr>
            <a:srgbClr val="C35EA4"/>
          </p15:clr>
        </p15:guide>
        <p15:guide id="11" pos="5110">
          <p15:clr>
            <a:srgbClr val="C35EA4"/>
          </p15:clr>
        </p15:guide>
        <p15:guide id="12" pos="5594">
          <p15:clr>
            <a:srgbClr val="C35EA4"/>
          </p15:clr>
        </p15:guide>
        <p15:guide id="13" pos="2086">
          <p15:clr>
            <a:srgbClr val="C35EA4"/>
          </p15:clr>
        </p15:guide>
        <p15:guide id="15" pos="5715">
          <p15:clr>
            <a:srgbClr val="C35EA4"/>
          </p15:clr>
        </p15:guide>
        <p15:guide id="16" pos="6199">
          <p15:clr>
            <a:srgbClr val="C35EA4"/>
          </p15:clr>
        </p15:guide>
        <p15:guide id="18" pos="1361">
          <p15:clr>
            <a:srgbClr val="C35EA4"/>
          </p15:clr>
        </p15:guide>
        <p15:guide id="19" pos="6319">
          <p15:clr>
            <a:srgbClr val="C35EA4"/>
          </p15:clr>
        </p15:guide>
        <p15:guide id="20" pos="6803">
          <p15:clr>
            <a:srgbClr val="C35EA4"/>
          </p15:clr>
        </p15:guide>
        <p15:guide id="21" pos="877">
          <p15:clr>
            <a:srgbClr val="C35EA4"/>
          </p15:clr>
        </p15:guide>
        <p15:guide id="22" pos="755">
          <p15:clr>
            <a:srgbClr val="C35EA4"/>
          </p15:clr>
        </p15:guide>
        <p15:guide id="23" pos="6925">
          <p15:clr>
            <a:srgbClr val="C35EA4"/>
          </p15:clr>
        </p15:guide>
        <p15:guide id="24" pos="7423">
          <p15:clr>
            <a:srgbClr val="A4A3A4"/>
          </p15:clr>
        </p15:guide>
        <p15:guide id="25" pos="256">
          <p15:clr>
            <a:srgbClr val="A4A3A4"/>
          </p15:clr>
        </p15:guide>
        <p15:guide id="26" orient="horz" pos="4065">
          <p15:clr>
            <a:srgbClr val="A4A3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Double / Column / Dark">
    <p:bg>
      <p:bgPr>
        <a:solidFill>
          <a:srgbClr val="130025"/>
        </a:solidFill>
        <a:effectLst/>
      </p:bgPr>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02976"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p:nvPicPr>
        <p:blipFill>
          <a:blip r:embed="rId4"/>
          <a:srcRect/>
          <a:stretch/>
        </p:blipFill>
        <p:spPr>
          <a:xfrm>
            <a:off x="406400" y="526699"/>
            <a:ext cx="0" cy="2400"/>
          </a:xfrm>
          <a:prstGeom prst="rect">
            <a:avLst/>
          </a:prstGeom>
          <a:noFill/>
        </p:spPr>
      </p:pic>
      <p:sp>
        <p:nvSpPr>
          <p:cNvPr id="11" name="Text 0">
            <a:extLst>
              <a:ext uri="{FF2B5EF4-FFF2-40B4-BE49-F238E27FC236}">
                <a16:creationId xmlns:a16="http://schemas.microsoft.com/office/drawing/2014/main" id="{C2F38E1C-3406-9AE3-5432-78F0BDF76117}"/>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bg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cxnSp>
        <p:nvCxnSpPr>
          <p:cNvPr id="5" name="Straight Connector 4">
            <a:extLst>
              <a:ext uri="{FF2B5EF4-FFF2-40B4-BE49-F238E27FC236}">
                <a16:creationId xmlns:a16="http://schemas.microsoft.com/office/drawing/2014/main" id="{3B4245F1-BA18-7D2B-94BB-C588A6D0FB17}"/>
              </a:ext>
            </a:extLst>
          </p:cNvPr>
          <p:cNvCxnSpPr>
            <a:cxnSpLocks/>
          </p:cNvCxnSpPr>
          <p:nvPr/>
        </p:nvCxnSpPr>
        <p:spPr>
          <a:xfrm>
            <a:off x="406400" y="698500"/>
            <a:ext cx="11385549" cy="0"/>
          </a:xfrm>
          <a:prstGeom prst="line">
            <a:avLst/>
          </a:prstGeom>
          <a:ln>
            <a:solidFill>
              <a:schemeClr val="bg1">
                <a:alpha val="53000"/>
              </a:schemeClr>
            </a:solidFill>
          </a:ln>
        </p:spPr>
        <p:style>
          <a:lnRef idx="1">
            <a:schemeClr val="accent1"/>
          </a:lnRef>
          <a:fillRef idx="0">
            <a:schemeClr val="accent1"/>
          </a:fillRef>
          <a:effectRef idx="0">
            <a:schemeClr val="accent1"/>
          </a:effectRef>
          <a:fontRef idx="minor">
            <a:schemeClr val="tx1"/>
          </a:fontRef>
        </p:style>
      </p:cxnSp>
      <p:sp>
        <p:nvSpPr>
          <p:cNvPr id="6" name="Slide Number Placeholder 4">
            <a:extLst>
              <a:ext uri="{FF2B5EF4-FFF2-40B4-BE49-F238E27FC236}">
                <a16:creationId xmlns:a16="http://schemas.microsoft.com/office/drawing/2014/main" id="{93E7C5E6-36B8-6B7C-8881-8D72DE1F4B82}"/>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B55D9570-D3FC-6D43-AC32-D988B1849109}" type="slidenum">
              <a:rPr lang="en-PL" smtClean="0"/>
              <a:pPr/>
              <a:t>‹#›</a:t>
            </a:fld>
            <a:endParaRPr lang="en-PL"/>
          </a:p>
        </p:txBody>
      </p:sp>
      <p:sp>
        <p:nvSpPr>
          <p:cNvPr id="8" name="Symbol zastępczy stopki 1">
            <a:extLst>
              <a:ext uri="{FF2B5EF4-FFF2-40B4-BE49-F238E27FC236}">
                <a16:creationId xmlns:a16="http://schemas.microsoft.com/office/drawing/2014/main" id="{8DEFDD44-02E1-932C-5A44-BA166A6E0985}"/>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13" name="Content Placeholder 13">
            <a:extLst>
              <a:ext uri="{FF2B5EF4-FFF2-40B4-BE49-F238E27FC236}">
                <a16:creationId xmlns:a16="http://schemas.microsoft.com/office/drawing/2014/main" id="{F3FCCF91-7763-CA5A-58CE-5CADF2CAFD09}"/>
              </a:ext>
            </a:extLst>
          </p:cNvPr>
          <p:cNvSpPr>
            <a:spLocks noGrp="1"/>
          </p:cNvSpPr>
          <p:nvPr>
            <p:ph sz="quarter" idx="107"/>
          </p:nvPr>
        </p:nvSpPr>
        <p:spPr>
          <a:xfrm>
            <a:off x="407460" y="901698"/>
            <a:ext cx="5592233" cy="5363582"/>
          </a:xfrm>
          <a:prstGeom prst="rect">
            <a:avLst/>
          </a:prstGeom>
        </p:spPr>
        <p:txBody>
          <a:bodyPr/>
          <a:lstStyle>
            <a:lvl1pPr marL="0" indent="0">
              <a:buNone/>
              <a:defRPr sz="12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14" name="Content Placeholder 13">
            <a:extLst>
              <a:ext uri="{FF2B5EF4-FFF2-40B4-BE49-F238E27FC236}">
                <a16:creationId xmlns:a16="http://schemas.microsoft.com/office/drawing/2014/main" id="{02F9C0DF-1F5A-3C2C-EA83-19BCF50EC2D6}"/>
              </a:ext>
            </a:extLst>
          </p:cNvPr>
          <p:cNvSpPr>
            <a:spLocks noGrp="1"/>
          </p:cNvSpPr>
          <p:nvPr>
            <p:ph sz="quarter" idx="108"/>
          </p:nvPr>
        </p:nvSpPr>
        <p:spPr>
          <a:xfrm>
            <a:off x="6192310" y="901698"/>
            <a:ext cx="5591149" cy="5363582"/>
          </a:xfrm>
          <a:prstGeom prst="rect">
            <a:avLst/>
          </a:prstGeom>
        </p:spPr>
        <p:txBody>
          <a:bodyPr/>
          <a:lstStyle>
            <a:lvl1pPr marL="0" indent="0">
              <a:buNone/>
              <a:defRPr sz="12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4" name="Xebia" descr="preencoded.png">
            <a:extLst>
              <a:ext uri="{FF2B5EF4-FFF2-40B4-BE49-F238E27FC236}">
                <a16:creationId xmlns:a16="http://schemas.microsoft.com/office/drawing/2014/main" id="{7BB3A0E8-1118-48C2-6FA9-CC562A5F6EB2}"/>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11118850" y="292103"/>
            <a:ext cx="673101" cy="215900"/>
          </a:xfrm>
          <a:prstGeom prst="rect">
            <a:avLst/>
          </a:prstGeom>
        </p:spPr>
      </p:pic>
    </p:spTree>
    <p:extLst>
      <p:ext uri="{BB962C8B-B14F-4D97-AF65-F5344CB8AC3E}">
        <p14:creationId xmlns:p14="http://schemas.microsoft.com/office/powerpoint/2010/main" val="44968518"/>
      </p:ext>
    </p:extLst>
  </p:cSld>
  <p:clrMapOvr>
    <a:masterClrMapping/>
  </p:clrMapOvr>
  <p:hf hdr="0" ftr="0" dt="0"/>
  <p:extLst>
    <p:ext uri="{DCECCB84-F9BA-43D5-87BE-67443E8EF086}">
      <p15:sldGuideLst xmlns:p15="http://schemas.microsoft.com/office/powerpoint/2012/main">
        <p15:guide id="1" orient="horz" pos="255">
          <p15:clr>
            <a:srgbClr val="A4A3A4"/>
          </p15:clr>
        </p15:guide>
        <p15:guide id="3" pos="3901">
          <p15:clr>
            <a:srgbClr val="C35EA4"/>
          </p15:clr>
        </p15:guide>
        <p15:guide id="4" pos="3779">
          <p15:clr>
            <a:srgbClr val="C35EA4"/>
          </p15:clr>
        </p15:guide>
        <p15:guide id="5" pos="4384">
          <p15:clr>
            <a:srgbClr val="C35EA4"/>
          </p15:clr>
        </p15:guide>
        <p15:guide id="6" pos="3296">
          <p15:clr>
            <a:srgbClr val="C35EA4"/>
          </p15:clr>
        </p15:guide>
        <p15:guide id="7" pos="3175">
          <p15:clr>
            <a:srgbClr val="C35EA4"/>
          </p15:clr>
        </p15:guide>
        <p15:guide id="8" pos="2691">
          <p15:clr>
            <a:srgbClr val="C35EA4"/>
          </p15:clr>
        </p15:guide>
        <p15:guide id="9" pos="4989">
          <p15:clr>
            <a:srgbClr val="C35EA4"/>
          </p15:clr>
        </p15:guide>
        <p15:guide id="11" pos="5110">
          <p15:clr>
            <a:srgbClr val="C35EA4"/>
          </p15:clr>
        </p15:guide>
        <p15:guide id="12" pos="5594">
          <p15:clr>
            <a:srgbClr val="C35EA4"/>
          </p15:clr>
        </p15:guide>
        <p15:guide id="13" pos="2086">
          <p15:clr>
            <a:srgbClr val="C35EA4"/>
          </p15:clr>
        </p15:guide>
        <p15:guide id="15" pos="5715">
          <p15:clr>
            <a:srgbClr val="C35EA4"/>
          </p15:clr>
        </p15:guide>
        <p15:guide id="16" pos="6199">
          <p15:clr>
            <a:srgbClr val="C35EA4"/>
          </p15:clr>
        </p15:guide>
        <p15:guide id="18" pos="1361">
          <p15:clr>
            <a:srgbClr val="C35EA4"/>
          </p15:clr>
        </p15:guide>
        <p15:guide id="19" pos="6319">
          <p15:clr>
            <a:srgbClr val="C35EA4"/>
          </p15:clr>
        </p15:guide>
        <p15:guide id="20" pos="6803">
          <p15:clr>
            <a:srgbClr val="C35EA4"/>
          </p15:clr>
        </p15:guide>
        <p15:guide id="21" pos="877">
          <p15:clr>
            <a:srgbClr val="C35EA4"/>
          </p15:clr>
        </p15:guide>
        <p15:guide id="22" pos="755">
          <p15:clr>
            <a:srgbClr val="C35EA4"/>
          </p15:clr>
        </p15:guide>
        <p15:guide id="23" pos="6925">
          <p15:clr>
            <a:srgbClr val="C35EA4"/>
          </p15:clr>
        </p15:guide>
        <p15:guide id="24" pos="7423">
          <p15:clr>
            <a:srgbClr val="A4A3A4"/>
          </p15:clr>
        </p15:guide>
        <p15:guide id="25" pos="256">
          <p15:clr>
            <a:srgbClr val="A4A3A4"/>
          </p15:clr>
        </p15:guide>
        <p15:guide id="26" orient="horz" pos="4065">
          <p15:clr>
            <a:srgbClr val="A4A3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1_Moodboard">
    <p:bg>
      <p:bgRef idx="1001">
        <a:schemeClr val="bg1"/>
      </p:bgRef>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p:nvPicPr>
        <p:blipFill>
          <a:blip r:embed="rId4"/>
          <a:srcRect/>
          <a:stretch/>
        </p:blipFill>
        <p:spPr>
          <a:xfrm>
            <a:off x="406400" y="526699"/>
            <a:ext cx="0" cy="2400"/>
          </a:xfrm>
          <a:prstGeom prst="rect">
            <a:avLst/>
          </a:prstGeom>
          <a:noFill/>
        </p:spPr>
      </p:pic>
      <p:cxnSp>
        <p:nvCxnSpPr>
          <p:cNvPr id="9" name="Straight Connector 8">
            <a:extLst>
              <a:ext uri="{FF2B5EF4-FFF2-40B4-BE49-F238E27FC236}">
                <a16:creationId xmlns:a16="http://schemas.microsoft.com/office/drawing/2014/main" id="{1205F564-4E22-BBF2-3E5F-D6ABED772D69}"/>
              </a:ext>
            </a:extLst>
          </p:cNvPr>
          <p:cNvCxnSpPr>
            <a:cxnSpLocks/>
          </p:cNvCxnSpPr>
          <p:nvPr/>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Picture Placeholder 8">
            <a:extLst>
              <a:ext uri="{FF2B5EF4-FFF2-40B4-BE49-F238E27FC236}">
                <a16:creationId xmlns:a16="http://schemas.microsoft.com/office/drawing/2014/main" id="{BABB5B44-17C8-F379-CE17-D265307B23A2}"/>
              </a:ext>
            </a:extLst>
          </p:cNvPr>
          <p:cNvSpPr>
            <a:spLocks noGrp="1"/>
          </p:cNvSpPr>
          <p:nvPr>
            <p:ph type="pic" sz="quarter" idx="163"/>
          </p:nvPr>
        </p:nvSpPr>
        <p:spPr>
          <a:xfrm>
            <a:off x="5231344" y="1553496"/>
            <a:ext cx="2689225" cy="4755185"/>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14" name="Picture Placeholder 8">
            <a:extLst>
              <a:ext uri="{FF2B5EF4-FFF2-40B4-BE49-F238E27FC236}">
                <a16:creationId xmlns:a16="http://schemas.microsoft.com/office/drawing/2014/main" id="{F9944E99-B96E-EDAE-BE00-FB57067CCDBE}"/>
              </a:ext>
            </a:extLst>
          </p:cNvPr>
          <p:cNvSpPr>
            <a:spLocks noGrp="1"/>
          </p:cNvSpPr>
          <p:nvPr>
            <p:ph type="pic" sz="quarter" idx="164"/>
          </p:nvPr>
        </p:nvSpPr>
        <p:spPr>
          <a:xfrm>
            <a:off x="8111068" y="1553498"/>
            <a:ext cx="3668804" cy="204580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16" name="Picture Placeholder 8">
            <a:extLst>
              <a:ext uri="{FF2B5EF4-FFF2-40B4-BE49-F238E27FC236}">
                <a16:creationId xmlns:a16="http://schemas.microsoft.com/office/drawing/2014/main" id="{43EBEA5B-57BF-DC8E-9A94-E4FE3D631706}"/>
              </a:ext>
            </a:extLst>
          </p:cNvPr>
          <p:cNvSpPr>
            <a:spLocks noGrp="1"/>
          </p:cNvSpPr>
          <p:nvPr>
            <p:ph type="pic" sz="quarter" idx="165"/>
          </p:nvPr>
        </p:nvSpPr>
        <p:spPr>
          <a:xfrm>
            <a:off x="8111069" y="3784849"/>
            <a:ext cx="3668805" cy="252383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6" name="Picture Placeholder 8">
            <a:extLst>
              <a:ext uri="{FF2B5EF4-FFF2-40B4-BE49-F238E27FC236}">
                <a16:creationId xmlns:a16="http://schemas.microsoft.com/office/drawing/2014/main" id="{6081832B-2D62-894A-0D7B-10ECD32DC045}"/>
              </a:ext>
            </a:extLst>
          </p:cNvPr>
          <p:cNvSpPr>
            <a:spLocks noGrp="1"/>
          </p:cNvSpPr>
          <p:nvPr>
            <p:ph type="pic" sz="quarter" idx="166"/>
          </p:nvPr>
        </p:nvSpPr>
        <p:spPr>
          <a:xfrm>
            <a:off x="2351618" y="1553498"/>
            <a:ext cx="2688167" cy="204580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7" name="Picture Placeholder 8">
            <a:extLst>
              <a:ext uri="{FF2B5EF4-FFF2-40B4-BE49-F238E27FC236}">
                <a16:creationId xmlns:a16="http://schemas.microsoft.com/office/drawing/2014/main" id="{B018DCD4-5C8B-4FB0-FC30-F44E86EDFACD}"/>
              </a:ext>
            </a:extLst>
          </p:cNvPr>
          <p:cNvSpPr>
            <a:spLocks noGrp="1"/>
          </p:cNvSpPr>
          <p:nvPr>
            <p:ph type="pic" sz="quarter" idx="167"/>
          </p:nvPr>
        </p:nvSpPr>
        <p:spPr>
          <a:xfrm>
            <a:off x="412130" y="3784849"/>
            <a:ext cx="4627655" cy="252383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8" name="Picture Placeholder 8">
            <a:extLst>
              <a:ext uri="{FF2B5EF4-FFF2-40B4-BE49-F238E27FC236}">
                <a16:creationId xmlns:a16="http://schemas.microsoft.com/office/drawing/2014/main" id="{61BCE4B8-088D-BFD4-F93D-0DD121AAA970}"/>
              </a:ext>
            </a:extLst>
          </p:cNvPr>
          <p:cNvSpPr>
            <a:spLocks noGrp="1"/>
          </p:cNvSpPr>
          <p:nvPr>
            <p:ph type="pic" sz="quarter" idx="168"/>
          </p:nvPr>
        </p:nvSpPr>
        <p:spPr>
          <a:xfrm>
            <a:off x="412129" y="1553498"/>
            <a:ext cx="1747931" cy="204580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4" name="Slide Number Placeholder 4">
            <a:extLst>
              <a:ext uri="{FF2B5EF4-FFF2-40B4-BE49-F238E27FC236}">
                <a16:creationId xmlns:a16="http://schemas.microsoft.com/office/drawing/2014/main" id="{9BA9528C-8526-C5CC-72AA-322B25A289F2}"/>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B55D9570-D3FC-6D43-AC32-D988B1849109}" type="slidenum">
              <a:rPr lang="en-PL" smtClean="0"/>
              <a:pPr/>
              <a:t>‹#›</a:t>
            </a:fld>
            <a:endParaRPr lang="en-PL"/>
          </a:p>
        </p:txBody>
      </p:sp>
      <p:sp>
        <p:nvSpPr>
          <p:cNvPr id="13" name="Symbol zastępczy stopki 1">
            <a:extLst>
              <a:ext uri="{FF2B5EF4-FFF2-40B4-BE49-F238E27FC236}">
                <a16:creationId xmlns:a16="http://schemas.microsoft.com/office/drawing/2014/main" id="{EFA1A340-04EC-99F6-508C-C00BDA19C84D}"/>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18" name="Text 0">
            <a:extLst>
              <a:ext uri="{FF2B5EF4-FFF2-40B4-BE49-F238E27FC236}">
                <a16:creationId xmlns:a16="http://schemas.microsoft.com/office/drawing/2014/main" id="{BFA7F85D-4233-F494-7130-9D6B5C3DB911}"/>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11" name="Title 9">
            <a:extLst>
              <a:ext uri="{FF2B5EF4-FFF2-40B4-BE49-F238E27FC236}">
                <a16:creationId xmlns:a16="http://schemas.microsoft.com/office/drawing/2014/main" id="{7F7DEC98-AAF1-A951-3D8E-2591E779B6ED}"/>
              </a:ext>
            </a:extLst>
          </p:cNvPr>
          <p:cNvSpPr>
            <a:spLocks noGrp="1"/>
          </p:cNvSpPr>
          <p:nvPr>
            <p:ph type="title" hasCustomPrompt="1"/>
          </p:nvPr>
        </p:nvSpPr>
        <p:spPr>
          <a:xfrm>
            <a:off x="407459" y="919056"/>
            <a:ext cx="7512000" cy="369332"/>
          </a:xfrm>
          <a:prstGeom prst="rect">
            <a:avLst/>
          </a:prstGeom>
        </p:spPr>
        <p:txBody>
          <a:bodyPr wrap="square" lIns="0" tIns="0" rIns="0" bIns="0" anchor="t">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Tree>
    <p:extLst>
      <p:ext uri="{BB962C8B-B14F-4D97-AF65-F5344CB8AC3E}">
        <p14:creationId xmlns:p14="http://schemas.microsoft.com/office/powerpoint/2010/main" val="2854603344"/>
      </p:ext>
    </p:extLst>
  </p:cSld>
  <p:clrMapOvr>
    <a:masterClrMapping/>
  </p:clrMapOvr>
  <p:hf hdr="0" ftr="0" dt="0"/>
  <p:extLst>
    <p:ext uri="{DCECCB84-F9BA-43D5-87BE-67443E8EF086}">
      <p15:sldGuideLst xmlns:p15="http://schemas.microsoft.com/office/powerpoint/2012/main">
        <p15:guide id="1" orient="horz" pos="255">
          <p15:clr>
            <a:srgbClr val="A4A3A4"/>
          </p15:clr>
        </p15:guide>
        <p15:guide id="2" pos="4505">
          <p15:clr>
            <a:srgbClr val="C35EA4"/>
          </p15:clr>
        </p15:guide>
        <p15:guide id="3" pos="3901">
          <p15:clr>
            <a:srgbClr val="C35EA4"/>
          </p15:clr>
        </p15:guide>
        <p15:guide id="4" pos="3779">
          <p15:clr>
            <a:srgbClr val="C35EA4"/>
          </p15:clr>
        </p15:guide>
        <p15:guide id="5" pos="4384">
          <p15:clr>
            <a:srgbClr val="C35EA4"/>
          </p15:clr>
        </p15:guide>
        <p15:guide id="6" pos="3296">
          <p15:clr>
            <a:srgbClr val="C35EA4"/>
          </p15:clr>
        </p15:guide>
        <p15:guide id="7" pos="3175">
          <p15:clr>
            <a:srgbClr val="C35EA4"/>
          </p15:clr>
        </p15:guide>
        <p15:guide id="8" pos="2691">
          <p15:clr>
            <a:srgbClr val="C35EA4"/>
          </p15:clr>
        </p15:guide>
        <p15:guide id="9" pos="4989">
          <p15:clr>
            <a:srgbClr val="C35EA4"/>
          </p15:clr>
        </p15:guide>
        <p15:guide id="11" pos="5110">
          <p15:clr>
            <a:srgbClr val="C35EA4"/>
          </p15:clr>
        </p15:guide>
        <p15:guide id="12" pos="5594">
          <p15:clr>
            <a:srgbClr val="C35EA4"/>
          </p15:clr>
        </p15:guide>
        <p15:guide id="13" pos="2086">
          <p15:clr>
            <a:srgbClr val="C35EA4"/>
          </p15:clr>
        </p15:guide>
        <p15:guide id="14" pos="1965">
          <p15:clr>
            <a:srgbClr val="C35EA4"/>
          </p15:clr>
        </p15:guide>
        <p15:guide id="15" pos="5715">
          <p15:clr>
            <a:srgbClr val="C35EA4"/>
          </p15:clr>
        </p15:guide>
        <p15:guide id="16" pos="6199">
          <p15:clr>
            <a:srgbClr val="C35EA4"/>
          </p15:clr>
        </p15:guide>
        <p15:guide id="18" pos="1361">
          <p15:clr>
            <a:srgbClr val="C35EA4"/>
          </p15:clr>
        </p15:guide>
        <p15:guide id="19" pos="6319">
          <p15:clr>
            <a:srgbClr val="C35EA4"/>
          </p15:clr>
        </p15:guide>
        <p15:guide id="21" pos="877">
          <p15:clr>
            <a:srgbClr val="C35EA4"/>
          </p15:clr>
        </p15:guide>
        <p15:guide id="22" pos="755">
          <p15:clr>
            <a:srgbClr val="C35EA4"/>
          </p15:clr>
        </p15:guide>
        <p15:guide id="23" pos="6925">
          <p15:clr>
            <a:srgbClr val="C35EA4"/>
          </p15:clr>
        </p15:guide>
        <p15:guide id="25" pos="257">
          <p15:clr>
            <a:srgbClr val="A4A3A4"/>
          </p15:clr>
        </p15:guide>
        <p15:guide id="26" orient="horz" pos="4065">
          <p15:clr>
            <a:srgbClr val="A4A3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Moodboard">
    <p:bg>
      <p:bgPr>
        <a:solidFill>
          <a:srgbClr val="130025"/>
        </a:solidFill>
        <a:effectLst/>
      </p:bgPr>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p:nvPicPr>
        <p:blipFill>
          <a:blip r:embed="rId4"/>
          <a:srcRect/>
          <a:stretch/>
        </p:blipFill>
        <p:spPr>
          <a:xfrm>
            <a:off x="406400" y="526699"/>
            <a:ext cx="0" cy="2400"/>
          </a:xfrm>
          <a:prstGeom prst="rect">
            <a:avLst/>
          </a:prstGeom>
          <a:noFill/>
        </p:spPr>
      </p:pic>
      <p:sp>
        <p:nvSpPr>
          <p:cNvPr id="5" name="Picture Placeholder 8">
            <a:extLst>
              <a:ext uri="{FF2B5EF4-FFF2-40B4-BE49-F238E27FC236}">
                <a16:creationId xmlns:a16="http://schemas.microsoft.com/office/drawing/2014/main" id="{BABB5B44-17C8-F379-CE17-D265307B23A2}"/>
              </a:ext>
            </a:extLst>
          </p:cNvPr>
          <p:cNvSpPr>
            <a:spLocks noGrp="1"/>
          </p:cNvSpPr>
          <p:nvPr>
            <p:ph type="pic" sz="quarter" idx="163"/>
          </p:nvPr>
        </p:nvSpPr>
        <p:spPr>
          <a:xfrm>
            <a:off x="5231344" y="1553496"/>
            <a:ext cx="2689225" cy="4755185"/>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14" name="Picture Placeholder 8">
            <a:extLst>
              <a:ext uri="{FF2B5EF4-FFF2-40B4-BE49-F238E27FC236}">
                <a16:creationId xmlns:a16="http://schemas.microsoft.com/office/drawing/2014/main" id="{F9944E99-B96E-EDAE-BE00-FB57067CCDBE}"/>
              </a:ext>
            </a:extLst>
          </p:cNvPr>
          <p:cNvSpPr>
            <a:spLocks noGrp="1"/>
          </p:cNvSpPr>
          <p:nvPr>
            <p:ph type="pic" sz="quarter" idx="164"/>
          </p:nvPr>
        </p:nvSpPr>
        <p:spPr>
          <a:xfrm>
            <a:off x="8111068" y="1553498"/>
            <a:ext cx="3668804" cy="204580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16" name="Picture Placeholder 8">
            <a:extLst>
              <a:ext uri="{FF2B5EF4-FFF2-40B4-BE49-F238E27FC236}">
                <a16:creationId xmlns:a16="http://schemas.microsoft.com/office/drawing/2014/main" id="{43EBEA5B-57BF-DC8E-9A94-E4FE3D631706}"/>
              </a:ext>
            </a:extLst>
          </p:cNvPr>
          <p:cNvSpPr>
            <a:spLocks noGrp="1"/>
          </p:cNvSpPr>
          <p:nvPr>
            <p:ph type="pic" sz="quarter" idx="165"/>
          </p:nvPr>
        </p:nvSpPr>
        <p:spPr>
          <a:xfrm>
            <a:off x="8111069" y="3784849"/>
            <a:ext cx="3668805" cy="252383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6" name="Picture Placeholder 8">
            <a:extLst>
              <a:ext uri="{FF2B5EF4-FFF2-40B4-BE49-F238E27FC236}">
                <a16:creationId xmlns:a16="http://schemas.microsoft.com/office/drawing/2014/main" id="{6081832B-2D62-894A-0D7B-10ECD32DC045}"/>
              </a:ext>
            </a:extLst>
          </p:cNvPr>
          <p:cNvSpPr>
            <a:spLocks noGrp="1"/>
          </p:cNvSpPr>
          <p:nvPr>
            <p:ph type="pic" sz="quarter" idx="166"/>
          </p:nvPr>
        </p:nvSpPr>
        <p:spPr>
          <a:xfrm>
            <a:off x="2351618" y="1553498"/>
            <a:ext cx="2688167" cy="204580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7" name="Picture Placeholder 8">
            <a:extLst>
              <a:ext uri="{FF2B5EF4-FFF2-40B4-BE49-F238E27FC236}">
                <a16:creationId xmlns:a16="http://schemas.microsoft.com/office/drawing/2014/main" id="{B018DCD4-5C8B-4FB0-FC30-F44E86EDFACD}"/>
              </a:ext>
            </a:extLst>
          </p:cNvPr>
          <p:cNvSpPr>
            <a:spLocks noGrp="1"/>
          </p:cNvSpPr>
          <p:nvPr>
            <p:ph type="pic" sz="quarter" idx="167"/>
          </p:nvPr>
        </p:nvSpPr>
        <p:spPr>
          <a:xfrm>
            <a:off x="412130" y="3784849"/>
            <a:ext cx="4627655" cy="252383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8" name="Picture Placeholder 8">
            <a:extLst>
              <a:ext uri="{FF2B5EF4-FFF2-40B4-BE49-F238E27FC236}">
                <a16:creationId xmlns:a16="http://schemas.microsoft.com/office/drawing/2014/main" id="{61BCE4B8-088D-BFD4-F93D-0DD121AAA970}"/>
              </a:ext>
            </a:extLst>
          </p:cNvPr>
          <p:cNvSpPr>
            <a:spLocks noGrp="1"/>
          </p:cNvSpPr>
          <p:nvPr>
            <p:ph type="pic" sz="quarter" idx="168"/>
          </p:nvPr>
        </p:nvSpPr>
        <p:spPr>
          <a:xfrm>
            <a:off x="412129" y="1553498"/>
            <a:ext cx="1747931" cy="204580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4" name="Slide Number Placeholder 4">
            <a:extLst>
              <a:ext uri="{FF2B5EF4-FFF2-40B4-BE49-F238E27FC236}">
                <a16:creationId xmlns:a16="http://schemas.microsoft.com/office/drawing/2014/main" id="{9BA9528C-8526-C5CC-72AA-322B25A289F2}"/>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B55D9570-D3FC-6D43-AC32-D988B1849109}" type="slidenum">
              <a:rPr lang="en-PL" smtClean="0"/>
              <a:pPr/>
              <a:t>‹#›</a:t>
            </a:fld>
            <a:endParaRPr lang="en-PL"/>
          </a:p>
        </p:txBody>
      </p:sp>
      <p:sp>
        <p:nvSpPr>
          <p:cNvPr id="13" name="Symbol zastępczy stopki 1">
            <a:extLst>
              <a:ext uri="{FF2B5EF4-FFF2-40B4-BE49-F238E27FC236}">
                <a16:creationId xmlns:a16="http://schemas.microsoft.com/office/drawing/2014/main" id="{EFA1A340-04EC-99F6-508C-C00BDA19C84D}"/>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18" name="Text 0">
            <a:extLst>
              <a:ext uri="{FF2B5EF4-FFF2-40B4-BE49-F238E27FC236}">
                <a16:creationId xmlns:a16="http://schemas.microsoft.com/office/drawing/2014/main" id="{BFA7F85D-4233-F494-7130-9D6B5C3DB911}"/>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bg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cxnSp>
        <p:nvCxnSpPr>
          <p:cNvPr id="11" name="Straight Connector 10">
            <a:extLst>
              <a:ext uri="{FF2B5EF4-FFF2-40B4-BE49-F238E27FC236}">
                <a16:creationId xmlns:a16="http://schemas.microsoft.com/office/drawing/2014/main" id="{95C33079-6F95-AC75-B6F3-FAC3BBA95E68}"/>
              </a:ext>
            </a:extLst>
          </p:cNvPr>
          <p:cNvCxnSpPr/>
          <p:nvPr/>
        </p:nvCxnSpPr>
        <p:spPr>
          <a:xfrm>
            <a:off x="350268" y="698500"/>
            <a:ext cx="11441683" cy="0"/>
          </a:xfrm>
          <a:prstGeom prst="line">
            <a:avLst/>
          </a:prstGeom>
          <a:ln>
            <a:solidFill>
              <a:schemeClr val="bg1">
                <a:alpha val="53000"/>
              </a:schemeClr>
            </a:solidFill>
          </a:ln>
        </p:spPr>
        <p:style>
          <a:lnRef idx="1">
            <a:schemeClr val="accent1"/>
          </a:lnRef>
          <a:fillRef idx="0">
            <a:schemeClr val="accent1"/>
          </a:fillRef>
          <a:effectRef idx="0">
            <a:schemeClr val="accent1"/>
          </a:effectRef>
          <a:fontRef idx="minor">
            <a:schemeClr val="tx1"/>
          </a:fontRef>
        </p:style>
      </p:cxnSp>
      <p:sp>
        <p:nvSpPr>
          <p:cNvPr id="9" name="Title 9">
            <a:extLst>
              <a:ext uri="{FF2B5EF4-FFF2-40B4-BE49-F238E27FC236}">
                <a16:creationId xmlns:a16="http://schemas.microsoft.com/office/drawing/2014/main" id="{BA154CB1-D15A-54AF-8EC8-93ED5737F3E8}"/>
              </a:ext>
            </a:extLst>
          </p:cNvPr>
          <p:cNvSpPr>
            <a:spLocks noGrp="1"/>
          </p:cNvSpPr>
          <p:nvPr>
            <p:ph type="title" hasCustomPrompt="1"/>
          </p:nvPr>
        </p:nvSpPr>
        <p:spPr>
          <a:xfrm>
            <a:off x="407459" y="919056"/>
            <a:ext cx="7512000" cy="369332"/>
          </a:xfrm>
          <a:prstGeom prst="rect">
            <a:avLst/>
          </a:prstGeom>
        </p:spPr>
        <p:txBody>
          <a:bodyPr wrap="square" lIns="0" tIns="0" rIns="0" bIns="0" anchor="t">
            <a:spAutoFit/>
          </a:bodyPr>
          <a:lstStyle>
            <a:lvl1pPr algn="l">
              <a:defRPr lang="en-US" sz="2400" dirty="0">
                <a:solidFill>
                  <a:schemeClr val="bg1"/>
                </a:solidFill>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Tree>
    <p:extLst>
      <p:ext uri="{BB962C8B-B14F-4D97-AF65-F5344CB8AC3E}">
        <p14:creationId xmlns:p14="http://schemas.microsoft.com/office/powerpoint/2010/main" val="1955687476"/>
      </p:ext>
    </p:extLst>
  </p:cSld>
  <p:clrMapOvr>
    <a:masterClrMapping/>
  </p:clrMapOvr>
  <p:hf hdr="0" ftr="0" dt="0"/>
  <p:extLst>
    <p:ext uri="{DCECCB84-F9BA-43D5-87BE-67443E8EF086}">
      <p15:sldGuideLst xmlns:p15="http://schemas.microsoft.com/office/powerpoint/2012/main">
        <p15:guide id="1" orient="horz" pos="255">
          <p15:clr>
            <a:srgbClr val="A4A3A4"/>
          </p15:clr>
        </p15:guide>
        <p15:guide id="2" pos="4505">
          <p15:clr>
            <a:srgbClr val="C35EA4"/>
          </p15:clr>
        </p15:guide>
        <p15:guide id="3" pos="3901">
          <p15:clr>
            <a:srgbClr val="C35EA4"/>
          </p15:clr>
        </p15:guide>
        <p15:guide id="4" pos="3779">
          <p15:clr>
            <a:srgbClr val="C35EA4"/>
          </p15:clr>
        </p15:guide>
        <p15:guide id="5" pos="4384">
          <p15:clr>
            <a:srgbClr val="C35EA4"/>
          </p15:clr>
        </p15:guide>
        <p15:guide id="6" pos="3296">
          <p15:clr>
            <a:srgbClr val="C35EA4"/>
          </p15:clr>
        </p15:guide>
        <p15:guide id="7" pos="3175">
          <p15:clr>
            <a:srgbClr val="C35EA4"/>
          </p15:clr>
        </p15:guide>
        <p15:guide id="9" pos="4989">
          <p15:clr>
            <a:srgbClr val="C35EA4"/>
          </p15:clr>
        </p15:guide>
        <p15:guide id="11" pos="5110">
          <p15:clr>
            <a:srgbClr val="C35EA4"/>
          </p15:clr>
        </p15:guide>
        <p15:guide id="12" pos="5594">
          <p15:clr>
            <a:srgbClr val="C35EA4"/>
          </p15:clr>
        </p15:guide>
        <p15:guide id="13" pos="2086">
          <p15:clr>
            <a:srgbClr val="C35EA4"/>
          </p15:clr>
        </p15:guide>
        <p15:guide id="14" pos="1965">
          <p15:clr>
            <a:srgbClr val="C35EA4"/>
          </p15:clr>
        </p15:guide>
        <p15:guide id="15" pos="5715">
          <p15:clr>
            <a:srgbClr val="C35EA4"/>
          </p15:clr>
        </p15:guide>
        <p15:guide id="16" pos="6199">
          <p15:clr>
            <a:srgbClr val="C35EA4"/>
          </p15:clr>
        </p15:guide>
        <p15:guide id="18" pos="1361">
          <p15:clr>
            <a:srgbClr val="C35EA4"/>
          </p15:clr>
        </p15:guide>
        <p15:guide id="19" pos="6319">
          <p15:clr>
            <a:srgbClr val="C35EA4"/>
          </p15:clr>
        </p15:guide>
        <p15:guide id="21" pos="877">
          <p15:clr>
            <a:srgbClr val="C35EA4"/>
          </p15:clr>
        </p15:guide>
        <p15:guide id="22" pos="755">
          <p15:clr>
            <a:srgbClr val="C35EA4"/>
          </p15:clr>
        </p15:guide>
        <p15:guide id="23" pos="6925">
          <p15:clr>
            <a:srgbClr val="C35EA4"/>
          </p15:clr>
        </p15:guide>
        <p15:guide id="25" pos="257">
          <p15:clr>
            <a:srgbClr val="A4A3A4"/>
          </p15:clr>
        </p15:guide>
        <p15:guide id="26" orient="horz" pos="4065">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2_Moodboard">
    <p:bg>
      <p:bgPr>
        <a:solidFill>
          <a:srgbClr val="E3E3E7"/>
        </a:solidFill>
        <a:effectLst/>
      </p:bgPr>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p:nvPicPr>
        <p:blipFill>
          <a:blip r:embed="rId4"/>
          <a:srcRect/>
          <a:stretch/>
        </p:blipFill>
        <p:spPr>
          <a:xfrm>
            <a:off x="406400" y="526699"/>
            <a:ext cx="0" cy="2400"/>
          </a:xfrm>
          <a:prstGeom prst="rect">
            <a:avLst/>
          </a:prstGeom>
          <a:noFill/>
        </p:spPr>
      </p:pic>
      <p:cxnSp>
        <p:nvCxnSpPr>
          <p:cNvPr id="9" name="Straight Connector 8">
            <a:extLst>
              <a:ext uri="{FF2B5EF4-FFF2-40B4-BE49-F238E27FC236}">
                <a16:creationId xmlns:a16="http://schemas.microsoft.com/office/drawing/2014/main" id="{1205F564-4E22-BBF2-3E5F-D6ABED772D69}"/>
              </a:ext>
            </a:extLst>
          </p:cNvPr>
          <p:cNvCxnSpPr>
            <a:cxnSpLocks/>
          </p:cNvCxnSpPr>
          <p:nvPr/>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Picture Placeholder 8">
            <a:extLst>
              <a:ext uri="{FF2B5EF4-FFF2-40B4-BE49-F238E27FC236}">
                <a16:creationId xmlns:a16="http://schemas.microsoft.com/office/drawing/2014/main" id="{BABB5B44-17C8-F379-CE17-D265307B23A2}"/>
              </a:ext>
            </a:extLst>
          </p:cNvPr>
          <p:cNvSpPr>
            <a:spLocks noGrp="1"/>
          </p:cNvSpPr>
          <p:nvPr>
            <p:ph type="pic" sz="quarter" idx="163"/>
          </p:nvPr>
        </p:nvSpPr>
        <p:spPr>
          <a:xfrm>
            <a:off x="5231344" y="1553496"/>
            <a:ext cx="2689225" cy="4755185"/>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14" name="Picture Placeholder 8">
            <a:extLst>
              <a:ext uri="{FF2B5EF4-FFF2-40B4-BE49-F238E27FC236}">
                <a16:creationId xmlns:a16="http://schemas.microsoft.com/office/drawing/2014/main" id="{F9944E99-B96E-EDAE-BE00-FB57067CCDBE}"/>
              </a:ext>
            </a:extLst>
          </p:cNvPr>
          <p:cNvSpPr>
            <a:spLocks noGrp="1"/>
          </p:cNvSpPr>
          <p:nvPr>
            <p:ph type="pic" sz="quarter" idx="164"/>
          </p:nvPr>
        </p:nvSpPr>
        <p:spPr>
          <a:xfrm>
            <a:off x="8111068" y="1553498"/>
            <a:ext cx="3668804" cy="204580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16" name="Picture Placeholder 8">
            <a:extLst>
              <a:ext uri="{FF2B5EF4-FFF2-40B4-BE49-F238E27FC236}">
                <a16:creationId xmlns:a16="http://schemas.microsoft.com/office/drawing/2014/main" id="{43EBEA5B-57BF-DC8E-9A94-E4FE3D631706}"/>
              </a:ext>
            </a:extLst>
          </p:cNvPr>
          <p:cNvSpPr>
            <a:spLocks noGrp="1"/>
          </p:cNvSpPr>
          <p:nvPr>
            <p:ph type="pic" sz="quarter" idx="165"/>
          </p:nvPr>
        </p:nvSpPr>
        <p:spPr>
          <a:xfrm>
            <a:off x="8111069" y="3784849"/>
            <a:ext cx="3668805" cy="252383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6" name="Picture Placeholder 8">
            <a:extLst>
              <a:ext uri="{FF2B5EF4-FFF2-40B4-BE49-F238E27FC236}">
                <a16:creationId xmlns:a16="http://schemas.microsoft.com/office/drawing/2014/main" id="{6081832B-2D62-894A-0D7B-10ECD32DC045}"/>
              </a:ext>
            </a:extLst>
          </p:cNvPr>
          <p:cNvSpPr>
            <a:spLocks noGrp="1"/>
          </p:cNvSpPr>
          <p:nvPr>
            <p:ph type="pic" sz="quarter" idx="166"/>
          </p:nvPr>
        </p:nvSpPr>
        <p:spPr>
          <a:xfrm>
            <a:off x="2351618" y="1553498"/>
            <a:ext cx="2688167" cy="204580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7" name="Picture Placeholder 8">
            <a:extLst>
              <a:ext uri="{FF2B5EF4-FFF2-40B4-BE49-F238E27FC236}">
                <a16:creationId xmlns:a16="http://schemas.microsoft.com/office/drawing/2014/main" id="{B018DCD4-5C8B-4FB0-FC30-F44E86EDFACD}"/>
              </a:ext>
            </a:extLst>
          </p:cNvPr>
          <p:cNvSpPr>
            <a:spLocks noGrp="1"/>
          </p:cNvSpPr>
          <p:nvPr>
            <p:ph type="pic" sz="quarter" idx="167"/>
          </p:nvPr>
        </p:nvSpPr>
        <p:spPr>
          <a:xfrm>
            <a:off x="412130" y="3784849"/>
            <a:ext cx="4627655" cy="252383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8" name="Picture Placeholder 8">
            <a:extLst>
              <a:ext uri="{FF2B5EF4-FFF2-40B4-BE49-F238E27FC236}">
                <a16:creationId xmlns:a16="http://schemas.microsoft.com/office/drawing/2014/main" id="{61BCE4B8-088D-BFD4-F93D-0DD121AAA970}"/>
              </a:ext>
            </a:extLst>
          </p:cNvPr>
          <p:cNvSpPr>
            <a:spLocks noGrp="1"/>
          </p:cNvSpPr>
          <p:nvPr>
            <p:ph type="pic" sz="quarter" idx="168"/>
          </p:nvPr>
        </p:nvSpPr>
        <p:spPr>
          <a:xfrm>
            <a:off x="412129" y="1553498"/>
            <a:ext cx="1747931" cy="204580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4" name="Slide Number Placeholder 4">
            <a:extLst>
              <a:ext uri="{FF2B5EF4-FFF2-40B4-BE49-F238E27FC236}">
                <a16:creationId xmlns:a16="http://schemas.microsoft.com/office/drawing/2014/main" id="{9BA9528C-8526-C5CC-72AA-322B25A289F2}"/>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B55D9570-D3FC-6D43-AC32-D988B1849109}" type="slidenum">
              <a:rPr lang="en-PL" smtClean="0"/>
              <a:pPr/>
              <a:t>‹#›</a:t>
            </a:fld>
            <a:endParaRPr lang="en-PL"/>
          </a:p>
        </p:txBody>
      </p:sp>
      <p:sp>
        <p:nvSpPr>
          <p:cNvPr id="13" name="Symbol zastępczy stopki 1">
            <a:extLst>
              <a:ext uri="{FF2B5EF4-FFF2-40B4-BE49-F238E27FC236}">
                <a16:creationId xmlns:a16="http://schemas.microsoft.com/office/drawing/2014/main" id="{EFA1A340-04EC-99F6-508C-C00BDA19C84D}"/>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18" name="Text 0">
            <a:extLst>
              <a:ext uri="{FF2B5EF4-FFF2-40B4-BE49-F238E27FC236}">
                <a16:creationId xmlns:a16="http://schemas.microsoft.com/office/drawing/2014/main" id="{BFA7F85D-4233-F494-7130-9D6B5C3DB911}"/>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11" name="Title 9">
            <a:extLst>
              <a:ext uri="{FF2B5EF4-FFF2-40B4-BE49-F238E27FC236}">
                <a16:creationId xmlns:a16="http://schemas.microsoft.com/office/drawing/2014/main" id="{F05CCA84-0A60-A1F3-7EAD-F0D236922F27}"/>
              </a:ext>
            </a:extLst>
          </p:cNvPr>
          <p:cNvSpPr>
            <a:spLocks noGrp="1"/>
          </p:cNvSpPr>
          <p:nvPr>
            <p:ph type="title" hasCustomPrompt="1"/>
          </p:nvPr>
        </p:nvSpPr>
        <p:spPr>
          <a:xfrm>
            <a:off x="407459" y="919056"/>
            <a:ext cx="7512000" cy="369332"/>
          </a:xfrm>
          <a:prstGeom prst="rect">
            <a:avLst/>
          </a:prstGeom>
        </p:spPr>
        <p:txBody>
          <a:bodyPr wrap="square" lIns="0" tIns="0" rIns="0" bIns="0" anchor="t">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Tree>
    <p:extLst>
      <p:ext uri="{BB962C8B-B14F-4D97-AF65-F5344CB8AC3E}">
        <p14:creationId xmlns:p14="http://schemas.microsoft.com/office/powerpoint/2010/main" val="2999161221"/>
      </p:ext>
    </p:extLst>
  </p:cSld>
  <p:clrMapOvr>
    <a:masterClrMapping/>
  </p:clrMapOvr>
  <p:hf hdr="0" ftr="0" dt="0"/>
  <p:extLst>
    <p:ext uri="{DCECCB84-F9BA-43D5-87BE-67443E8EF086}">
      <p15:sldGuideLst xmlns:p15="http://schemas.microsoft.com/office/powerpoint/2012/main">
        <p15:guide id="1" orient="horz" pos="255">
          <p15:clr>
            <a:srgbClr val="A4A3A4"/>
          </p15:clr>
        </p15:guide>
        <p15:guide id="2" pos="4505">
          <p15:clr>
            <a:srgbClr val="C35EA4"/>
          </p15:clr>
        </p15:guide>
        <p15:guide id="3" pos="3901">
          <p15:clr>
            <a:srgbClr val="C35EA4"/>
          </p15:clr>
        </p15:guide>
        <p15:guide id="4" pos="3779">
          <p15:clr>
            <a:srgbClr val="C35EA4"/>
          </p15:clr>
        </p15:guide>
        <p15:guide id="5" pos="4384">
          <p15:clr>
            <a:srgbClr val="C35EA4"/>
          </p15:clr>
        </p15:guide>
        <p15:guide id="6" pos="3296">
          <p15:clr>
            <a:srgbClr val="C35EA4"/>
          </p15:clr>
        </p15:guide>
        <p15:guide id="7" pos="3175">
          <p15:clr>
            <a:srgbClr val="C35EA4"/>
          </p15:clr>
        </p15:guide>
        <p15:guide id="8" pos="2691">
          <p15:clr>
            <a:srgbClr val="C35EA4"/>
          </p15:clr>
        </p15:guide>
        <p15:guide id="9" pos="4989">
          <p15:clr>
            <a:srgbClr val="C35EA4"/>
          </p15:clr>
        </p15:guide>
        <p15:guide id="11" pos="5110">
          <p15:clr>
            <a:srgbClr val="C35EA4"/>
          </p15:clr>
        </p15:guide>
        <p15:guide id="12" pos="5594">
          <p15:clr>
            <a:srgbClr val="C35EA4"/>
          </p15:clr>
        </p15:guide>
        <p15:guide id="13" pos="2086">
          <p15:clr>
            <a:srgbClr val="C35EA4"/>
          </p15:clr>
        </p15:guide>
        <p15:guide id="14" pos="1965">
          <p15:clr>
            <a:srgbClr val="C35EA4"/>
          </p15:clr>
        </p15:guide>
        <p15:guide id="15" pos="5715">
          <p15:clr>
            <a:srgbClr val="C35EA4"/>
          </p15:clr>
        </p15:guide>
        <p15:guide id="16" pos="6199">
          <p15:clr>
            <a:srgbClr val="C35EA4"/>
          </p15:clr>
        </p15:guide>
        <p15:guide id="18" pos="1361">
          <p15:clr>
            <a:srgbClr val="C35EA4"/>
          </p15:clr>
        </p15:guide>
        <p15:guide id="19" pos="6319">
          <p15:clr>
            <a:srgbClr val="C35EA4"/>
          </p15:clr>
        </p15:guide>
        <p15:guide id="21" pos="877">
          <p15:clr>
            <a:srgbClr val="C35EA4"/>
          </p15:clr>
        </p15:guide>
        <p15:guide id="22" pos="755">
          <p15:clr>
            <a:srgbClr val="C35EA4"/>
          </p15:clr>
        </p15:guide>
        <p15:guide id="23" pos="6925">
          <p15:clr>
            <a:srgbClr val="C35EA4"/>
          </p15:clr>
        </p15:guide>
        <p15:guide id="25" pos="257">
          <p15:clr>
            <a:srgbClr val="A4A3A4"/>
          </p15:clr>
        </p15:guide>
        <p15:guide id="26" orient="horz" pos="4065">
          <p15:clr>
            <a:srgbClr val="A4A3A4"/>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ard / 3 Column / Light">
    <p:bg>
      <p:bgRef idx="1001">
        <a:schemeClr val="bg1"/>
      </p:bgRef>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p:nvPicPr>
        <p:blipFill>
          <a:blip r:embed="rId4"/>
          <a:srcRect/>
          <a:stretch/>
        </p:blipFill>
        <p:spPr>
          <a:xfrm>
            <a:off x="406400" y="526699"/>
            <a:ext cx="0" cy="2400"/>
          </a:xfrm>
          <a:prstGeom prst="rect">
            <a:avLst/>
          </a:prstGeom>
          <a:noFill/>
        </p:spPr>
      </p:pic>
      <p:sp>
        <p:nvSpPr>
          <p:cNvPr id="12" name="Text Placeholder 2">
            <a:extLst>
              <a:ext uri="{FF2B5EF4-FFF2-40B4-BE49-F238E27FC236}">
                <a16:creationId xmlns:a16="http://schemas.microsoft.com/office/drawing/2014/main" id="{9B33D7DC-83DF-D47B-8807-2637F1FEB2E0}"/>
              </a:ext>
            </a:extLst>
          </p:cNvPr>
          <p:cNvSpPr>
            <a:spLocks noGrp="1"/>
          </p:cNvSpPr>
          <p:nvPr>
            <p:ph type="body" sz="quarter" idx="141"/>
          </p:nvPr>
        </p:nvSpPr>
        <p:spPr>
          <a:xfrm>
            <a:off x="406402" y="4790652"/>
            <a:ext cx="3673473" cy="184666"/>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US"/>
              <a:t>Click to edit Master text styles</a:t>
            </a:r>
          </a:p>
        </p:txBody>
      </p:sp>
      <p:sp>
        <p:nvSpPr>
          <p:cNvPr id="21" name="Text Placeholder 2">
            <a:extLst>
              <a:ext uri="{FF2B5EF4-FFF2-40B4-BE49-F238E27FC236}">
                <a16:creationId xmlns:a16="http://schemas.microsoft.com/office/drawing/2014/main" id="{D558A9A9-81B0-22B1-4701-0722A2FCF145}"/>
              </a:ext>
            </a:extLst>
          </p:cNvPr>
          <p:cNvSpPr>
            <a:spLocks noGrp="1"/>
          </p:cNvSpPr>
          <p:nvPr>
            <p:ph type="body" sz="quarter" idx="147"/>
          </p:nvPr>
        </p:nvSpPr>
        <p:spPr>
          <a:xfrm>
            <a:off x="4271434" y="4790652"/>
            <a:ext cx="3649133" cy="184666"/>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US"/>
              <a:t>Click to edit Master text styles</a:t>
            </a:r>
          </a:p>
        </p:txBody>
      </p:sp>
      <p:sp>
        <p:nvSpPr>
          <p:cNvPr id="25" name="Text Placeholder 2">
            <a:extLst>
              <a:ext uri="{FF2B5EF4-FFF2-40B4-BE49-F238E27FC236}">
                <a16:creationId xmlns:a16="http://schemas.microsoft.com/office/drawing/2014/main" id="{527B427F-381B-4CFF-0A75-AC981B518181}"/>
              </a:ext>
            </a:extLst>
          </p:cNvPr>
          <p:cNvSpPr>
            <a:spLocks noGrp="1"/>
          </p:cNvSpPr>
          <p:nvPr>
            <p:ph type="body" sz="quarter" idx="151"/>
          </p:nvPr>
        </p:nvSpPr>
        <p:spPr>
          <a:xfrm>
            <a:off x="8128002" y="4790652"/>
            <a:ext cx="3656541" cy="184666"/>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US"/>
              <a:t>Click to edit Master text styles</a:t>
            </a:r>
          </a:p>
        </p:txBody>
      </p:sp>
      <p:sp>
        <p:nvSpPr>
          <p:cNvPr id="10" name="Picture Placeholder 8">
            <a:extLst>
              <a:ext uri="{FF2B5EF4-FFF2-40B4-BE49-F238E27FC236}">
                <a16:creationId xmlns:a16="http://schemas.microsoft.com/office/drawing/2014/main" id="{7B54AEEE-5A19-B4E0-C9DB-03C133C37664}"/>
              </a:ext>
            </a:extLst>
          </p:cNvPr>
          <p:cNvSpPr>
            <a:spLocks noGrp="1"/>
          </p:cNvSpPr>
          <p:nvPr>
            <p:ph type="pic" sz="quarter" idx="164"/>
          </p:nvPr>
        </p:nvSpPr>
        <p:spPr>
          <a:xfrm>
            <a:off x="406401" y="1871651"/>
            <a:ext cx="3673475" cy="2712509"/>
          </a:xfrm>
          <a:prstGeom prst="roundRect">
            <a:avLst>
              <a:gd name="adj" fmla="val 1472"/>
            </a:avLst>
          </a:prstGeom>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13" name="Picture Placeholder 8">
            <a:extLst>
              <a:ext uri="{FF2B5EF4-FFF2-40B4-BE49-F238E27FC236}">
                <a16:creationId xmlns:a16="http://schemas.microsoft.com/office/drawing/2014/main" id="{22B6F796-5A7B-6318-918D-EA680E7085D6}"/>
              </a:ext>
            </a:extLst>
          </p:cNvPr>
          <p:cNvSpPr>
            <a:spLocks noGrp="1"/>
          </p:cNvSpPr>
          <p:nvPr>
            <p:ph type="pic" sz="quarter" idx="166"/>
          </p:nvPr>
        </p:nvSpPr>
        <p:spPr>
          <a:xfrm>
            <a:off x="4271434" y="1871651"/>
            <a:ext cx="3649133" cy="2712509"/>
          </a:xfrm>
          <a:prstGeom prst="roundRect">
            <a:avLst>
              <a:gd name="adj" fmla="val 1472"/>
            </a:avLst>
          </a:prstGeom>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18" name="Picture Placeholder 8">
            <a:extLst>
              <a:ext uri="{FF2B5EF4-FFF2-40B4-BE49-F238E27FC236}">
                <a16:creationId xmlns:a16="http://schemas.microsoft.com/office/drawing/2014/main" id="{5251DF77-DDB5-D0B2-2309-315B2D1B07A4}"/>
              </a:ext>
            </a:extLst>
          </p:cNvPr>
          <p:cNvSpPr>
            <a:spLocks noGrp="1"/>
          </p:cNvSpPr>
          <p:nvPr>
            <p:ph type="pic" sz="quarter" idx="167"/>
          </p:nvPr>
        </p:nvSpPr>
        <p:spPr>
          <a:xfrm>
            <a:off x="8112127" y="1871651"/>
            <a:ext cx="3680883" cy="2712509"/>
          </a:xfrm>
          <a:prstGeom prst="roundRect">
            <a:avLst>
              <a:gd name="adj" fmla="val 1472"/>
            </a:avLst>
          </a:prstGeom>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cxnSp>
        <p:nvCxnSpPr>
          <p:cNvPr id="19" name="Straight Connector 18">
            <a:extLst>
              <a:ext uri="{FF2B5EF4-FFF2-40B4-BE49-F238E27FC236}">
                <a16:creationId xmlns:a16="http://schemas.microsoft.com/office/drawing/2014/main" id="{191C106C-83E4-8E01-E4CE-576AF78E051A}"/>
              </a:ext>
            </a:extLst>
          </p:cNvPr>
          <p:cNvCxnSpPr>
            <a:cxnSpLocks/>
          </p:cNvCxnSpPr>
          <p:nvPr/>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Slide Number Placeholder 4">
            <a:extLst>
              <a:ext uri="{FF2B5EF4-FFF2-40B4-BE49-F238E27FC236}">
                <a16:creationId xmlns:a16="http://schemas.microsoft.com/office/drawing/2014/main" id="{737CCAC0-AEB9-6C09-3E76-66BBC47CA012}"/>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B55D9570-D3FC-6D43-AC32-D988B1849109}" type="slidenum">
              <a:rPr lang="en-PL" smtClean="0"/>
              <a:pPr/>
              <a:t>‹#›</a:t>
            </a:fld>
            <a:endParaRPr lang="en-PL"/>
          </a:p>
        </p:txBody>
      </p:sp>
      <p:sp>
        <p:nvSpPr>
          <p:cNvPr id="11" name="Symbol zastępczy stopki 1">
            <a:extLst>
              <a:ext uri="{FF2B5EF4-FFF2-40B4-BE49-F238E27FC236}">
                <a16:creationId xmlns:a16="http://schemas.microsoft.com/office/drawing/2014/main" id="{97C7E99E-C4D0-42B4-AC5C-4E3B0EBA5095}"/>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14" name="Text 0">
            <a:extLst>
              <a:ext uri="{FF2B5EF4-FFF2-40B4-BE49-F238E27FC236}">
                <a16:creationId xmlns:a16="http://schemas.microsoft.com/office/drawing/2014/main" id="{49078B91-61BC-0F6D-956E-8B33DB749669}"/>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4" name="Title 9">
            <a:extLst>
              <a:ext uri="{FF2B5EF4-FFF2-40B4-BE49-F238E27FC236}">
                <a16:creationId xmlns:a16="http://schemas.microsoft.com/office/drawing/2014/main" id="{3FC8E598-03CA-2B44-E5B4-5F2FF7572094}"/>
              </a:ext>
            </a:extLst>
          </p:cNvPr>
          <p:cNvSpPr>
            <a:spLocks noGrp="1"/>
          </p:cNvSpPr>
          <p:nvPr>
            <p:ph type="title" hasCustomPrompt="1"/>
          </p:nvPr>
        </p:nvSpPr>
        <p:spPr>
          <a:xfrm>
            <a:off x="407459" y="919056"/>
            <a:ext cx="7512000" cy="369332"/>
          </a:xfrm>
          <a:prstGeom prst="rect">
            <a:avLst/>
          </a:prstGeom>
        </p:spPr>
        <p:txBody>
          <a:bodyPr wrap="square" lIns="0" tIns="0" rIns="0" bIns="0" anchor="t">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Tree>
    <p:extLst>
      <p:ext uri="{BB962C8B-B14F-4D97-AF65-F5344CB8AC3E}">
        <p14:creationId xmlns:p14="http://schemas.microsoft.com/office/powerpoint/2010/main" val="166925696"/>
      </p:ext>
    </p:extLst>
  </p:cSld>
  <p:clrMapOvr>
    <a:masterClrMapping/>
  </p:clrMapOvr>
  <p:hf hdr="0" ftr="0" dt="0"/>
  <p:extLst>
    <p:ext uri="{DCECCB84-F9BA-43D5-87BE-67443E8EF086}">
      <p15:sldGuideLst xmlns:p15="http://schemas.microsoft.com/office/powerpoint/2012/main">
        <p15:guide id="1" orient="horz" pos="255">
          <p15:clr>
            <a:srgbClr val="A4A3A4"/>
          </p15:clr>
        </p15:guide>
        <p15:guide id="2" pos="4505">
          <p15:clr>
            <a:srgbClr val="C35EA4"/>
          </p15:clr>
        </p15:guide>
        <p15:guide id="4" pos="3779">
          <p15:clr>
            <a:srgbClr val="C35EA4"/>
          </p15:clr>
        </p15:guide>
        <p15:guide id="6" pos="3296">
          <p15:clr>
            <a:srgbClr val="C35EA4"/>
          </p15:clr>
        </p15:guide>
        <p15:guide id="7" pos="3175">
          <p15:clr>
            <a:srgbClr val="C35EA4"/>
          </p15:clr>
        </p15:guide>
        <p15:guide id="8" pos="2691">
          <p15:clr>
            <a:srgbClr val="C35EA4"/>
          </p15:clr>
        </p15:guide>
        <p15:guide id="9" pos="4989">
          <p15:clr>
            <a:srgbClr val="C35EA4"/>
          </p15:clr>
        </p15:guide>
        <p15:guide id="10" pos="2570">
          <p15:clr>
            <a:srgbClr val="C35EA4"/>
          </p15:clr>
        </p15:guide>
        <p15:guide id="11" pos="5110">
          <p15:clr>
            <a:srgbClr val="C35EA4"/>
          </p15:clr>
        </p15:guide>
        <p15:guide id="12" pos="5594">
          <p15:clr>
            <a:srgbClr val="C35EA4"/>
          </p15:clr>
        </p15:guide>
        <p15:guide id="13" pos="2086">
          <p15:clr>
            <a:srgbClr val="C35EA4"/>
          </p15:clr>
        </p15:guide>
        <p15:guide id="14" pos="1965">
          <p15:clr>
            <a:srgbClr val="C35EA4"/>
          </p15:clr>
        </p15:guide>
        <p15:guide id="15" pos="5715">
          <p15:clr>
            <a:srgbClr val="C35EA4"/>
          </p15:clr>
        </p15:guide>
        <p15:guide id="16" pos="6199">
          <p15:clr>
            <a:srgbClr val="C35EA4"/>
          </p15:clr>
        </p15:guide>
        <p15:guide id="17" pos="1481">
          <p15:clr>
            <a:srgbClr val="C35EA4"/>
          </p15:clr>
        </p15:guide>
        <p15:guide id="18" pos="1361">
          <p15:clr>
            <a:srgbClr val="C35EA4"/>
          </p15:clr>
        </p15:guide>
        <p15:guide id="19" pos="6319">
          <p15:clr>
            <a:srgbClr val="C35EA4"/>
          </p15:clr>
        </p15:guide>
        <p15:guide id="20" pos="6803">
          <p15:clr>
            <a:srgbClr val="C35EA4"/>
          </p15:clr>
        </p15:guide>
        <p15:guide id="21" pos="877">
          <p15:clr>
            <a:srgbClr val="C35EA4"/>
          </p15:clr>
        </p15:guide>
        <p15:guide id="22" pos="755">
          <p15:clr>
            <a:srgbClr val="C35EA4"/>
          </p15:clr>
        </p15:guide>
        <p15:guide id="23" pos="6925">
          <p15:clr>
            <a:srgbClr val="C35EA4"/>
          </p15:clr>
        </p15:guide>
        <p15:guide id="24" pos="7423">
          <p15:clr>
            <a:srgbClr val="A4A3A4"/>
          </p15:clr>
        </p15:guide>
        <p15:guide id="25" pos="257">
          <p15:clr>
            <a:srgbClr val="A4A3A4"/>
          </p15:clr>
        </p15:guide>
        <p15:guide id="26" orient="horz" pos="4065">
          <p15:clr>
            <a:srgbClr val="A4A3A4"/>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ard / 4 Column / Light">
    <p:bg>
      <p:bgRef idx="1001">
        <a:schemeClr val="bg1"/>
      </p:bgRef>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p:nvPicPr>
        <p:blipFill>
          <a:blip r:embed="rId4"/>
          <a:srcRect/>
          <a:stretch/>
        </p:blipFill>
        <p:spPr>
          <a:xfrm>
            <a:off x="406400" y="526699"/>
            <a:ext cx="0" cy="2400"/>
          </a:xfrm>
          <a:prstGeom prst="rect">
            <a:avLst/>
          </a:prstGeom>
          <a:noFill/>
        </p:spPr>
      </p:pic>
      <p:sp>
        <p:nvSpPr>
          <p:cNvPr id="12" name="Text Placeholder 2">
            <a:extLst>
              <a:ext uri="{FF2B5EF4-FFF2-40B4-BE49-F238E27FC236}">
                <a16:creationId xmlns:a16="http://schemas.microsoft.com/office/drawing/2014/main" id="{9B33D7DC-83DF-D47B-8807-2637F1FEB2E0}"/>
              </a:ext>
            </a:extLst>
          </p:cNvPr>
          <p:cNvSpPr>
            <a:spLocks noGrp="1"/>
          </p:cNvSpPr>
          <p:nvPr>
            <p:ph type="body" sz="quarter" idx="141" hasCustomPrompt="1"/>
          </p:nvPr>
        </p:nvSpPr>
        <p:spPr>
          <a:xfrm>
            <a:off x="406402" y="4550018"/>
            <a:ext cx="2713565" cy="1065934"/>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lnSpc>
                <a:spcPct val="100000"/>
              </a:lnSpc>
              <a:buFontTx/>
              <a:buNone/>
              <a:defRPr sz="1200">
                <a:solidFill>
                  <a:schemeClr val="tx1"/>
                </a:solidFill>
              </a:defRPr>
            </a:lvl2pPr>
            <a:lvl3pPr marL="609660" indent="0">
              <a:lnSpc>
                <a:spcPct val="100000"/>
              </a:lnSpc>
              <a:buFontTx/>
              <a:buNone/>
              <a:defRPr sz="1200">
                <a:solidFill>
                  <a:schemeClr val="tx1"/>
                </a:solidFill>
              </a:defRPr>
            </a:lvl3pPr>
            <a:lvl4pPr marL="914492" indent="0">
              <a:lnSpc>
                <a:spcPct val="100000"/>
              </a:lnSpc>
              <a:buFontTx/>
              <a:buNone/>
              <a:defRPr sz="1200">
                <a:solidFill>
                  <a:schemeClr val="tx1"/>
                </a:solidFill>
              </a:defRPr>
            </a:lvl4pPr>
            <a:lvl5pPr marL="1219322" indent="0">
              <a:lnSpc>
                <a:spcPct val="100000"/>
              </a:lnSpc>
              <a:buFontTx/>
              <a:buNone/>
              <a:defRPr sz="1200">
                <a:solidFill>
                  <a:schemeClr val="tx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D558A9A9-81B0-22B1-4701-0722A2FCF145}"/>
              </a:ext>
            </a:extLst>
          </p:cNvPr>
          <p:cNvSpPr>
            <a:spLocks noGrp="1"/>
          </p:cNvSpPr>
          <p:nvPr>
            <p:ph type="body" sz="quarter" idx="147" hasCustomPrompt="1"/>
          </p:nvPr>
        </p:nvSpPr>
        <p:spPr>
          <a:xfrm>
            <a:off x="3327402" y="4550020"/>
            <a:ext cx="2672291" cy="1077219"/>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lnSpc>
                <a:spcPct val="100000"/>
              </a:lnSpc>
              <a:buFontTx/>
              <a:buNone/>
              <a:defRPr sz="1200">
                <a:solidFill>
                  <a:schemeClr val="tx1"/>
                </a:solidFill>
              </a:defRPr>
            </a:lvl2pPr>
            <a:lvl3pPr marL="609660" indent="0">
              <a:lnSpc>
                <a:spcPct val="100000"/>
              </a:lnSpc>
              <a:buFontTx/>
              <a:buNone/>
              <a:defRPr sz="1200">
                <a:solidFill>
                  <a:schemeClr val="tx1"/>
                </a:solidFill>
              </a:defRPr>
            </a:lvl3pPr>
            <a:lvl4pPr marL="914492" indent="0">
              <a:lnSpc>
                <a:spcPct val="100000"/>
              </a:lnSpc>
              <a:buFontTx/>
              <a:buNone/>
              <a:defRPr sz="1200">
                <a:solidFill>
                  <a:schemeClr val="tx1"/>
                </a:solidFill>
              </a:defRPr>
            </a:lvl4pPr>
            <a:lvl5pPr marL="1219322" indent="0">
              <a:lnSpc>
                <a:spcPct val="100000"/>
              </a:lnSpc>
              <a:buFontTx/>
              <a:buNone/>
              <a:defRPr sz="1200">
                <a:solidFill>
                  <a:schemeClr val="tx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2">
            <a:extLst>
              <a:ext uri="{FF2B5EF4-FFF2-40B4-BE49-F238E27FC236}">
                <a16:creationId xmlns:a16="http://schemas.microsoft.com/office/drawing/2014/main" id="{C8CBBA99-920D-2DF1-F37F-DA3D25C4218C}"/>
              </a:ext>
            </a:extLst>
          </p:cNvPr>
          <p:cNvSpPr>
            <a:spLocks noGrp="1"/>
          </p:cNvSpPr>
          <p:nvPr>
            <p:ph type="body" sz="quarter" idx="149" hasCustomPrompt="1"/>
          </p:nvPr>
        </p:nvSpPr>
        <p:spPr>
          <a:xfrm>
            <a:off x="6210302" y="4550018"/>
            <a:ext cx="2672291" cy="1065934"/>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lnSpc>
                <a:spcPct val="100000"/>
              </a:lnSpc>
              <a:buFontTx/>
              <a:buNone/>
              <a:defRPr sz="1200">
                <a:solidFill>
                  <a:schemeClr val="tx1"/>
                </a:solidFill>
              </a:defRPr>
            </a:lvl2pPr>
            <a:lvl3pPr marL="609660" indent="0">
              <a:lnSpc>
                <a:spcPct val="100000"/>
              </a:lnSpc>
              <a:buFontTx/>
              <a:buNone/>
              <a:defRPr sz="1200">
                <a:solidFill>
                  <a:schemeClr val="tx1"/>
                </a:solidFill>
              </a:defRPr>
            </a:lvl3pPr>
            <a:lvl4pPr marL="914492" indent="0">
              <a:lnSpc>
                <a:spcPct val="100000"/>
              </a:lnSpc>
              <a:buFontTx/>
              <a:buNone/>
              <a:defRPr sz="1200">
                <a:solidFill>
                  <a:schemeClr val="tx1"/>
                </a:solidFill>
              </a:defRPr>
            </a:lvl4pPr>
            <a:lvl5pPr marL="1219322" indent="0">
              <a:lnSpc>
                <a:spcPct val="100000"/>
              </a:lnSpc>
              <a:buFontTx/>
              <a:buNone/>
              <a:defRPr sz="1200">
                <a:solidFill>
                  <a:schemeClr val="tx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2">
            <a:extLst>
              <a:ext uri="{FF2B5EF4-FFF2-40B4-BE49-F238E27FC236}">
                <a16:creationId xmlns:a16="http://schemas.microsoft.com/office/drawing/2014/main" id="{527B427F-381B-4CFF-0A75-AC981B518181}"/>
              </a:ext>
            </a:extLst>
          </p:cNvPr>
          <p:cNvSpPr>
            <a:spLocks noGrp="1"/>
          </p:cNvSpPr>
          <p:nvPr>
            <p:ph type="body" sz="quarter" idx="151" hasCustomPrompt="1"/>
          </p:nvPr>
        </p:nvSpPr>
        <p:spPr>
          <a:xfrm>
            <a:off x="9080501" y="4550020"/>
            <a:ext cx="2711449" cy="1077219"/>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lnSpc>
                <a:spcPct val="100000"/>
              </a:lnSpc>
              <a:buFontTx/>
              <a:buNone/>
              <a:defRPr sz="1200">
                <a:solidFill>
                  <a:schemeClr val="tx1"/>
                </a:solidFill>
              </a:defRPr>
            </a:lvl2pPr>
            <a:lvl3pPr marL="609660" indent="0">
              <a:lnSpc>
                <a:spcPct val="100000"/>
              </a:lnSpc>
              <a:buFontTx/>
              <a:buNone/>
              <a:defRPr sz="1200">
                <a:solidFill>
                  <a:schemeClr val="tx1"/>
                </a:solidFill>
              </a:defRPr>
            </a:lvl3pPr>
            <a:lvl4pPr marL="914492" indent="0">
              <a:lnSpc>
                <a:spcPct val="100000"/>
              </a:lnSpc>
              <a:buFontTx/>
              <a:buNone/>
              <a:defRPr sz="1200">
                <a:solidFill>
                  <a:schemeClr val="tx1"/>
                </a:solidFill>
              </a:defRPr>
            </a:lvl4pPr>
            <a:lvl5pPr marL="1219322" indent="0">
              <a:lnSpc>
                <a:spcPct val="100000"/>
              </a:lnSpc>
              <a:buFontTx/>
              <a:buNone/>
              <a:defRPr sz="1200">
                <a:solidFill>
                  <a:schemeClr val="tx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7B54AEEE-5A19-B4E0-C9DB-03C133C37664}"/>
              </a:ext>
            </a:extLst>
          </p:cNvPr>
          <p:cNvSpPr>
            <a:spLocks noGrp="1"/>
          </p:cNvSpPr>
          <p:nvPr>
            <p:ph type="pic" sz="quarter" idx="164"/>
          </p:nvPr>
        </p:nvSpPr>
        <p:spPr>
          <a:xfrm>
            <a:off x="406400" y="1631017"/>
            <a:ext cx="2712508" cy="2712509"/>
          </a:xfrm>
          <a:prstGeom prst="roundRect">
            <a:avLst>
              <a:gd name="adj" fmla="val 1472"/>
            </a:avLst>
          </a:prstGeom>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11" name="Picture Placeholder 8">
            <a:extLst>
              <a:ext uri="{FF2B5EF4-FFF2-40B4-BE49-F238E27FC236}">
                <a16:creationId xmlns:a16="http://schemas.microsoft.com/office/drawing/2014/main" id="{ED4E187C-5B52-F8FA-9335-79093E4E7234}"/>
              </a:ext>
            </a:extLst>
          </p:cNvPr>
          <p:cNvSpPr>
            <a:spLocks noGrp="1"/>
          </p:cNvSpPr>
          <p:nvPr>
            <p:ph type="pic" sz="quarter" idx="165"/>
          </p:nvPr>
        </p:nvSpPr>
        <p:spPr>
          <a:xfrm>
            <a:off x="3311526" y="1631017"/>
            <a:ext cx="2688167" cy="2712509"/>
          </a:xfrm>
          <a:prstGeom prst="roundRect">
            <a:avLst>
              <a:gd name="adj" fmla="val 1472"/>
            </a:avLst>
          </a:prstGeom>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13" name="Picture Placeholder 8">
            <a:extLst>
              <a:ext uri="{FF2B5EF4-FFF2-40B4-BE49-F238E27FC236}">
                <a16:creationId xmlns:a16="http://schemas.microsoft.com/office/drawing/2014/main" id="{22B6F796-5A7B-6318-918D-EA680E7085D6}"/>
              </a:ext>
            </a:extLst>
          </p:cNvPr>
          <p:cNvSpPr>
            <a:spLocks noGrp="1"/>
          </p:cNvSpPr>
          <p:nvPr>
            <p:ph type="pic" sz="quarter" idx="166"/>
          </p:nvPr>
        </p:nvSpPr>
        <p:spPr>
          <a:xfrm>
            <a:off x="6210302" y="1631017"/>
            <a:ext cx="2672291" cy="2712509"/>
          </a:xfrm>
          <a:prstGeom prst="roundRect">
            <a:avLst>
              <a:gd name="adj" fmla="val 1472"/>
            </a:avLst>
          </a:prstGeom>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sp>
        <p:nvSpPr>
          <p:cNvPr id="18" name="Picture Placeholder 8">
            <a:extLst>
              <a:ext uri="{FF2B5EF4-FFF2-40B4-BE49-F238E27FC236}">
                <a16:creationId xmlns:a16="http://schemas.microsoft.com/office/drawing/2014/main" id="{5251DF77-DDB5-D0B2-2309-315B2D1B07A4}"/>
              </a:ext>
            </a:extLst>
          </p:cNvPr>
          <p:cNvSpPr>
            <a:spLocks noGrp="1"/>
          </p:cNvSpPr>
          <p:nvPr>
            <p:ph type="pic" sz="quarter" idx="167"/>
          </p:nvPr>
        </p:nvSpPr>
        <p:spPr>
          <a:xfrm>
            <a:off x="9080501" y="1631017"/>
            <a:ext cx="2712508" cy="2712509"/>
          </a:xfrm>
          <a:prstGeom prst="roundRect">
            <a:avLst>
              <a:gd name="adj" fmla="val 1472"/>
            </a:avLst>
          </a:prstGeom>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cxnSp>
        <p:nvCxnSpPr>
          <p:cNvPr id="19" name="Straight Connector 18">
            <a:extLst>
              <a:ext uri="{FF2B5EF4-FFF2-40B4-BE49-F238E27FC236}">
                <a16:creationId xmlns:a16="http://schemas.microsoft.com/office/drawing/2014/main" id="{191C106C-83E4-8E01-E4CE-576AF78E051A}"/>
              </a:ext>
            </a:extLst>
          </p:cNvPr>
          <p:cNvCxnSpPr>
            <a:cxnSpLocks/>
          </p:cNvCxnSpPr>
          <p:nvPr/>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Slide Number Placeholder 4">
            <a:extLst>
              <a:ext uri="{FF2B5EF4-FFF2-40B4-BE49-F238E27FC236}">
                <a16:creationId xmlns:a16="http://schemas.microsoft.com/office/drawing/2014/main" id="{CBAF9F65-44AD-34A2-9315-9115F4C856CC}"/>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B55D9570-D3FC-6D43-AC32-D988B1849109}" type="slidenum">
              <a:rPr lang="en-PL" smtClean="0"/>
              <a:pPr/>
              <a:t>‹#›</a:t>
            </a:fld>
            <a:endParaRPr lang="en-PL"/>
          </a:p>
        </p:txBody>
      </p:sp>
      <p:sp>
        <p:nvSpPr>
          <p:cNvPr id="14" name="Symbol zastępczy stopki 1">
            <a:extLst>
              <a:ext uri="{FF2B5EF4-FFF2-40B4-BE49-F238E27FC236}">
                <a16:creationId xmlns:a16="http://schemas.microsoft.com/office/drawing/2014/main" id="{2F0547A1-3B70-B7FA-20A4-5CC65C6BA782}"/>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15" name="Text 0">
            <a:extLst>
              <a:ext uri="{FF2B5EF4-FFF2-40B4-BE49-F238E27FC236}">
                <a16:creationId xmlns:a16="http://schemas.microsoft.com/office/drawing/2014/main" id="{E3B20858-6020-0476-3412-24FC75DC91F7}"/>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4" name="Title 9">
            <a:extLst>
              <a:ext uri="{FF2B5EF4-FFF2-40B4-BE49-F238E27FC236}">
                <a16:creationId xmlns:a16="http://schemas.microsoft.com/office/drawing/2014/main" id="{1D98A1A0-4DED-CE48-915E-455402B0D9AA}"/>
              </a:ext>
            </a:extLst>
          </p:cNvPr>
          <p:cNvSpPr>
            <a:spLocks noGrp="1"/>
          </p:cNvSpPr>
          <p:nvPr>
            <p:ph type="title" hasCustomPrompt="1"/>
          </p:nvPr>
        </p:nvSpPr>
        <p:spPr>
          <a:xfrm>
            <a:off x="407459" y="919056"/>
            <a:ext cx="7512000" cy="369332"/>
          </a:xfrm>
          <a:prstGeom prst="rect">
            <a:avLst/>
          </a:prstGeom>
        </p:spPr>
        <p:txBody>
          <a:bodyPr wrap="square" lIns="0" tIns="0" rIns="0" bIns="0" anchor="t">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Tree>
    <p:extLst>
      <p:ext uri="{BB962C8B-B14F-4D97-AF65-F5344CB8AC3E}">
        <p14:creationId xmlns:p14="http://schemas.microsoft.com/office/powerpoint/2010/main" val="1934302018"/>
      </p:ext>
    </p:extLst>
  </p:cSld>
  <p:clrMapOvr>
    <a:masterClrMapping/>
  </p:clrMapOvr>
  <p:hf hdr="0" ftr="0" dt="0"/>
  <p:extLst>
    <p:ext uri="{DCECCB84-F9BA-43D5-87BE-67443E8EF086}">
      <p15:sldGuideLst xmlns:p15="http://schemas.microsoft.com/office/powerpoint/2012/main">
        <p15:guide id="1" orient="horz" pos="255">
          <p15:clr>
            <a:srgbClr val="A4A3A4"/>
          </p15:clr>
        </p15:guide>
        <p15:guide id="2" pos="4505">
          <p15:clr>
            <a:srgbClr val="C35EA4"/>
          </p15:clr>
        </p15:guide>
        <p15:guide id="3" pos="3901">
          <p15:clr>
            <a:srgbClr val="C35EA4"/>
          </p15:clr>
        </p15:guide>
        <p15:guide id="4" pos="3779">
          <p15:clr>
            <a:srgbClr val="C35EA4"/>
          </p15:clr>
        </p15:guide>
        <p15:guide id="5" pos="4384">
          <p15:clr>
            <a:srgbClr val="C35EA4"/>
          </p15:clr>
        </p15:guide>
        <p15:guide id="6" pos="3296">
          <p15:clr>
            <a:srgbClr val="C35EA4"/>
          </p15:clr>
        </p15:guide>
        <p15:guide id="7" pos="3175">
          <p15:clr>
            <a:srgbClr val="C35EA4"/>
          </p15:clr>
        </p15:guide>
        <p15:guide id="8" pos="2691">
          <p15:clr>
            <a:srgbClr val="C35EA4"/>
          </p15:clr>
        </p15:guide>
        <p15:guide id="9" pos="4989">
          <p15:clr>
            <a:srgbClr val="C35EA4"/>
          </p15:clr>
        </p15:guide>
        <p15:guide id="10" pos="2570">
          <p15:clr>
            <a:srgbClr val="C35EA4"/>
          </p15:clr>
        </p15:guide>
        <p15:guide id="11" pos="5110">
          <p15:clr>
            <a:srgbClr val="C35EA4"/>
          </p15:clr>
        </p15:guide>
        <p15:guide id="12" pos="5594">
          <p15:clr>
            <a:srgbClr val="C35EA4"/>
          </p15:clr>
        </p15:guide>
        <p15:guide id="13" pos="2086">
          <p15:clr>
            <a:srgbClr val="C35EA4"/>
          </p15:clr>
        </p15:guide>
        <p15:guide id="14" pos="1965">
          <p15:clr>
            <a:srgbClr val="C35EA4"/>
          </p15:clr>
        </p15:guide>
        <p15:guide id="15" pos="5715">
          <p15:clr>
            <a:srgbClr val="C35EA4"/>
          </p15:clr>
        </p15:guide>
        <p15:guide id="16" pos="6199">
          <p15:clr>
            <a:srgbClr val="C35EA4"/>
          </p15:clr>
        </p15:guide>
        <p15:guide id="17" pos="1481">
          <p15:clr>
            <a:srgbClr val="C35EA4"/>
          </p15:clr>
        </p15:guide>
        <p15:guide id="18" pos="1361">
          <p15:clr>
            <a:srgbClr val="C35EA4"/>
          </p15:clr>
        </p15:guide>
        <p15:guide id="19" pos="6319">
          <p15:clr>
            <a:srgbClr val="C35EA4"/>
          </p15:clr>
        </p15:guide>
        <p15:guide id="20" pos="6803">
          <p15:clr>
            <a:srgbClr val="C35EA4"/>
          </p15:clr>
        </p15:guide>
        <p15:guide id="21" pos="877">
          <p15:clr>
            <a:srgbClr val="C35EA4"/>
          </p15:clr>
        </p15:guide>
        <p15:guide id="22" pos="755">
          <p15:clr>
            <a:srgbClr val="C35EA4"/>
          </p15:clr>
        </p15:guide>
        <p15:guide id="23" pos="6925">
          <p15:clr>
            <a:srgbClr val="C35EA4"/>
          </p15:clr>
        </p15:guide>
        <p15:guide id="24" pos="7423">
          <p15:clr>
            <a:srgbClr val="A4A3A4"/>
          </p15:clr>
        </p15:guide>
        <p15:guide id="25" pos="257">
          <p15:clr>
            <a:srgbClr val="A4A3A4"/>
          </p15:clr>
        </p15:guide>
        <p15:guide id="26" orient="horz" pos="4065">
          <p15:clr>
            <a:srgbClr val="A4A3A4"/>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ard / 6 Column / Light">
    <p:bg>
      <p:bgRef idx="1001">
        <a:schemeClr val="bg1"/>
      </p:bgRef>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p:nvPicPr>
        <p:blipFill>
          <a:blip r:embed="rId4"/>
          <a:srcRect/>
          <a:stretch/>
        </p:blipFill>
        <p:spPr>
          <a:xfrm>
            <a:off x="406400" y="526699"/>
            <a:ext cx="0" cy="2400"/>
          </a:xfrm>
          <a:prstGeom prst="rect">
            <a:avLst/>
          </a:prstGeom>
          <a:noFill/>
        </p:spPr>
      </p:pic>
      <p:sp>
        <p:nvSpPr>
          <p:cNvPr id="31" name="Text Placeholder 2">
            <a:extLst>
              <a:ext uri="{FF2B5EF4-FFF2-40B4-BE49-F238E27FC236}">
                <a16:creationId xmlns:a16="http://schemas.microsoft.com/office/drawing/2014/main" id="{ABED1AAA-49FA-0912-4A23-FE7B6F3D5054}"/>
              </a:ext>
            </a:extLst>
          </p:cNvPr>
          <p:cNvSpPr>
            <a:spLocks noGrp="1"/>
          </p:cNvSpPr>
          <p:nvPr>
            <p:ph type="body" sz="quarter" idx="141"/>
          </p:nvPr>
        </p:nvSpPr>
        <p:spPr>
          <a:xfrm>
            <a:off x="406403" y="3585754"/>
            <a:ext cx="1753657" cy="369332"/>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US"/>
              <a:t>Click to edit Master text styles</a:t>
            </a:r>
          </a:p>
        </p:txBody>
      </p:sp>
      <p:sp>
        <p:nvSpPr>
          <p:cNvPr id="38" name="Text Placeholder 2">
            <a:extLst>
              <a:ext uri="{FF2B5EF4-FFF2-40B4-BE49-F238E27FC236}">
                <a16:creationId xmlns:a16="http://schemas.microsoft.com/office/drawing/2014/main" id="{6C9B4A54-DCE7-7DA8-2185-680B4F38168C}"/>
              </a:ext>
            </a:extLst>
          </p:cNvPr>
          <p:cNvSpPr>
            <a:spLocks noGrp="1"/>
          </p:cNvSpPr>
          <p:nvPr>
            <p:ph type="body" sz="quarter" idx="148"/>
          </p:nvPr>
        </p:nvSpPr>
        <p:spPr>
          <a:xfrm>
            <a:off x="2351618" y="3585754"/>
            <a:ext cx="1735111" cy="369332"/>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US"/>
              <a:t>Click to edit Master text styles</a:t>
            </a:r>
          </a:p>
        </p:txBody>
      </p:sp>
      <p:sp>
        <p:nvSpPr>
          <p:cNvPr id="39" name="Text Placeholder 2">
            <a:extLst>
              <a:ext uri="{FF2B5EF4-FFF2-40B4-BE49-F238E27FC236}">
                <a16:creationId xmlns:a16="http://schemas.microsoft.com/office/drawing/2014/main" id="{0F5D5D33-654C-8514-0015-93235C26A696}"/>
              </a:ext>
            </a:extLst>
          </p:cNvPr>
          <p:cNvSpPr>
            <a:spLocks noGrp="1"/>
          </p:cNvSpPr>
          <p:nvPr>
            <p:ph type="body" sz="quarter" idx="149"/>
          </p:nvPr>
        </p:nvSpPr>
        <p:spPr>
          <a:xfrm>
            <a:off x="4278285" y="3585754"/>
            <a:ext cx="1723636" cy="369332"/>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US"/>
              <a:t>Click to edit Master text styles</a:t>
            </a:r>
          </a:p>
        </p:txBody>
      </p:sp>
      <p:sp>
        <p:nvSpPr>
          <p:cNvPr id="40" name="Text Placeholder 2">
            <a:extLst>
              <a:ext uri="{FF2B5EF4-FFF2-40B4-BE49-F238E27FC236}">
                <a16:creationId xmlns:a16="http://schemas.microsoft.com/office/drawing/2014/main" id="{A12954A1-8736-EC71-7EBA-AF4FCB54FC42}"/>
              </a:ext>
            </a:extLst>
          </p:cNvPr>
          <p:cNvSpPr>
            <a:spLocks noGrp="1"/>
          </p:cNvSpPr>
          <p:nvPr>
            <p:ph type="body" sz="quarter" idx="150"/>
          </p:nvPr>
        </p:nvSpPr>
        <p:spPr>
          <a:xfrm>
            <a:off x="6182004" y="3585754"/>
            <a:ext cx="1735111" cy="369332"/>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US"/>
              <a:t>Click to edit Master text styles</a:t>
            </a:r>
          </a:p>
        </p:txBody>
      </p:sp>
      <p:sp>
        <p:nvSpPr>
          <p:cNvPr id="41" name="Text Placeholder 2">
            <a:extLst>
              <a:ext uri="{FF2B5EF4-FFF2-40B4-BE49-F238E27FC236}">
                <a16:creationId xmlns:a16="http://schemas.microsoft.com/office/drawing/2014/main" id="{AF27E60A-D1A3-AAA2-BB4D-C8B75EB24D17}"/>
              </a:ext>
            </a:extLst>
          </p:cNvPr>
          <p:cNvSpPr>
            <a:spLocks noGrp="1"/>
          </p:cNvSpPr>
          <p:nvPr>
            <p:ph type="body" sz="quarter" idx="151"/>
          </p:nvPr>
        </p:nvSpPr>
        <p:spPr>
          <a:xfrm>
            <a:off x="8112126" y="3585754"/>
            <a:ext cx="1720182" cy="369332"/>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US"/>
              <a:t>Click to edit Master text styles</a:t>
            </a:r>
          </a:p>
        </p:txBody>
      </p:sp>
      <p:sp>
        <p:nvSpPr>
          <p:cNvPr id="42" name="Text Placeholder 2">
            <a:extLst>
              <a:ext uri="{FF2B5EF4-FFF2-40B4-BE49-F238E27FC236}">
                <a16:creationId xmlns:a16="http://schemas.microsoft.com/office/drawing/2014/main" id="{136C1E47-4125-C7C9-5BD7-69CE1F2E8986}"/>
              </a:ext>
            </a:extLst>
          </p:cNvPr>
          <p:cNvSpPr>
            <a:spLocks noGrp="1"/>
          </p:cNvSpPr>
          <p:nvPr>
            <p:ph type="body" sz="quarter" idx="152"/>
          </p:nvPr>
        </p:nvSpPr>
        <p:spPr>
          <a:xfrm>
            <a:off x="10031944" y="3585754"/>
            <a:ext cx="1760007" cy="369332"/>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US"/>
              <a:t>Click to edit Master text styles</a:t>
            </a:r>
          </a:p>
        </p:txBody>
      </p:sp>
      <p:sp>
        <p:nvSpPr>
          <p:cNvPr id="8" name="Picture Placeholder 8">
            <a:extLst>
              <a:ext uri="{FF2B5EF4-FFF2-40B4-BE49-F238E27FC236}">
                <a16:creationId xmlns:a16="http://schemas.microsoft.com/office/drawing/2014/main" id="{38CD677B-12E4-2088-8CDB-0C30D7E25F9E}"/>
              </a:ext>
            </a:extLst>
          </p:cNvPr>
          <p:cNvSpPr>
            <a:spLocks noGrp="1"/>
          </p:cNvSpPr>
          <p:nvPr>
            <p:ph type="pic" sz="quarter" idx="169"/>
          </p:nvPr>
        </p:nvSpPr>
        <p:spPr>
          <a:xfrm>
            <a:off x="406400" y="1637593"/>
            <a:ext cx="1753659" cy="1765135"/>
          </a:xfrm>
          <a:prstGeom prst="roundRect">
            <a:avLst>
              <a:gd name="adj" fmla="val 1472"/>
            </a:avLst>
          </a:prstGeom>
          <a:ln>
            <a:noFill/>
          </a:ln>
        </p:spPr>
        <p:style>
          <a:lnRef idx="2">
            <a:schemeClr val="dk1"/>
          </a:lnRef>
          <a:fillRef idx="1">
            <a:schemeClr val="lt1"/>
          </a:fillRef>
          <a:effectRef idx="0">
            <a:schemeClr val="dk1"/>
          </a:effectRef>
          <a:fontRef idx="minor">
            <a:schemeClr val="dk1"/>
          </a:fontRef>
        </p:style>
        <p:txBody>
          <a:bodyPr/>
          <a:lstStyle>
            <a:lvl1pPr>
              <a:lnSpc>
                <a:spcPct val="100000"/>
              </a:lnSpc>
              <a:defRPr lang="en-US" sz="800"/>
            </a:lvl1pPr>
          </a:lstStyle>
          <a:p>
            <a:pPr marL="0" lvl="0" indent="0">
              <a:buNone/>
            </a:pPr>
            <a:r>
              <a:rPr lang="en-US"/>
              <a:t>Click icon to add picture</a:t>
            </a:r>
          </a:p>
        </p:txBody>
      </p:sp>
      <p:sp>
        <p:nvSpPr>
          <p:cNvPr id="10" name="Picture Placeholder 8">
            <a:extLst>
              <a:ext uri="{FF2B5EF4-FFF2-40B4-BE49-F238E27FC236}">
                <a16:creationId xmlns:a16="http://schemas.microsoft.com/office/drawing/2014/main" id="{4CC981C2-2841-100B-7D66-AC08CD164DB0}"/>
              </a:ext>
            </a:extLst>
          </p:cNvPr>
          <p:cNvSpPr>
            <a:spLocks noGrp="1"/>
          </p:cNvSpPr>
          <p:nvPr>
            <p:ph type="pic" sz="quarter" idx="170"/>
          </p:nvPr>
        </p:nvSpPr>
        <p:spPr>
          <a:xfrm>
            <a:off x="2359694" y="1637593"/>
            <a:ext cx="1727035" cy="1765135"/>
          </a:xfrm>
          <a:prstGeom prst="roundRect">
            <a:avLst>
              <a:gd name="adj" fmla="val 1472"/>
            </a:avLst>
          </a:prstGeom>
          <a:ln>
            <a:noFill/>
          </a:ln>
        </p:spPr>
        <p:style>
          <a:lnRef idx="2">
            <a:schemeClr val="dk1"/>
          </a:lnRef>
          <a:fillRef idx="1">
            <a:schemeClr val="lt1"/>
          </a:fillRef>
          <a:effectRef idx="0">
            <a:schemeClr val="dk1"/>
          </a:effectRef>
          <a:fontRef idx="minor">
            <a:schemeClr val="dk1"/>
          </a:fontRef>
        </p:style>
        <p:txBody>
          <a:bodyPr/>
          <a:lstStyle>
            <a:lvl1pPr>
              <a:lnSpc>
                <a:spcPct val="100000"/>
              </a:lnSpc>
              <a:defRPr lang="en-US" sz="800"/>
            </a:lvl1pPr>
          </a:lstStyle>
          <a:p>
            <a:pPr marL="0" lvl="0" indent="0">
              <a:buNone/>
            </a:pPr>
            <a:r>
              <a:rPr lang="en-US"/>
              <a:t>Click icon to add picture</a:t>
            </a:r>
          </a:p>
        </p:txBody>
      </p:sp>
      <p:sp>
        <p:nvSpPr>
          <p:cNvPr id="12" name="Picture Placeholder 8">
            <a:extLst>
              <a:ext uri="{FF2B5EF4-FFF2-40B4-BE49-F238E27FC236}">
                <a16:creationId xmlns:a16="http://schemas.microsoft.com/office/drawing/2014/main" id="{740D393D-762C-1019-444C-1F7725E38AD6}"/>
              </a:ext>
            </a:extLst>
          </p:cNvPr>
          <p:cNvSpPr>
            <a:spLocks noGrp="1"/>
          </p:cNvSpPr>
          <p:nvPr>
            <p:ph type="pic" sz="quarter" idx="171"/>
          </p:nvPr>
        </p:nvSpPr>
        <p:spPr>
          <a:xfrm>
            <a:off x="4265642" y="1637593"/>
            <a:ext cx="1736279" cy="1765135"/>
          </a:xfrm>
          <a:prstGeom prst="roundRect">
            <a:avLst>
              <a:gd name="adj" fmla="val 1472"/>
            </a:avLst>
          </a:prstGeom>
          <a:ln>
            <a:noFill/>
          </a:ln>
        </p:spPr>
        <p:style>
          <a:lnRef idx="2">
            <a:schemeClr val="dk1"/>
          </a:lnRef>
          <a:fillRef idx="1">
            <a:schemeClr val="lt1"/>
          </a:fillRef>
          <a:effectRef idx="0">
            <a:schemeClr val="dk1"/>
          </a:effectRef>
          <a:fontRef idx="minor">
            <a:schemeClr val="dk1"/>
          </a:fontRef>
        </p:style>
        <p:txBody>
          <a:bodyPr/>
          <a:lstStyle>
            <a:lvl1pPr>
              <a:lnSpc>
                <a:spcPct val="100000"/>
              </a:lnSpc>
              <a:defRPr lang="en-US" sz="800"/>
            </a:lvl1pPr>
          </a:lstStyle>
          <a:p>
            <a:pPr marL="0" lvl="0" indent="0">
              <a:buNone/>
            </a:pPr>
            <a:r>
              <a:rPr lang="en-US"/>
              <a:t>Click icon to add picture</a:t>
            </a:r>
          </a:p>
        </p:txBody>
      </p:sp>
      <p:sp>
        <p:nvSpPr>
          <p:cNvPr id="14" name="Picture Placeholder 8">
            <a:extLst>
              <a:ext uri="{FF2B5EF4-FFF2-40B4-BE49-F238E27FC236}">
                <a16:creationId xmlns:a16="http://schemas.microsoft.com/office/drawing/2014/main" id="{3E61248C-F954-1B97-3325-3F92B8981237}"/>
              </a:ext>
            </a:extLst>
          </p:cNvPr>
          <p:cNvSpPr>
            <a:spLocks noGrp="1"/>
          </p:cNvSpPr>
          <p:nvPr>
            <p:ph type="pic" sz="quarter" idx="172"/>
          </p:nvPr>
        </p:nvSpPr>
        <p:spPr>
          <a:xfrm>
            <a:off x="6192310" y="1637593"/>
            <a:ext cx="1724805" cy="1765135"/>
          </a:xfrm>
          <a:prstGeom prst="roundRect">
            <a:avLst>
              <a:gd name="adj" fmla="val 1472"/>
            </a:avLst>
          </a:prstGeom>
          <a:ln>
            <a:noFill/>
          </a:ln>
        </p:spPr>
        <p:style>
          <a:lnRef idx="2">
            <a:schemeClr val="dk1"/>
          </a:lnRef>
          <a:fillRef idx="1">
            <a:schemeClr val="lt1"/>
          </a:fillRef>
          <a:effectRef idx="0">
            <a:schemeClr val="dk1"/>
          </a:effectRef>
          <a:fontRef idx="minor">
            <a:schemeClr val="dk1"/>
          </a:fontRef>
        </p:style>
        <p:txBody>
          <a:bodyPr/>
          <a:lstStyle>
            <a:lvl1pPr>
              <a:lnSpc>
                <a:spcPct val="100000"/>
              </a:lnSpc>
              <a:defRPr lang="en-US" sz="800"/>
            </a:lvl1pPr>
          </a:lstStyle>
          <a:p>
            <a:pPr marL="0" lvl="0" indent="0">
              <a:buNone/>
            </a:pPr>
            <a:r>
              <a:rPr lang="en-US"/>
              <a:t>Click icon to add picture</a:t>
            </a:r>
          </a:p>
        </p:txBody>
      </p:sp>
      <p:sp>
        <p:nvSpPr>
          <p:cNvPr id="16" name="Picture Placeholder 8">
            <a:extLst>
              <a:ext uri="{FF2B5EF4-FFF2-40B4-BE49-F238E27FC236}">
                <a16:creationId xmlns:a16="http://schemas.microsoft.com/office/drawing/2014/main" id="{6AA46A34-454B-1424-6346-B50ECF254928}"/>
              </a:ext>
            </a:extLst>
          </p:cNvPr>
          <p:cNvSpPr>
            <a:spLocks noGrp="1"/>
          </p:cNvSpPr>
          <p:nvPr>
            <p:ph type="pic" sz="quarter" idx="173"/>
          </p:nvPr>
        </p:nvSpPr>
        <p:spPr>
          <a:xfrm>
            <a:off x="8112126" y="1637593"/>
            <a:ext cx="1720182" cy="1765135"/>
          </a:xfrm>
          <a:prstGeom prst="roundRect">
            <a:avLst>
              <a:gd name="adj" fmla="val 1472"/>
            </a:avLst>
          </a:prstGeom>
          <a:ln>
            <a:noFill/>
          </a:ln>
        </p:spPr>
        <p:style>
          <a:lnRef idx="2">
            <a:schemeClr val="dk1"/>
          </a:lnRef>
          <a:fillRef idx="1">
            <a:schemeClr val="lt1"/>
          </a:fillRef>
          <a:effectRef idx="0">
            <a:schemeClr val="dk1"/>
          </a:effectRef>
          <a:fontRef idx="minor">
            <a:schemeClr val="dk1"/>
          </a:fontRef>
        </p:style>
        <p:txBody>
          <a:bodyPr/>
          <a:lstStyle>
            <a:lvl1pPr>
              <a:lnSpc>
                <a:spcPct val="100000"/>
              </a:lnSpc>
              <a:defRPr lang="en-US" sz="800"/>
            </a:lvl1pPr>
          </a:lstStyle>
          <a:p>
            <a:pPr marL="0" lvl="0" indent="0">
              <a:buNone/>
            </a:pPr>
            <a:r>
              <a:rPr lang="en-US"/>
              <a:t>Click icon to add picture</a:t>
            </a:r>
          </a:p>
        </p:txBody>
      </p:sp>
      <p:sp>
        <p:nvSpPr>
          <p:cNvPr id="18" name="Picture Placeholder 8">
            <a:extLst>
              <a:ext uri="{FF2B5EF4-FFF2-40B4-BE49-F238E27FC236}">
                <a16:creationId xmlns:a16="http://schemas.microsoft.com/office/drawing/2014/main" id="{0B7386A2-AEA0-29D4-CACB-E36528AC316A}"/>
              </a:ext>
            </a:extLst>
          </p:cNvPr>
          <p:cNvSpPr>
            <a:spLocks noGrp="1"/>
          </p:cNvSpPr>
          <p:nvPr>
            <p:ph type="pic" sz="quarter" idx="174"/>
          </p:nvPr>
        </p:nvSpPr>
        <p:spPr>
          <a:xfrm>
            <a:off x="10031944" y="1637593"/>
            <a:ext cx="1760007" cy="1765135"/>
          </a:xfrm>
          <a:prstGeom prst="roundRect">
            <a:avLst>
              <a:gd name="adj" fmla="val 1472"/>
            </a:avLst>
          </a:prstGeom>
          <a:ln>
            <a:noFill/>
          </a:ln>
        </p:spPr>
        <p:style>
          <a:lnRef idx="2">
            <a:schemeClr val="dk1"/>
          </a:lnRef>
          <a:fillRef idx="1">
            <a:schemeClr val="lt1"/>
          </a:fillRef>
          <a:effectRef idx="0">
            <a:schemeClr val="dk1"/>
          </a:effectRef>
          <a:fontRef idx="minor">
            <a:schemeClr val="dk1"/>
          </a:fontRef>
        </p:style>
        <p:txBody>
          <a:bodyPr/>
          <a:lstStyle>
            <a:lvl1pPr>
              <a:lnSpc>
                <a:spcPct val="100000"/>
              </a:lnSpc>
              <a:defRPr lang="en-US" sz="800"/>
            </a:lvl1pPr>
          </a:lstStyle>
          <a:p>
            <a:pPr marL="0" lvl="0" indent="0">
              <a:buNone/>
            </a:pPr>
            <a:r>
              <a:rPr lang="en-US"/>
              <a:t>Click icon to add picture</a:t>
            </a:r>
          </a:p>
        </p:txBody>
      </p:sp>
      <p:cxnSp>
        <p:nvCxnSpPr>
          <p:cNvPr id="19" name="Straight Connector 18">
            <a:extLst>
              <a:ext uri="{FF2B5EF4-FFF2-40B4-BE49-F238E27FC236}">
                <a16:creationId xmlns:a16="http://schemas.microsoft.com/office/drawing/2014/main" id="{B7BFD05E-60A5-5A98-96B9-4182DA0DEE85}"/>
              </a:ext>
            </a:extLst>
          </p:cNvPr>
          <p:cNvCxnSpPr>
            <a:cxnSpLocks/>
          </p:cNvCxnSpPr>
          <p:nvPr/>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E8749BAF-2F0C-1AC9-EA2B-761257DE146D}"/>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B55D9570-D3FC-6D43-AC32-D988B1849109}" type="slidenum">
              <a:rPr lang="en-PL" smtClean="0"/>
              <a:pPr/>
              <a:t>‹#›</a:t>
            </a:fld>
            <a:endParaRPr lang="en-PL"/>
          </a:p>
        </p:txBody>
      </p:sp>
      <p:sp>
        <p:nvSpPr>
          <p:cNvPr id="17" name="Symbol zastępczy stopki 1">
            <a:extLst>
              <a:ext uri="{FF2B5EF4-FFF2-40B4-BE49-F238E27FC236}">
                <a16:creationId xmlns:a16="http://schemas.microsoft.com/office/drawing/2014/main" id="{B9895078-08E1-3BC8-E0A3-88FF8A0D391B}"/>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21" name="Text 0">
            <a:extLst>
              <a:ext uri="{FF2B5EF4-FFF2-40B4-BE49-F238E27FC236}">
                <a16:creationId xmlns:a16="http://schemas.microsoft.com/office/drawing/2014/main" id="{7B03419E-D82D-5DF2-9DEB-12EB6574E707}"/>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5" name="Title 9">
            <a:extLst>
              <a:ext uri="{FF2B5EF4-FFF2-40B4-BE49-F238E27FC236}">
                <a16:creationId xmlns:a16="http://schemas.microsoft.com/office/drawing/2014/main" id="{17B5C6E2-4F2E-DA4A-54D9-BA3CABE47A90}"/>
              </a:ext>
            </a:extLst>
          </p:cNvPr>
          <p:cNvSpPr>
            <a:spLocks noGrp="1"/>
          </p:cNvSpPr>
          <p:nvPr>
            <p:ph type="title" hasCustomPrompt="1"/>
          </p:nvPr>
        </p:nvSpPr>
        <p:spPr>
          <a:xfrm>
            <a:off x="407459" y="919056"/>
            <a:ext cx="7512000" cy="369332"/>
          </a:xfrm>
          <a:prstGeom prst="rect">
            <a:avLst/>
          </a:prstGeom>
        </p:spPr>
        <p:txBody>
          <a:bodyPr wrap="square" lIns="0" tIns="0" rIns="0" bIns="0" anchor="t">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Tree>
    <p:extLst>
      <p:ext uri="{BB962C8B-B14F-4D97-AF65-F5344CB8AC3E}">
        <p14:creationId xmlns:p14="http://schemas.microsoft.com/office/powerpoint/2010/main" val="3255745320"/>
      </p:ext>
    </p:extLst>
  </p:cSld>
  <p:clrMapOvr>
    <a:masterClrMapping/>
  </p:clrMapOvr>
  <p:hf hdr="0" ftr="0" dt="0"/>
  <p:extLst>
    <p:ext uri="{DCECCB84-F9BA-43D5-87BE-67443E8EF086}">
      <p15:sldGuideLst xmlns:p15="http://schemas.microsoft.com/office/powerpoint/2012/main">
        <p15:guide id="1" orient="horz" pos="255">
          <p15:clr>
            <a:srgbClr val="A4A3A4"/>
          </p15:clr>
        </p15:guide>
        <p15:guide id="2" pos="4505">
          <p15:clr>
            <a:srgbClr val="C35EA4"/>
          </p15:clr>
        </p15:guide>
        <p15:guide id="3" pos="3901">
          <p15:clr>
            <a:srgbClr val="C35EA4"/>
          </p15:clr>
        </p15:guide>
        <p15:guide id="4" pos="3779">
          <p15:clr>
            <a:srgbClr val="C35EA4"/>
          </p15:clr>
        </p15:guide>
        <p15:guide id="5" pos="4384">
          <p15:clr>
            <a:srgbClr val="C35EA4"/>
          </p15:clr>
        </p15:guide>
        <p15:guide id="6" pos="3296">
          <p15:clr>
            <a:srgbClr val="C35EA4"/>
          </p15:clr>
        </p15:guide>
        <p15:guide id="8" pos="2691">
          <p15:clr>
            <a:srgbClr val="C35EA4"/>
          </p15:clr>
        </p15:guide>
        <p15:guide id="9" pos="4989">
          <p15:clr>
            <a:srgbClr val="C35EA4"/>
          </p15:clr>
        </p15:guide>
        <p15:guide id="10" pos="2570">
          <p15:clr>
            <a:srgbClr val="C35EA4"/>
          </p15:clr>
        </p15:guide>
        <p15:guide id="11" pos="5110">
          <p15:clr>
            <a:srgbClr val="C35EA4"/>
          </p15:clr>
        </p15:guide>
        <p15:guide id="12" pos="5594">
          <p15:clr>
            <a:srgbClr val="C35EA4"/>
          </p15:clr>
        </p15:guide>
        <p15:guide id="13" pos="2086">
          <p15:clr>
            <a:srgbClr val="C35EA4"/>
          </p15:clr>
        </p15:guide>
        <p15:guide id="14" pos="1965">
          <p15:clr>
            <a:srgbClr val="C35EA4"/>
          </p15:clr>
        </p15:guide>
        <p15:guide id="15" pos="5715">
          <p15:clr>
            <a:srgbClr val="C35EA4"/>
          </p15:clr>
        </p15:guide>
        <p15:guide id="16" pos="6199">
          <p15:clr>
            <a:srgbClr val="C35EA4"/>
          </p15:clr>
        </p15:guide>
        <p15:guide id="17" pos="1481">
          <p15:clr>
            <a:srgbClr val="C35EA4"/>
          </p15:clr>
        </p15:guide>
        <p15:guide id="18" pos="1361">
          <p15:clr>
            <a:srgbClr val="C35EA4"/>
          </p15:clr>
        </p15:guide>
        <p15:guide id="19" pos="6319">
          <p15:clr>
            <a:srgbClr val="C35EA4"/>
          </p15:clr>
        </p15:guide>
        <p15:guide id="20" pos="6803">
          <p15:clr>
            <a:srgbClr val="C35EA4"/>
          </p15:clr>
        </p15:guide>
        <p15:guide id="21" pos="877">
          <p15:clr>
            <a:srgbClr val="C35EA4"/>
          </p15:clr>
        </p15:guide>
        <p15:guide id="22" pos="755">
          <p15:clr>
            <a:srgbClr val="C35EA4"/>
          </p15:clr>
        </p15:guide>
        <p15:guide id="23" pos="6925">
          <p15:clr>
            <a:srgbClr val="C35EA4"/>
          </p15:clr>
        </p15:guide>
        <p15:guide id="24" pos="7423">
          <p15:clr>
            <a:srgbClr val="A4A3A4"/>
          </p15:clr>
        </p15:guide>
        <p15:guide id="25" pos="257">
          <p15:clr>
            <a:srgbClr val="A4A3A4"/>
          </p15:clr>
        </p15:guide>
        <p15:guide id="26" orient="horz" pos="4065">
          <p15:clr>
            <a:srgbClr val="A4A3A4"/>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ard / Column 3 / Light">
    <p:bg>
      <p:bgRef idx="1001">
        <a:schemeClr val="bg1"/>
      </p:bgRef>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p:nvPicPr>
        <p:blipFill>
          <a:blip r:embed="rId4"/>
          <a:srcRect/>
          <a:stretch/>
        </p:blipFill>
        <p:spPr>
          <a:xfrm>
            <a:off x="406400" y="526699"/>
            <a:ext cx="0" cy="2400"/>
          </a:xfrm>
          <a:prstGeom prst="rect">
            <a:avLst/>
          </a:prstGeom>
          <a:noFill/>
        </p:spPr>
      </p:pic>
      <p:cxnSp>
        <p:nvCxnSpPr>
          <p:cNvPr id="7" name="Straight Connector 6">
            <a:extLst>
              <a:ext uri="{FF2B5EF4-FFF2-40B4-BE49-F238E27FC236}">
                <a16:creationId xmlns:a16="http://schemas.microsoft.com/office/drawing/2014/main" id="{838B9FB7-B979-37D5-B23A-B79A2E2E2EBE}"/>
              </a:ext>
            </a:extLst>
          </p:cNvPr>
          <p:cNvCxnSpPr>
            <a:cxnSpLocks/>
          </p:cNvCxnSpPr>
          <p:nvPr/>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 Placeholder 11">
            <a:extLst>
              <a:ext uri="{FF2B5EF4-FFF2-40B4-BE49-F238E27FC236}">
                <a16:creationId xmlns:a16="http://schemas.microsoft.com/office/drawing/2014/main" id="{29F5E699-25AA-5F35-F3E9-8D255D167C93}"/>
              </a:ext>
            </a:extLst>
          </p:cNvPr>
          <p:cNvSpPr>
            <a:spLocks noGrp="1"/>
          </p:cNvSpPr>
          <p:nvPr>
            <p:ph type="body" sz="quarter" idx="144"/>
          </p:nvPr>
        </p:nvSpPr>
        <p:spPr>
          <a:xfrm>
            <a:off x="406399" y="1631017"/>
            <a:ext cx="3673476" cy="4123893"/>
          </a:xfrm>
          <a:prstGeom prst="roundRect">
            <a:avLst>
              <a:gd name="adj" fmla="val 2356"/>
            </a:avLst>
          </a:prstGeom>
          <a:solidFill>
            <a:srgbClr val="FBF8F8"/>
          </a:solidFill>
        </p:spPr>
        <p:txBody>
          <a:bodyPr lIns="274320" tIns="365760" rIns="0"/>
          <a:lstStyle>
            <a:lvl1pPr marL="0" indent="0">
              <a:buNone/>
              <a:defRPr sz="1600">
                <a:solidFill>
                  <a:schemeClr val="tx1"/>
                </a:solidFill>
                <a:latin typeface="+mj-lt"/>
              </a:defRPr>
            </a:lvl1pPr>
            <a:lvl2pPr>
              <a:defRPr sz="1600">
                <a:solidFill>
                  <a:schemeClr val="tx1"/>
                </a:solidFill>
              </a:defRPr>
            </a:lvl2pPr>
            <a:lvl3pPr>
              <a:defRPr sz="1333">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p:txBody>
      </p:sp>
      <p:sp>
        <p:nvSpPr>
          <p:cNvPr id="13" name="Slide Number Placeholder 4">
            <a:extLst>
              <a:ext uri="{FF2B5EF4-FFF2-40B4-BE49-F238E27FC236}">
                <a16:creationId xmlns:a16="http://schemas.microsoft.com/office/drawing/2014/main" id="{2AEC4F8D-A596-DB11-9728-0069291B8B9A}"/>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B55D9570-D3FC-6D43-AC32-D988B1849109}" type="slidenum">
              <a:rPr lang="en-PL" smtClean="0"/>
              <a:pPr/>
              <a:t>‹#›</a:t>
            </a:fld>
            <a:endParaRPr lang="en-PL"/>
          </a:p>
        </p:txBody>
      </p:sp>
      <p:sp>
        <p:nvSpPr>
          <p:cNvPr id="14" name="Symbol zastępczy stopki 1">
            <a:extLst>
              <a:ext uri="{FF2B5EF4-FFF2-40B4-BE49-F238E27FC236}">
                <a16:creationId xmlns:a16="http://schemas.microsoft.com/office/drawing/2014/main" id="{18D42807-48B3-CFE7-475C-CB528BC9DAE3}"/>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15" name="Text 0">
            <a:extLst>
              <a:ext uri="{FF2B5EF4-FFF2-40B4-BE49-F238E27FC236}">
                <a16:creationId xmlns:a16="http://schemas.microsoft.com/office/drawing/2014/main" id="{E79E8958-C9AC-2969-F9FA-0BAC031415A3}"/>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16" name="Text Placeholder 11">
            <a:extLst>
              <a:ext uri="{FF2B5EF4-FFF2-40B4-BE49-F238E27FC236}">
                <a16:creationId xmlns:a16="http://schemas.microsoft.com/office/drawing/2014/main" id="{F8DA5C0E-DE73-3A3B-CE56-AF555A6CE34E}"/>
              </a:ext>
            </a:extLst>
          </p:cNvPr>
          <p:cNvSpPr>
            <a:spLocks noGrp="1"/>
          </p:cNvSpPr>
          <p:nvPr>
            <p:ph type="body" sz="quarter" idx="145"/>
          </p:nvPr>
        </p:nvSpPr>
        <p:spPr>
          <a:xfrm>
            <a:off x="4271434" y="1631017"/>
            <a:ext cx="3645681" cy="4123893"/>
          </a:xfrm>
          <a:prstGeom prst="roundRect">
            <a:avLst>
              <a:gd name="adj" fmla="val 2356"/>
            </a:avLst>
          </a:prstGeom>
          <a:solidFill>
            <a:srgbClr val="FBF8F8"/>
          </a:solidFill>
        </p:spPr>
        <p:txBody>
          <a:bodyPr lIns="274320" tIns="365760" rIns="0"/>
          <a:lstStyle>
            <a:lvl1pPr marL="0" indent="0">
              <a:buNone/>
              <a:defRPr sz="1600">
                <a:solidFill>
                  <a:schemeClr val="tx1"/>
                </a:solidFill>
                <a:latin typeface="+mj-lt"/>
              </a:defRPr>
            </a:lvl1pPr>
            <a:lvl2pPr>
              <a:defRPr sz="1600">
                <a:solidFill>
                  <a:schemeClr val="tx1"/>
                </a:solidFill>
              </a:defRPr>
            </a:lvl2pPr>
            <a:lvl3pPr>
              <a:defRPr sz="1333">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p:txBody>
      </p:sp>
      <p:sp>
        <p:nvSpPr>
          <p:cNvPr id="17" name="Text Placeholder 11">
            <a:extLst>
              <a:ext uri="{FF2B5EF4-FFF2-40B4-BE49-F238E27FC236}">
                <a16:creationId xmlns:a16="http://schemas.microsoft.com/office/drawing/2014/main" id="{A1729861-B571-5452-2EA6-F98F35A0C944}"/>
              </a:ext>
            </a:extLst>
          </p:cNvPr>
          <p:cNvSpPr>
            <a:spLocks noGrp="1"/>
          </p:cNvSpPr>
          <p:nvPr>
            <p:ph type="body" sz="quarter" idx="146"/>
          </p:nvPr>
        </p:nvSpPr>
        <p:spPr>
          <a:xfrm>
            <a:off x="8108672" y="1631017"/>
            <a:ext cx="3675871" cy="4123893"/>
          </a:xfrm>
          <a:prstGeom prst="roundRect">
            <a:avLst>
              <a:gd name="adj" fmla="val 2356"/>
            </a:avLst>
          </a:prstGeom>
          <a:solidFill>
            <a:srgbClr val="FBF8F8"/>
          </a:solidFill>
        </p:spPr>
        <p:txBody>
          <a:bodyPr lIns="274320" tIns="365760" rIns="0"/>
          <a:lstStyle>
            <a:lvl1pPr marL="0" indent="0">
              <a:buNone/>
              <a:defRPr sz="1600">
                <a:solidFill>
                  <a:schemeClr val="tx1"/>
                </a:solidFill>
                <a:latin typeface="+mj-lt"/>
              </a:defRPr>
            </a:lvl1pPr>
            <a:lvl2pPr>
              <a:defRPr sz="1600">
                <a:solidFill>
                  <a:schemeClr val="tx1"/>
                </a:solidFill>
              </a:defRPr>
            </a:lvl2pPr>
            <a:lvl3pPr>
              <a:defRPr sz="1333">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p:txBody>
      </p:sp>
      <p:sp>
        <p:nvSpPr>
          <p:cNvPr id="4" name="Title 9">
            <a:extLst>
              <a:ext uri="{FF2B5EF4-FFF2-40B4-BE49-F238E27FC236}">
                <a16:creationId xmlns:a16="http://schemas.microsoft.com/office/drawing/2014/main" id="{B9E71DF5-670D-C94A-F577-4341DFEB5D61}"/>
              </a:ext>
            </a:extLst>
          </p:cNvPr>
          <p:cNvSpPr>
            <a:spLocks noGrp="1"/>
          </p:cNvSpPr>
          <p:nvPr>
            <p:ph type="title" hasCustomPrompt="1"/>
          </p:nvPr>
        </p:nvSpPr>
        <p:spPr>
          <a:xfrm>
            <a:off x="407459" y="919056"/>
            <a:ext cx="7512000" cy="369332"/>
          </a:xfrm>
          <a:prstGeom prst="rect">
            <a:avLst/>
          </a:prstGeom>
        </p:spPr>
        <p:txBody>
          <a:bodyPr wrap="square" lIns="0" tIns="0" rIns="0" bIns="0" anchor="t">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Tree>
    <p:extLst>
      <p:ext uri="{BB962C8B-B14F-4D97-AF65-F5344CB8AC3E}">
        <p14:creationId xmlns:p14="http://schemas.microsoft.com/office/powerpoint/2010/main" val="464714393"/>
      </p:ext>
    </p:extLst>
  </p:cSld>
  <p:clrMapOvr>
    <a:masterClrMapping/>
  </p:clrMapOvr>
  <p:hf hdr="0" ftr="0" dt="0"/>
  <p:extLst>
    <p:ext uri="{DCECCB84-F9BA-43D5-87BE-67443E8EF086}">
      <p15:sldGuideLst xmlns:p15="http://schemas.microsoft.com/office/powerpoint/2012/main">
        <p15:guide id="1" orient="horz" pos="255">
          <p15:clr>
            <a:srgbClr val="A4A3A4"/>
          </p15:clr>
        </p15:guide>
        <p15:guide id="2" pos="4505">
          <p15:clr>
            <a:srgbClr val="C35EA4"/>
          </p15:clr>
        </p15:guide>
        <p15:guide id="3" pos="3901">
          <p15:clr>
            <a:srgbClr val="C35EA4"/>
          </p15:clr>
        </p15:guide>
        <p15:guide id="4" pos="3779">
          <p15:clr>
            <a:srgbClr val="C35EA4"/>
          </p15:clr>
        </p15:guide>
        <p15:guide id="5" pos="4384">
          <p15:clr>
            <a:srgbClr val="C35EA4"/>
          </p15:clr>
        </p15:guide>
        <p15:guide id="6" pos="3296">
          <p15:clr>
            <a:srgbClr val="C35EA4"/>
          </p15:clr>
        </p15:guide>
        <p15:guide id="7" pos="3175">
          <p15:clr>
            <a:srgbClr val="C35EA4"/>
          </p15:clr>
        </p15:guide>
        <p15:guide id="8" pos="2691">
          <p15:clr>
            <a:srgbClr val="C35EA4"/>
          </p15:clr>
        </p15:guide>
        <p15:guide id="9" pos="4989">
          <p15:clr>
            <a:srgbClr val="C35EA4"/>
          </p15:clr>
        </p15:guide>
        <p15:guide id="10" pos="2570">
          <p15:clr>
            <a:srgbClr val="C35EA4"/>
          </p15:clr>
        </p15:guide>
        <p15:guide id="11" pos="5110">
          <p15:clr>
            <a:srgbClr val="C35EA4"/>
          </p15:clr>
        </p15:guide>
        <p15:guide id="12" pos="5594">
          <p15:clr>
            <a:srgbClr val="C35EA4"/>
          </p15:clr>
        </p15:guide>
        <p15:guide id="13" pos="2086">
          <p15:clr>
            <a:srgbClr val="C35EA4"/>
          </p15:clr>
        </p15:guide>
        <p15:guide id="14" pos="1965">
          <p15:clr>
            <a:srgbClr val="C35EA4"/>
          </p15:clr>
        </p15:guide>
        <p15:guide id="15" pos="5715">
          <p15:clr>
            <a:srgbClr val="C35EA4"/>
          </p15:clr>
        </p15:guide>
        <p15:guide id="16" pos="6199">
          <p15:clr>
            <a:srgbClr val="C35EA4"/>
          </p15:clr>
        </p15:guide>
        <p15:guide id="17" pos="1481">
          <p15:clr>
            <a:srgbClr val="C35EA4"/>
          </p15:clr>
        </p15:guide>
        <p15:guide id="18" pos="1361">
          <p15:clr>
            <a:srgbClr val="C35EA4"/>
          </p15:clr>
        </p15:guide>
        <p15:guide id="19" pos="6319">
          <p15:clr>
            <a:srgbClr val="C35EA4"/>
          </p15:clr>
        </p15:guide>
        <p15:guide id="20" pos="6803">
          <p15:clr>
            <a:srgbClr val="C35EA4"/>
          </p15:clr>
        </p15:guide>
        <p15:guide id="21" pos="877">
          <p15:clr>
            <a:srgbClr val="C35EA4"/>
          </p15:clr>
        </p15:guide>
        <p15:guide id="22" pos="755">
          <p15:clr>
            <a:srgbClr val="C35EA4"/>
          </p15:clr>
        </p15:guide>
        <p15:guide id="23" pos="6925">
          <p15:clr>
            <a:srgbClr val="C35EA4"/>
          </p15:clr>
        </p15:guide>
        <p15:guide id="24" pos="7423">
          <p15:clr>
            <a:srgbClr val="A4A3A4"/>
          </p15:clr>
        </p15:guide>
        <p15:guide id="25" pos="257">
          <p15:clr>
            <a:srgbClr val="A4A3A4"/>
          </p15:clr>
        </p15:guide>
        <p15:guide id="26" orient="horz" pos="4065">
          <p15:clr>
            <a:srgbClr val="A4A3A4"/>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ard / Column 2 / Light / Dark">
    <p:bg>
      <p:bgRef idx="1001">
        <a:schemeClr val="bg1"/>
      </p:bgRef>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p:nvPicPr>
        <p:blipFill>
          <a:blip r:embed="rId4"/>
          <a:srcRect/>
          <a:stretch/>
        </p:blipFill>
        <p:spPr>
          <a:xfrm>
            <a:off x="406400" y="526699"/>
            <a:ext cx="0" cy="2400"/>
          </a:xfrm>
          <a:prstGeom prst="rect">
            <a:avLst/>
          </a:prstGeom>
          <a:noFill/>
        </p:spPr>
      </p:pic>
      <p:cxnSp>
        <p:nvCxnSpPr>
          <p:cNvPr id="7" name="Straight Connector 6">
            <a:extLst>
              <a:ext uri="{FF2B5EF4-FFF2-40B4-BE49-F238E27FC236}">
                <a16:creationId xmlns:a16="http://schemas.microsoft.com/office/drawing/2014/main" id="{EB5DF21C-94B9-5CDB-3496-249B25D64A27}"/>
              </a:ext>
            </a:extLst>
          </p:cNvPr>
          <p:cNvCxnSpPr>
            <a:cxnSpLocks/>
          </p:cNvCxnSpPr>
          <p:nvPr/>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Slide Number Placeholder 4">
            <a:extLst>
              <a:ext uri="{FF2B5EF4-FFF2-40B4-BE49-F238E27FC236}">
                <a16:creationId xmlns:a16="http://schemas.microsoft.com/office/drawing/2014/main" id="{9F89FAC1-4ADA-EF90-BF37-538B260D5A96}"/>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B55D9570-D3FC-6D43-AC32-D988B1849109}" type="slidenum">
              <a:rPr lang="en-PL" smtClean="0"/>
              <a:pPr/>
              <a:t>‹#›</a:t>
            </a:fld>
            <a:endParaRPr lang="en-PL"/>
          </a:p>
        </p:txBody>
      </p:sp>
      <p:sp>
        <p:nvSpPr>
          <p:cNvPr id="16" name="Symbol zastępczy stopki 1">
            <a:extLst>
              <a:ext uri="{FF2B5EF4-FFF2-40B4-BE49-F238E27FC236}">
                <a16:creationId xmlns:a16="http://schemas.microsoft.com/office/drawing/2014/main" id="{AD74046A-33EA-1D17-EFBC-AD91FA16F197}"/>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17" name="Text 0">
            <a:extLst>
              <a:ext uri="{FF2B5EF4-FFF2-40B4-BE49-F238E27FC236}">
                <a16:creationId xmlns:a16="http://schemas.microsoft.com/office/drawing/2014/main" id="{35FB8CC9-82CF-74C4-65A4-F0B235E29E9B}"/>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18" name="Text Placeholder 2">
            <a:extLst>
              <a:ext uri="{FF2B5EF4-FFF2-40B4-BE49-F238E27FC236}">
                <a16:creationId xmlns:a16="http://schemas.microsoft.com/office/drawing/2014/main" id="{13A78E69-CC67-B1DC-7D60-35B10A5B2E14}"/>
              </a:ext>
            </a:extLst>
          </p:cNvPr>
          <p:cNvSpPr>
            <a:spLocks noGrp="1" noChangeAspect="1"/>
          </p:cNvSpPr>
          <p:nvPr>
            <p:ph type="body" sz="quarter" idx="110"/>
          </p:nvPr>
        </p:nvSpPr>
        <p:spPr>
          <a:xfrm>
            <a:off x="431803" y="1390137"/>
            <a:ext cx="7488765" cy="184666"/>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marL="0" marR="0" lvl="0" indent="0" algn="l" defTabSz="609660" rtl="0" eaLnBrk="1" fontAlgn="auto" latinLnBrk="0" hangingPunct="1">
              <a:lnSpc>
                <a:spcPct val="100000"/>
              </a:lnSpc>
              <a:spcBef>
                <a:spcPts val="933"/>
              </a:spcBef>
              <a:spcAft>
                <a:spcPts val="0"/>
              </a:spcAft>
              <a:buClrTx/>
              <a:buSzTx/>
              <a:buFontTx/>
              <a:buNone/>
              <a:tabLst/>
              <a:defRPr/>
            </a:pPr>
            <a:r>
              <a:rPr lang="en-US"/>
              <a:t>Click to edit Master text styles</a:t>
            </a:r>
          </a:p>
        </p:txBody>
      </p:sp>
      <p:sp>
        <p:nvSpPr>
          <p:cNvPr id="19" name="Text Placeholder 11">
            <a:extLst>
              <a:ext uri="{FF2B5EF4-FFF2-40B4-BE49-F238E27FC236}">
                <a16:creationId xmlns:a16="http://schemas.microsoft.com/office/drawing/2014/main" id="{1440F031-7FFB-034A-7BE1-C9682B7C910C}"/>
              </a:ext>
            </a:extLst>
          </p:cNvPr>
          <p:cNvSpPr>
            <a:spLocks noGrp="1"/>
          </p:cNvSpPr>
          <p:nvPr>
            <p:ph type="body" sz="quarter" idx="144"/>
          </p:nvPr>
        </p:nvSpPr>
        <p:spPr>
          <a:xfrm>
            <a:off x="406400" y="1869551"/>
            <a:ext cx="5593293" cy="4123893"/>
          </a:xfrm>
          <a:prstGeom prst="roundRect">
            <a:avLst>
              <a:gd name="adj" fmla="val 2356"/>
            </a:avLst>
          </a:prstGeom>
          <a:solidFill>
            <a:srgbClr val="FBF8F8"/>
          </a:solidFill>
        </p:spPr>
        <p:txBody>
          <a:bodyPr lIns="274320" tIns="365760" rIns="0"/>
          <a:lstStyle>
            <a:lvl1pPr marL="0" indent="0">
              <a:buNone/>
              <a:defRPr sz="1600">
                <a:solidFill>
                  <a:schemeClr val="tx1"/>
                </a:solidFill>
                <a:latin typeface="+mj-lt"/>
              </a:defRPr>
            </a:lvl1pPr>
            <a:lvl2pPr>
              <a:defRPr sz="1600">
                <a:solidFill>
                  <a:schemeClr val="tx1"/>
                </a:solidFill>
              </a:defRPr>
            </a:lvl2pPr>
            <a:lvl3pPr>
              <a:defRPr sz="1333">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p:txBody>
      </p:sp>
      <p:sp>
        <p:nvSpPr>
          <p:cNvPr id="20" name="Text Placeholder 11">
            <a:extLst>
              <a:ext uri="{FF2B5EF4-FFF2-40B4-BE49-F238E27FC236}">
                <a16:creationId xmlns:a16="http://schemas.microsoft.com/office/drawing/2014/main" id="{26291222-BBA9-2F76-25E8-EE134EA14ACF}"/>
              </a:ext>
            </a:extLst>
          </p:cNvPr>
          <p:cNvSpPr>
            <a:spLocks noGrp="1"/>
          </p:cNvSpPr>
          <p:nvPr>
            <p:ph type="body" sz="quarter" idx="145"/>
          </p:nvPr>
        </p:nvSpPr>
        <p:spPr>
          <a:xfrm>
            <a:off x="6198657" y="1866744"/>
            <a:ext cx="5593293" cy="4123893"/>
          </a:xfrm>
          <a:prstGeom prst="roundRect">
            <a:avLst>
              <a:gd name="adj" fmla="val 2356"/>
            </a:avLst>
          </a:prstGeom>
          <a:solidFill>
            <a:srgbClr val="130025"/>
          </a:solidFill>
        </p:spPr>
        <p:txBody>
          <a:bodyPr lIns="274320" tIns="365760" rIns="0"/>
          <a:lstStyle>
            <a:lvl1pPr marL="0" indent="0">
              <a:buNone/>
              <a:defRPr sz="1600">
                <a:solidFill>
                  <a:schemeClr val="bg1"/>
                </a:solidFill>
                <a:latin typeface="+mj-lt"/>
              </a:defRPr>
            </a:lvl1pPr>
            <a:lvl2pPr>
              <a:defRPr sz="1600">
                <a:solidFill>
                  <a:schemeClr val="bg1"/>
                </a:solidFill>
              </a:defRPr>
            </a:lvl2pPr>
            <a:lvl3pPr>
              <a:defRPr sz="1333">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4" name="Title 9">
            <a:extLst>
              <a:ext uri="{FF2B5EF4-FFF2-40B4-BE49-F238E27FC236}">
                <a16:creationId xmlns:a16="http://schemas.microsoft.com/office/drawing/2014/main" id="{3EC3A68B-612E-8A2C-6D21-65C7DF78DD39}"/>
              </a:ext>
            </a:extLst>
          </p:cNvPr>
          <p:cNvSpPr>
            <a:spLocks noGrp="1"/>
          </p:cNvSpPr>
          <p:nvPr>
            <p:ph type="title" hasCustomPrompt="1"/>
          </p:nvPr>
        </p:nvSpPr>
        <p:spPr>
          <a:xfrm>
            <a:off x="407459" y="919056"/>
            <a:ext cx="7512000" cy="369332"/>
          </a:xfrm>
          <a:prstGeom prst="rect">
            <a:avLst/>
          </a:prstGeom>
        </p:spPr>
        <p:txBody>
          <a:bodyPr wrap="square" lIns="0" tIns="0" rIns="0" bIns="0" anchor="t">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Tree>
    <p:extLst>
      <p:ext uri="{BB962C8B-B14F-4D97-AF65-F5344CB8AC3E}">
        <p14:creationId xmlns:p14="http://schemas.microsoft.com/office/powerpoint/2010/main" val="3592282601"/>
      </p:ext>
    </p:extLst>
  </p:cSld>
  <p:clrMapOvr>
    <a:masterClrMapping/>
  </p:clrMapOvr>
  <p:hf hdr="0" ftr="0" dt="0"/>
  <p:extLst>
    <p:ext uri="{DCECCB84-F9BA-43D5-87BE-67443E8EF086}">
      <p15:sldGuideLst xmlns:p15="http://schemas.microsoft.com/office/powerpoint/2012/main">
        <p15:guide id="1" orient="horz" pos="255">
          <p15:clr>
            <a:srgbClr val="A4A3A4"/>
          </p15:clr>
        </p15:guide>
        <p15:guide id="2" pos="4505">
          <p15:clr>
            <a:srgbClr val="C35EA4"/>
          </p15:clr>
        </p15:guide>
        <p15:guide id="3" pos="3901">
          <p15:clr>
            <a:srgbClr val="C35EA4"/>
          </p15:clr>
        </p15:guide>
        <p15:guide id="4" pos="3779">
          <p15:clr>
            <a:srgbClr val="C35EA4"/>
          </p15:clr>
        </p15:guide>
        <p15:guide id="6" pos="3296">
          <p15:clr>
            <a:srgbClr val="C35EA4"/>
          </p15:clr>
        </p15:guide>
        <p15:guide id="7" pos="3175">
          <p15:clr>
            <a:srgbClr val="C35EA4"/>
          </p15:clr>
        </p15:guide>
        <p15:guide id="8" pos="2691">
          <p15:clr>
            <a:srgbClr val="C35EA4"/>
          </p15:clr>
        </p15:guide>
        <p15:guide id="9" pos="4989">
          <p15:clr>
            <a:srgbClr val="C35EA4"/>
          </p15:clr>
        </p15:guide>
        <p15:guide id="10" pos="2570">
          <p15:clr>
            <a:srgbClr val="C35EA4"/>
          </p15:clr>
        </p15:guide>
        <p15:guide id="11" pos="5110">
          <p15:clr>
            <a:srgbClr val="C35EA4"/>
          </p15:clr>
        </p15:guide>
        <p15:guide id="12" pos="5594">
          <p15:clr>
            <a:srgbClr val="C35EA4"/>
          </p15:clr>
        </p15:guide>
        <p15:guide id="13" pos="2086">
          <p15:clr>
            <a:srgbClr val="C35EA4"/>
          </p15:clr>
        </p15:guide>
        <p15:guide id="14" pos="1965">
          <p15:clr>
            <a:srgbClr val="C35EA4"/>
          </p15:clr>
        </p15:guide>
        <p15:guide id="15" pos="5715">
          <p15:clr>
            <a:srgbClr val="C35EA4"/>
          </p15:clr>
        </p15:guide>
        <p15:guide id="16" pos="6199">
          <p15:clr>
            <a:srgbClr val="C35EA4"/>
          </p15:clr>
        </p15:guide>
        <p15:guide id="17" pos="1481">
          <p15:clr>
            <a:srgbClr val="C35EA4"/>
          </p15:clr>
        </p15:guide>
        <p15:guide id="18" pos="1361">
          <p15:clr>
            <a:srgbClr val="C35EA4"/>
          </p15:clr>
        </p15:guide>
        <p15:guide id="19" pos="6319">
          <p15:clr>
            <a:srgbClr val="C35EA4"/>
          </p15:clr>
        </p15:guide>
        <p15:guide id="20" pos="6803">
          <p15:clr>
            <a:srgbClr val="C35EA4"/>
          </p15:clr>
        </p15:guide>
        <p15:guide id="21" pos="877">
          <p15:clr>
            <a:srgbClr val="C35EA4"/>
          </p15:clr>
        </p15:guide>
        <p15:guide id="22" pos="755">
          <p15:clr>
            <a:srgbClr val="C35EA4"/>
          </p15:clr>
        </p15:guide>
        <p15:guide id="23" pos="6925">
          <p15:clr>
            <a:srgbClr val="C35EA4"/>
          </p15:clr>
        </p15:guide>
        <p15:guide id="24" pos="7423">
          <p15:clr>
            <a:srgbClr val="A4A3A4"/>
          </p15:clr>
        </p15:guide>
        <p15:guide id="25" pos="257">
          <p15:clr>
            <a:srgbClr val="A4A3A4"/>
          </p15:clr>
        </p15:guide>
        <p15:guide id="26" orient="horz" pos="4065">
          <p15:clr>
            <a:srgbClr val="A4A3A4"/>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ard / Column 4 / Light">
    <p:bg>
      <p:bgRef idx="1001">
        <a:schemeClr val="bg1"/>
      </p:bgRef>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p:nvPicPr>
        <p:blipFill>
          <a:blip r:embed="rId4"/>
          <a:srcRect/>
          <a:stretch/>
        </p:blipFill>
        <p:spPr>
          <a:xfrm>
            <a:off x="406400" y="526699"/>
            <a:ext cx="0" cy="2400"/>
          </a:xfrm>
          <a:prstGeom prst="rect">
            <a:avLst/>
          </a:prstGeom>
          <a:noFill/>
        </p:spPr>
      </p:pic>
      <p:cxnSp>
        <p:nvCxnSpPr>
          <p:cNvPr id="11" name="Straight Connector 10">
            <a:extLst>
              <a:ext uri="{FF2B5EF4-FFF2-40B4-BE49-F238E27FC236}">
                <a16:creationId xmlns:a16="http://schemas.microsoft.com/office/drawing/2014/main" id="{8025A178-98CA-4826-14C8-7A3FC8794DA4}"/>
              </a:ext>
            </a:extLst>
          </p:cNvPr>
          <p:cNvCxnSpPr>
            <a:cxnSpLocks/>
          </p:cNvCxnSpPr>
          <p:nvPr/>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4">
            <a:extLst>
              <a:ext uri="{FF2B5EF4-FFF2-40B4-BE49-F238E27FC236}">
                <a16:creationId xmlns:a16="http://schemas.microsoft.com/office/drawing/2014/main" id="{F1933B19-7AA9-E8B7-EF07-031BA04E07DC}"/>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B55D9570-D3FC-6D43-AC32-D988B1849109}" type="slidenum">
              <a:rPr lang="en-PL" smtClean="0"/>
              <a:pPr/>
              <a:t>‹#›</a:t>
            </a:fld>
            <a:endParaRPr lang="en-PL"/>
          </a:p>
        </p:txBody>
      </p:sp>
      <p:sp>
        <p:nvSpPr>
          <p:cNvPr id="8" name="Symbol zastępczy stopki 1">
            <a:extLst>
              <a:ext uri="{FF2B5EF4-FFF2-40B4-BE49-F238E27FC236}">
                <a16:creationId xmlns:a16="http://schemas.microsoft.com/office/drawing/2014/main" id="{12CB0AF3-182C-9D01-D775-4BEDE261A420}"/>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10" name="Text 0">
            <a:extLst>
              <a:ext uri="{FF2B5EF4-FFF2-40B4-BE49-F238E27FC236}">
                <a16:creationId xmlns:a16="http://schemas.microsoft.com/office/drawing/2014/main" id="{54870FD5-B9F3-BF72-D764-1C4426BB45E5}"/>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13" name="Text Placeholder 11">
            <a:extLst>
              <a:ext uri="{FF2B5EF4-FFF2-40B4-BE49-F238E27FC236}">
                <a16:creationId xmlns:a16="http://schemas.microsoft.com/office/drawing/2014/main" id="{5781575A-BB57-5344-D1BC-DC61F39E8317}"/>
              </a:ext>
            </a:extLst>
          </p:cNvPr>
          <p:cNvSpPr>
            <a:spLocks noGrp="1"/>
          </p:cNvSpPr>
          <p:nvPr>
            <p:ph type="body" sz="quarter" idx="144"/>
          </p:nvPr>
        </p:nvSpPr>
        <p:spPr>
          <a:xfrm>
            <a:off x="406401" y="1631017"/>
            <a:ext cx="2713567" cy="4123893"/>
          </a:xfrm>
          <a:prstGeom prst="roundRect">
            <a:avLst>
              <a:gd name="adj" fmla="val 2356"/>
            </a:avLst>
          </a:prstGeom>
          <a:solidFill>
            <a:srgbClr val="FBF8F8"/>
          </a:solidFill>
        </p:spPr>
        <p:txBody>
          <a:bodyPr lIns="274320" tIns="365760" rIns="0"/>
          <a:lstStyle>
            <a:lvl1pPr marL="0" indent="0">
              <a:buNone/>
              <a:defRPr sz="1600">
                <a:solidFill>
                  <a:schemeClr val="tx1"/>
                </a:solidFill>
                <a:latin typeface="+mj-lt"/>
              </a:defRPr>
            </a:lvl1pPr>
            <a:lvl2pPr>
              <a:defRPr sz="1600">
                <a:solidFill>
                  <a:schemeClr val="tx1"/>
                </a:solidFill>
              </a:defRPr>
            </a:lvl2pPr>
            <a:lvl3pPr>
              <a:defRPr sz="1333">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p:txBody>
      </p:sp>
      <p:sp>
        <p:nvSpPr>
          <p:cNvPr id="14" name="Text Placeholder 11">
            <a:extLst>
              <a:ext uri="{FF2B5EF4-FFF2-40B4-BE49-F238E27FC236}">
                <a16:creationId xmlns:a16="http://schemas.microsoft.com/office/drawing/2014/main" id="{A42EAFE7-C183-80F5-2DD6-AED01DF3DDCC}"/>
              </a:ext>
            </a:extLst>
          </p:cNvPr>
          <p:cNvSpPr>
            <a:spLocks noGrp="1"/>
          </p:cNvSpPr>
          <p:nvPr>
            <p:ph type="body" sz="quarter" idx="145"/>
          </p:nvPr>
        </p:nvSpPr>
        <p:spPr>
          <a:xfrm>
            <a:off x="3311527" y="1631017"/>
            <a:ext cx="2688167" cy="4123893"/>
          </a:xfrm>
          <a:prstGeom prst="roundRect">
            <a:avLst>
              <a:gd name="adj" fmla="val 2356"/>
            </a:avLst>
          </a:prstGeom>
          <a:solidFill>
            <a:srgbClr val="FBF8F8"/>
          </a:solidFill>
        </p:spPr>
        <p:txBody>
          <a:bodyPr lIns="274320" tIns="365760" rIns="0"/>
          <a:lstStyle>
            <a:lvl1pPr marL="0" indent="0">
              <a:buNone/>
              <a:defRPr sz="1600">
                <a:solidFill>
                  <a:schemeClr val="tx1"/>
                </a:solidFill>
                <a:latin typeface="+mj-lt"/>
              </a:defRPr>
            </a:lvl1pPr>
            <a:lvl2pPr>
              <a:defRPr sz="1600">
                <a:solidFill>
                  <a:schemeClr val="tx1"/>
                </a:solidFill>
              </a:defRPr>
            </a:lvl2pPr>
            <a:lvl3pPr>
              <a:defRPr sz="1333">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p:txBody>
      </p:sp>
      <p:sp>
        <p:nvSpPr>
          <p:cNvPr id="15" name="Text Placeholder 11">
            <a:extLst>
              <a:ext uri="{FF2B5EF4-FFF2-40B4-BE49-F238E27FC236}">
                <a16:creationId xmlns:a16="http://schemas.microsoft.com/office/drawing/2014/main" id="{25B6A9AC-89B2-E0E0-288A-839A7A04B559}"/>
              </a:ext>
            </a:extLst>
          </p:cNvPr>
          <p:cNvSpPr>
            <a:spLocks noGrp="1"/>
          </p:cNvSpPr>
          <p:nvPr>
            <p:ph type="body" sz="quarter" idx="146"/>
          </p:nvPr>
        </p:nvSpPr>
        <p:spPr>
          <a:xfrm>
            <a:off x="6192310" y="1628210"/>
            <a:ext cx="2688167" cy="4123893"/>
          </a:xfrm>
          <a:prstGeom prst="roundRect">
            <a:avLst>
              <a:gd name="adj" fmla="val 2356"/>
            </a:avLst>
          </a:prstGeom>
          <a:solidFill>
            <a:srgbClr val="FBF8F8"/>
          </a:solidFill>
        </p:spPr>
        <p:txBody>
          <a:bodyPr lIns="274320" tIns="365760" rIns="0"/>
          <a:lstStyle>
            <a:lvl1pPr marL="0" indent="0">
              <a:buNone/>
              <a:defRPr sz="1600">
                <a:solidFill>
                  <a:schemeClr val="tx1"/>
                </a:solidFill>
                <a:latin typeface="+mj-lt"/>
              </a:defRPr>
            </a:lvl1pPr>
            <a:lvl2pPr>
              <a:defRPr sz="1600">
                <a:solidFill>
                  <a:schemeClr val="tx1"/>
                </a:solidFill>
              </a:defRPr>
            </a:lvl2pPr>
            <a:lvl3pPr>
              <a:defRPr sz="1333">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p:txBody>
      </p:sp>
      <p:sp>
        <p:nvSpPr>
          <p:cNvPr id="16" name="Text Placeholder 11">
            <a:extLst>
              <a:ext uri="{FF2B5EF4-FFF2-40B4-BE49-F238E27FC236}">
                <a16:creationId xmlns:a16="http://schemas.microsoft.com/office/drawing/2014/main" id="{E40FDFD9-4D04-612A-B228-880310D4BA7E}"/>
              </a:ext>
            </a:extLst>
          </p:cNvPr>
          <p:cNvSpPr>
            <a:spLocks noGrp="1"/>
          </p:cNvSpPr>
          <p:nvPr>
            <p:ph type="body" sz="quarter" idx="147"/>
          </p:nvPr>
        </p:nvSpPr>
        <p:spPr>
          <a:xfrm>
            <a:off x="9072035" y="1628210"/>
            <a:ext cx="2713569" cy="4123893"/>
          </a:xfrm>
          <a:prstGeom prst="roundRect">
            <a:avLst>
              <a:gd name="adj" fmla="val 2356"/>
            </a:avLst>
          </a:prstGeom>
          <a:solidFill>
            <a:srgbClr val="FBF8F8"/>
          </a:solidFill>
        </p:spPr>
        <p:txBody>
          <a:bodyPr lIns="274320" tIns="365760" rIns="0"/>
          <a:lstStyle>
            <a:lvl1pPr marL="0" indent="0">
              <a:buNone/>
              <a:defRPr sz="1600">
                <a:solidFill>
                  <a:schemeClr val="tx1"/>
                </a:solidFill>
                <a:latin typeface="+mj-lt"/>
              </a:defRPr>
            </a:lvl1pPr>
            <a:lvl2pPr>
              <a:defRPr sz="1600">
                <a:solidFill>
                  <a:schemeClr val="tx1"/>
                </a:solidFill>
              </a:defRPr>
            </a:lvl2pPr>
            <a:lvl3pPr>
              <a:defRPr sz="1333">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p:txBody>
      </p:sp>
      <p:sp>
        <p:nvSpPr>
          <p:cNvPr id="4" name="Title 9">
            <a:extLst>
              <a:ext uri="{FF2B5EF4-FFF2-40B4-BE49-F238E27FC236}">
                <a16:creationId xmlns:a16="http://schemas.microsoft.com/office/drawing/2014/main" id="{3A467302-5EE0-D2BC-3F4E-D8ED59E4F594}"/>
              </a:ext>
            </a:extLst>
          </p:cNvPr>
          <p:cNvSpPr>
            <a:spLocks noGrp="1"/>
          </p:cNvSpPr>
          <p:nvPr>
            <p:ph type="title" hasCustomPrompt="1"/>
          </p:nvPr>
        </p:nvSpPr>
        <p:spPr>
          <a:xfrm>
            <a:off x="407459" y="919056"/>
            <a:ext cx="7512000" cy="369332"/>
          </a:xfrm>
          <a:prstGeom prst="rect">
            <a:avLst/>
          </a:prstGeom>
        </p:spPr>
        <p:txBody>
          <a:bodyPr wrap="square" lIns="0" tIns="0" rIns="0" bIns="0" anchor="t">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Tree>
    <p:extLst>
      <p:ext uri="{BB962C8B-B14F-4D97-AF65-F5344CB8AC3E}">
        <p14:creationId xmlns:p14="http://schemas.microsoft.com/office/powerpoint/2010/main" val="2943070305"/>
      </p:ext>
    </p:extLst>
  </p:cSld>
  <p:clrMapOvr>
    <a:masterClrMapping/>
  </p:clrMapOvr>
  <p:hf hdr="0" ftr="0" dt="0"/>
  <p:extLst>
    <p:ext uri="{DCECCB84-F9BA-43D5-87BE-67443E8EF086}">
      <p15:sldGuideLst xmlns:p15="http://schemas.microsoft.com/office/powerpoint/2012/main">
        <p15:guide id="1" orient="horz" pos="255">
          <p15:clr>
            <a:srgbClr val="A4A3A4"/>
          </p15:clr>
        </p15:guide>
        <p15:guide id="2" pos="4505">
          <p15:clr>
            <a:srgbClr val="C35EA4"/>
          </p15:clr>
        </p15:guide>
        <p15:guide id="3" pos="3901">
          <p15:clr>
            <a:srgbClr val="C35EA4"/>
          </p15:clr>
        </p15:guide>
        <p15:guide id="4" pos="3779">
          <p15:clr>
            <a:srgbClr val="C35EA4"/>
          </p15:clr>
        </p15:guide>
        <p15:guide id="5" pos="4384">
          <p15:clr>
            <a:srgbClr val="C35EA4"/>
          </p15:clr>
        </p15:guide>
        <p15:guide id="6" pos="3296">
          <p15:clr>
            <a:srgbClr val="C35EA4"/>
          </p15:clr>
        </p15:guide>
        <p15:guide id="7" pos="3175">
          <p15:clr>
            <a:srgbClr val="C35EA4"/>
          </p15:clr>
        </p15:guide>
        <p15:guide id="8" pos="2691">
          <p15:clr>
            <a:srgbClr val="C35EA4"/>
          </p15:clr>
        </p15:guide>
        <p15:guide id="9" pos="4989">
          <p15:clr>
            <a:srgbClr val="C35EA4"/>
          </p15:clr>
        </p15:guide>
        <p15:guide id="10" pos="2570">
          <p15:clr>
            <a:srgbClr val="C35EA4"/>
          </p15:clr>
        </p15:guide>
        <p15:guide id="11" pos="5110">
          <p15:clr>
            <a:srgbClr val="C35EA4"/>
          </p15:clr>
        </p15:guide>
        <p15:guide id="12" pos="5594">
          <p15:clr>
            <a:srgbClr val="C35EA4"/>
          </p15:clr>
        </p15:guide>
        <p15:guide id="13" pos="2086">
          <p15:clr>
            <a:srgbClr val="C35EA4"/>
          </p15:clr>
        </p15:guide>
        <p15:guide id="14" pos="1965">
          <p15:clr>
            <a:srgbClr val="C35EA4"/>
          </p15:clr>
        </p15:guide>
        <p15:guide id="15" pos="5715">
          <p15:clr>
            <a:srgbClr val="C35EA4"/>
          </p15:clr>
        </p15:guide>
        <p15:guide id="16" pos="6199">
          <p15:clr>
            <a:srgbClr val="C35EA4"/>
          </p15:clr>
        </p15:guide>
        <p15:guide id="17" pos="1481">
          <p15:clr>
            <a:srgbClr val="C35EA4"/>
          </p15:clr>
        </p15:guide>
        <p15:guide id="18" pos="1361">
          <p15:clr>
            <a:srgbClr val="C35EA4"/>
          </p15:clr>
        </p15:guide>
        <p15:guide id="19" pos="6319">
          <p15:clr>
            <a:srgbClr val="C35EA4"/>
          </p15:clr>
        </p15:guide>
        <p15:guide id="20" pos="6803">
          <p15:clr>
            <a:srgbClr val="C35EA4"/>
          </p15:clr>
        </p15:guide>
        <p15:guide id="21" pos="877">
          <p15:clr>
            <a:srgbClr val="C35EA4"/>
          </p15:clr>
        </p15:guide>
        <p15:guide id="22" pos="755">
          <p15:clr>
            <a:srgbClr val="C35EA4"/>
          </p15:clr>
        </p15:guide>
        <p15:guide id="23" pos="6925">
          <p15:clr>
            <a:srgbClr val="C35EA4"/>
          </p15:clr>
        </p15:guide>
        <p15:guide id="24" pos="7423">
          <p15:clr>
            <a:srgbClr val="A4A3A4"/>
          </p15:clr>
        </p15:guide>
        <p15:guide id="25" pos="257">
          <p15:clr>
            <a:srgbClr val="A4A3A4"/>
          </p15:clr>
        </p15:guide>
        <p15:guide id="26" orient="horz" pos="4065">
          <p15:clr>
            <a:srgbClr val="A4A3A4"/>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 Light">
    <p:bg>
      <p:bgPr>
        <a:solidFill>
          <a:srgbClr val="FFFFFF"/>
        </a:solidFill>
        <a:effectLst/>
      </p:bgPr>
    </p:bg>
    <p:spTree>
      <p:nvGrpSpPr>
        <p:cNvPr id="1" name=""/>
        <p:cNvGrpSpPr/>
        <p:nvPr/>
      </p:nvGrpSpPr>
      <p:grpSpPr>
        <a:xfrm>
          <a:off x="0" y="0"/>
          <a:ext cx="0" cy="0"/>
          <a:chOff x="0" y="0"/>
          <a:chExt cx="0" cy="0"/>
        </a:xfrm>
      </p:grpSpPr>
      <p:pic>
        <p:nvPicPr>
          <p:cNvPr id="3" name="Xebia" descr="preencoded.png">
            <a:extLst>
              <a:ext uri="{FF2B5EF4-FFF2-40B4-BE49-F238E27FC236}">
                <a16:creationId xmlns:a16="http://schemas.microsoft.com/office/drawing/2014/main" id="{7D652B89-16D3-A81D-A924-8E3B84071E37}"/>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cxnSp>
        <p:nvCxnSpPr>
          <p:cNvPr id="141" name="Straight Connector 140">
            <a:extLst>
              <a:ext uri="{FF2B5EF4-FFF2-40B4-BE49-F238E27FC236}">
                <a16:creationId xmlns:a16="http://schemas.microsoft.com/office/drawing/2014/main" id="{BA2C4591-EAE8-5F38-8D57-8D069553CBC7}"/>
              </a:ext>
            </a:extLst>
          </p:cNvPr>
          <p:cNvCxnSpPr>
            <a:cxnSpLocks/>
          </p:cNvCxnSpPr>
          <p:nvPr/>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Slide Number Placeholder 4">
            <a:extLst>
              <a:ext uri="{FF2B5EF4-FFF2-40B4-BE49-F238E27FC236}">
                <a16:creationId xmlns:a16="http://schemas.microsoft.com/office/drawing/2014/main" id="{68B03FB4-140A-4D5A-635B-E01C93D68058}"/>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B55D9570-D3FC-6D43-AC32-D988B1849109}" type="slidenum">
              <a:rPr lang="en-PL" smtClean="0"/>
              <a:pPr/>
              <a:t>‹#›</a:t>
            </a:fld>
            <a:endParaRPr lang="en-PL"/>
          </a:p>
        </p:txBody>
      </p:sp>
      <p:sp>
        <p:nvSpPr>
          <p:cNvPr id="8" name="Symbol zastępczy stopki 1">
            <a:extLst>
              <a:ext uri="{FF2B5EF4-FFF2-40B4-BE49-F238E27FC236}">
                <a16:creationId xmlns:a16="http://schemas.microsoft.com/office/drawing/2014/main" id="{094DDF56-CCE7-D92D-8600-CF67BFF1A579}"/>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11" name="Text 0">
            <a:extLst>
              <a:ext uri="{FF2B5EF4-FFF2-40B4-BE49-F238E27FC236}">
                <a16:creationId xmlns:a16="http://schemas.microsoft.com/office/drawing/2014/main" id="{200C484E-2717-FCCD-102F-0DD295A3E8EF}"/>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4" name="Text Placeholder 22">
            <a:extLst>
              <a:ext uri="{FF2B5EF4-FFF2-40B4-BE49-F238E27FC236}">
                <a16:creationId xmlns:a16="http://schemas.microsoft.com/office/drawing/2014/main" id="{4DD8291B-99FA-2509-2E92-4E05094A46BF}"/>
              </a:ext>
            </a:extLst>
          </p:cNvPr>
          <p:cNvSpPr>
            <a:spLocks noGrp="1"/>
          </p:cNvSpPr>
          <p:nvPr>
            <p:ph type="body" sz="quarter" idx="136" hasCustomPrompt="1"/>
          </p:nvPr>
        </p:nvSpPr>
        <p:spPr>
          <a:xfrm>
            <a:off x="3311526" y="1233245"/>
            <a:ext cx="8480423" cy="2154436"/>
          </a:xfrm>
          <a:prstGeom prst="rect">
            <a:avLst/>
          </a:prstGeom>
        </p:spPr>
        <p:txBody>
          <a:bodyPr wrap="square" lIns="0" tIns="0" rIns="0" bIns="0" anchor="b">
            <a:spAutoFit/>
          </a:bodyPr>
          <a:lstStyle>
            <a:lvl1pPr marL="0" indent="0">
              <a:lnSpc>
                <a:spcPct val="100000"/>
              </a:lnSpc>
              <a:buNone/>
              <a:defRPr sz="2800">
                <a:solidFill>
                  <a:schemeClr val="tx1"/>
                </a:solidFill>
                <a:latin typeface="+mj-lt"/>
              </a:defRPr>
            </a:lvl1pPr>
          </a:lstStyle>
          <a:p>
            <a:pPr lvl="0"/>
            <a:r>
              <a:rPr lang="en-US"/>
              <a:t>Xebia is a pioneering Software Engineering and IT consultancy company, transforming and executing at the intersection of Domain and Technology to create digital leaders for our people, clients, partners, and communities</a:t>
            </a:r>
          </a:p>
        </p:txBody>
      </p:sp>
      <p:sp>
        <p:nvSpPr>
          <p:cNvPr id="5" name="Picture Placeholder 13">
            <a:extLst>
              <a:ext uri="{FF2B5EF4-FFF2-40B4-BE49-F238E27FC236}">
                <a16:creationId xmlns:a16="http://schemas.microsoft.com/office/drawing/2014/main" id="{3953204C-087F-D9B8-C5B9-2A5D81042900}"/>
              </a:ext>
            </a:extLst>
          </p:cNvPr>
          <p:cNvSpPr>
            <a:spLocks noGrp="1"/>
          </p:cNvSpPr>
          <p:nvPr>
            <p:ph type="pic" sz="quarter" idx="148"/>
          </p:nvPr>
        </p:nvSpPr>
        <p:spPr>
          <a:xfrm>
            <a:off x="416984" y="1378582"/>
            <a:ext cx="633040" cy="633600"/>
          </a:xfrm>
          <a:prstGeom prst="ellipse">
            <a:avLst/>
          </a:prstGeom>
        </p:spPr>
        <p:txBody>
          <a:bodyPr anchor="ctr"/>
          <a:lstStyle>
            <a:lvl1pPr marL="0" indent="0" algn="ctr">
              <a:buNone/>
              <a:defRPr sz="800">
                <a:solidFill>
                  <a:schemeClr val="tx1"/>
                </a:solidFill>
              </a:defRPr>
            </a:lvl1pPr>
          </a:lstStyle>
          <a:p>
            <a:r>
              <a:rPr lang="en-US"/>
              <a:t>Click icon to add picture</a:t>
            </a:r>
          </a:p>
        </p:txBody>
      </p:sp>
      <p:sp>
        <p:nvSpPr>
          <p:cNvPr id="7" name="Text Placeholder 2">
            <a:extLst>
              <a:ext uri="{FF2B5EF4-FFF2-40B4-BE49-F238E27FC236}">
                <a16:creationId xmlns:a16="http://schemas.microsoft.com/office/drawing/2014/main" id="{8BDE256F-C8B2-A0C6-7CA8-597AEF4E9C95}"/>
              </a:ext>
            </a:extLst>
          </p:cNvPr>
          <p:cNvSpPr>
            <a:spLocks noGrp="1"/>
          </p:cNvSpPr>
          <p:nvPr>
            <p:ph type="body" sz="quarter" idx="141"/>
          </p:nvPr>
        </p:nvSpPr>
        <p:spPr>
          <a:xfrm>
            <a:off x="406403" y="2080807"/>
            <a:ext cx="1945215" cy="157992"/>
          </a:xfrm>
          <a:prstGeom prst="rect">
            <a:avLst/>
          </a:prstGeom>
        </p:spPr>
        <p:txBody>
          <a:bodyPr wrap="square" lIns="0" tIns="0" rIns="0" bIns="0">
            <a:spAutoFit/>
          </a:bodyPr>
          <a:lstStyle>
            <a:lvl1pPr marL="0" indent="0">
              <a:lnSpc>
                <a:spcPts val="1387"/>
              </a:lnSpc>
              <a:spcBef>
                <a:spcPts val="933"/>
              </a:spcBef>
              <a:buFontTx/>
              <a:buNone/>
              <a:defRPr sz="800">
                <a:solidFill>
                  <a:schemeClr val="tx1"/>
                </a:solidFill>
              </a:defRPr>
            </a:lvl1pPr>
            <a:lvl2pPr marL="304831" indent="0">
              <a:buFontTx/>
              <a:buNone/>
              <a:defRPr sz="800">
                <a:solidFill>
                  <a:schemeClr val="tx1"/>
                </a:solidFill>
              </a:defRPr>
            </a:lvl2pPr>
            <a:lvl3pPr marL="609660" indent="0">
              <a:buFontTx/>
              <a:buNone/>
              <a:defRPr sz="800">
                <a:solidFill>
                  <a:schemeClr val="tx1"/>
                </a:solidFill>
              </a:defRPr>
            </a:lvl3pPr>
            <a:lvl4pPr marL="914492" indent="0">
              <a:buFontTx/>
              <a:buNone/>
              <a:defRPr sz="800">
                <a:solidFill>
                  <a:schemeClr val="tx1"/>
                </a:solidFill>
              </a:defRPr>
            </a:lvl4pPr>
            <a:lvl5pPr marL="1219322" indent="0">
              <a:buFontTx/>
              <a:buNone/>
              <a:defRPr sz="800">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1188206856"/>
      </p:ext>
    </p:extLst>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Quote / Dark">
    <p:bg>
      <p:bgPr>
        <a:solidFill>
          <a:srgbClr val="140025"/>
        </a:solidFill>
        <a:effectLst/>
      </p:bgPr>
    </p:bg>
    <p:spTree>
      <p:nvGrpSpPr>
        <p:cNvPr id="1" name=""/>
        <p:cNvGrpSpPr/>
        <p:nvPr/>
      </p:nvGrpSpPr>
      <p:grpSpPr>
        <a:xfrm>
          <a:off x="0" y="0"/>
          <a:ext cx="0" cy="0"/>
          <a:chOff x="0" y="0"/>
          <a:chExt cx="0" cy="0"/>
        </a:xfrm>
      </p:grpSpPr>
      <p:pic>
        <p:nvPicPr>
          <p:cNvPr id="3" name="Xebia" descr="preencoded.png">
            <a:extLst>
              <a:ext uri="{FF2B5EF4-FFF2-40B4-BE49-F238E27FC236}">
                <a16:creationId xmlns:a16="http://schemas.microsoft.com/office/drawing/2014/main" id="{7D652B89-16D3-A81D-A924-8E3B84071E37}"/>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sp>
        <p:nvSpPr>
          <p:cNvPr id="9" name="Text Placeholder 22">
            <a:extLst>
              <a:ext uri="{FF2B5EF4-FFF2-40B4-BE49-F238E27FC236}">
                <a16:creationId xmlns:a16="http://schemas.microsoft.com/office/drawing/2014/main" id="{BA107655-FABA-0A78-DECD-D145BCC5F8D6}"/>
              </a:ext>
            </a:extLst>
          </p:cNvPr>
          <p:cNvSpPr>
            <a:spLocks noGrp="1"/>
          </p:cNvSpPr>
          <p:nvPr>
            <p:ph type="body" sz="quarter" idx="136" hasCustomPrompt="1"/>
          </p:nvPr>
        </p:nvSpPr>
        <p:spPr>
          <a:xfrm>
            <a:off x="3311526" y="1233245"/>
            <a:ext cx="8480423" cy="2154436"/>
          </a:xfrm>
          <a:prstGeom prst="rect">
            <a:avLst/>
          </a:prstGeom>
        </p:spPr>
        <p:txBody>
          <a:bodyPr wrap="square" lIns="0" tIns="0" rIns="0" bIns="0" anchor="b">
            <a:spAutoFit/>
          </a:bodyPr>
          <a:lstStyle>
            <a:lvl1pPr marL="0" indent="0">
              <a:lnSpc>
                <a:spcPct val="100000"/>
              </a:lnSpc>
              <a:buNone/>
              <a:defRPr sz="2800">
                <a:solidFill>
                  <a:schemeClr val="bg1"/>
                </a:solidFill>
                <a:latin typeface="+mj-lt"/>
              </a:defRPr>
            </a:lvl1pPr>
          </a:lstStyle>
          <a:p>
            <a:pPr lvl="0"/>
            <a:r>
              <a:rPr lang="en-US"/>
              <a:t>Xebia is a pioneering Software Engineering and IT consultancy company, transforming and executing at the intersection of Domain and Technology to create digital leaders for our people, clients, partners, and communities</a:t>
            </a:r>
          </a:p>
        </p:txBody>
      </p:sp>
      <p:sp>
        <p:nvSpPr>
          <p:cNvPr id="14" name="Picture Placeholder 13">
            <a:extLst>
              <a:ext uri="{FF2B5EF4-FFF2-40B4-BE49-F238E27FC236}">
                <a16:creationId xmlns:a16="http://schemas.microsoft.com/office/drawing/2014/main" id="{D9AC3B1B-FBA0-A50F-E606-88715403B1BB}"/>
              </a:ext>
            </a:extLst>
          </p:cNvPr>
          <p:cNvSpPr>
            <a:spLocks noGrp="1"/>
          </p:cNvSpPr>
          <p:nvPr>
            <p:ph type="pic" sz="quarter" idx="148"/>
          </p:nvPr>
        </p:nvSpPr>
        <p:spPr>
          <a:xfrm>
            <a:off x="416984" y="1378582"/>
            <a:ext cx="633040" cy="633600"/>
          </a:xfrm>
          <a:prstGeom prst="ellipse">
            <a:avLst/>
          </a:prstGeom>
        </p:spPr>
        <p:txBody>
          <a:bodyPr anchor="ctr"/>
          <a:lstStyle>
            <a:lvl1pPr marL="0" indent="0" algn="ctr">
              <a:buNone/>
              <a:defRPr sz="800"/>
            </a:lvl1pPr>
          </a:lstStyle>
          <a:p>
            <a:r>
              <a:rPr lang="en-US"/>
              <a:t>Click icon to add picture</a:t>
            </a:r>
          </a:p>
        </p:txBody>
      </p:sp>
      <p:sp>
        <p:nvSpPr>
          <p:cNvPr id="2" name="Text Placeholder 2">
            <a:extLst>
              <a:ext uri="{FF2B5EF4-FFF2-40B4-BE49-F238E27FC236}">
                <a16:creationId xmlns:a16="http://schemas.microsoft.com/office/drawing/2014/main" id="{7CD236E0-EEBE-1169-41C9-0F312DF14F67}"/>
              </a:ext>
            </a:extLst>
          </p:cNvPr>
          <p:cNvSpPr>
            <a:spLocks noGrp="1"/>
          </p:cNvSpPr>
          <p:nvPr>
            <p:ph type="body" sz="quarter" idx="141"/>
          </p:nvPr>
        </p:nvSpPr>
        <p:spPr>
          <a:xfrm>
            <a:off x="406403" y="2080807"/>
            <a:ext cx="1945215" cy="157992"/>
          </a:xfrm>
          <a:prstGeom prst="rect">
            <a:avLst/>
          </a:prstGeom>
        </p:spPr>
        <p:txBody>
          <a:bodyPr wrap="square" lIns="0" tIns="0" rIns="0" bIns="0">
            <a:spAutoFit/>
          </a:bodyPr>
          <a:lstStyle>
            <a:lvl1pPr marL="0" indent="0">
              <a:lnSpc>
                <a:spcPts val="1387"/>
              </a:lnSpc>
              <a:spcBef>
                <a:spcPts val="933"/>
              </a:spcBef>
              <a:buFontTx/>
              <a:buNone/>
              <a:defRPr sz="800">
                <a:solidFill>
                  <a:schemeClr val="bg1"/>
                </a:solidFill>
              </a:defRPr>
            </a:lvl1pPr>
            <a:lvl2pPr marL="304831" indent="0">
              <a:buFontTx/>
              <a:buNone/>
              <a:defRPr sz="800">
                <a:solidFill>
                  <a:schemeClr val="tx1"/>
                </a:solidFill>
              </a:defRPr>
            </a:lvl2pPr>
            <a:lvl3pPr marL="609660" indent="0">
              <a:buFontTx/>
              <a:buNone/>
              <a:defRPr sz="800">
                <a:solidFill>
                  <a:schemeClr val="tx1"/>
                </a:solidFill>
              </a:defRPr>
            </a:lvl3pPr>
            <a:lvl4pPr marL="914492" indent="0">
              <a:buFontTx/>
              <a:buNone/>
              <a:defRPr sz="800">
                <a:solidFill>
                  <a:schemeClr val="tx1"/>
                </a:solidFill>
              </a:defRPr>
            </a:lvl4pPr>
            <a:lvl5pPr marL="1219322" indent="0">
              <a:buFontTx/>
              <a:buNone/>
              <a:defRPr sz="800">
                <a:solidFill>
                  <a:schemeClr val="tx1"/>
                </a:solidFill>
              </a:defRPr>
            </a:lvl5pPr>
          </a:lstStyle>
          <a:p>
            <a:pPr lvl="0"/>
            <a:r>
              <a:rPr lang="en-US"/>
              <a:t>Click to edit Master text styles</a:t>
            </a:r>
          </a:p>
        </p:txBody>
      </p:sp>
      <p:cxnSp>
        <p:nvCxnSpPr>
          <p:cNvPr id="4" name="Straight Connector 3">
            <a:extLst>
              <a:ext uri="{FF2B5EF4-FFF2-40B4-BE49-F238E27FC236}">
                <a16:creationId xmlns:a16="http://schemas.microsoft.com/office/drawing/2014/main" id="{00DF5B7D-2B86-4E3D-2BDE-FA9FB02EADBE}"/>
              </a:ext>
            </a:extLst>
          </p:cNvPr>
          <p:cNvCxnSpPr/>
          <p:nvPr/>
        </p:nvCxnSpPr>
        <p:spPr>
          <a:xfrm>
            <a:off x="350268" y="698500"/>
            <a:ext cx="11441683" cy="0"/>
          </a:xfrm>
          <a:prstGeom prst="line">
            <a:avLst/>
          </a:prstGeom>
          <a:ln>
            <a:solidFill>
              <a:schemeClr val="bg1">
                <a:alpha val="53000"/>
              </a:schemeClr>
            </a:solidFill>
          </a:ln>
        </p:spPr>
        <p:style>
          <a:lnRef idx="1">
            <a:schemeClr val="accent1"/>
          </a:lnRef>
          <a:fillRef idx="0">
            <a:schemeClr val="accent1"/>
          </a:fillRef>
          <a:effectRef idx="0">
            <a:schemeClr val="accent1"/>
          </a:effectRef>
          <a:fontRef idx="minor">
            <a:schemeClr val="tx1"/>
          </a:fontRef>
        </p:style>
      </p:cxnSp>
      <p:sp>
        <p:nvSpPr>
          <p:cNvPr id="12" name="Slide Number Placeholder 4">
            <a:extLst>
              <a:ext uri="{FF2B5EF4-FFF2-40B4-BE49-F238E27FC236}">
                <a16:creationId xmlns:a16="http://schemas.microsoft.com/office/drawing/2014/main" id="{218A4E75-DE50-C130-DDE0-4B6BC522C97D}"/>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B55D9570-D3FC-6D43-AC32-D988B1849109}" type="slidenum">
              <a:rPr lang="en-PL" smtClean="0"/>
              <a:pPr/>
              <a:t>‹#›</a:t>
            </a:fld>
            <a:endParaRPr lang="en-PL"/>
          </a:p>
        </p:txBody>
      </p:sp>
      <p:sp>
        <p:nvSpPr>
          <p:cNvPr id="13" name="Symbol zastępczy stopki 1">
            <a:extLst>
              <a:ext uri="{FF2B5EF4-FFF2-40B4-BE49-F238E27FC236}">
                <a16:creationId xmlns:a16="http://schemas.microsoft.com/office/drawing/2014/main" id="{FBE6CB86-1994-701F-ADE1-95B12E171FDF}"/>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16" name="Text 0">
            <a:extLst>
              <a:ext uri="{FF2B5EF4-FFF2-40B4-BE49-F238E27FC236}">
                <a16:creationId xmlns:a16="http://schemas.microsoft.com/office/drawing/2014/main" id="{12F95AAF-654B-5054-647C-6E7273FD45A4}"/>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bg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Tree>
    <p:extLst>
      <p:ext uri="{BB962C8B-B14F-4D97-AF65-F5344CB8AC3E}">
        <p14:creationId xmlns:p14="http://schemas.microsoft.com/office/powerpoint/2010/main" val="81364741"/>
      </p:ext>
    </p:extLst>
  </p:cSld>
  <p:clrMapOvr>
    <a:masterClrMapping/>
  </p:clrMapOvr>
  <p:hf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_Intro 01">
    <p:bg>
      <p:bgRef idx="1001">
        <a:schemeClr val="bg1"/>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608D89D3-9418-5FFE-0213-3AB34E69F3A5}"/>
              </a:ext>
            </a:extLst>
          </p:cNvPr>
          <p:cNvSpPr/>
          <p:nvPr userDrawn="1"/>
        </p:nvSpPr>
        <p:spPr>
          <a:xfrm>
            <a:off x="8112125" y="901699"/>
            <a:ext cx="3679824" cy="5365665"/>
          </a:xfrm>
          <a:prstGeom prst="roundRect">
            <a:avLst>
              <a:gd name="adj" fmla="val 960"/>
            </a:avLst>
          </a:prstGeom>
          <a:solidFill>
            <a:srgbClr val="150026"/>
          </a:solid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800"/>
          </a:p>
        </p:txBody>
      </p:sp>
      <p:pic>
        <p:nvPicPr>
          <p:cNvPr id="2" name="Xebia" descr="preencoded.png">
            <a:extLst>
              <a:ext uri="{FF2B5EF4-FFF2-40B4-BE49-F238E27FC236}">
                <a16:creationId xmlns:a16="http://schemas.microsoft.com/office/drawing/2014/main" id="{23AB0DDA-E341-A60B-77FA-C291FC0BD32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userDrawn="1"/>
        </p:nvPicPr>
        <p:blipFill>
          <a:blip r:embed="rId4"/>
          <a:srcRect/>
          <a:stretch/>
        </p:blipFill>
        <p:spPr>
          <a:xfrm>
            <a:off x="406400" y="526699"/>
            <a:ext cx="0" cy="2400"/>
          </a:xfrm>
          <a:prstGeom prst="rect">
            <a:avLst/>
          </a:prstGeom>
          <a:noFill/>
        </p:spPr>
      </p:pic>
      <p:sp>
        <p:nvSpPr>
          <p:cNvPr id="16" name="Text Placeholder 2">
            <a:extLst>
              <a:ext uri="{FF2B5EF4-FFF2-40B4-BE49-F238E27FC236}">
                <a16:creationId xmlns:a16="http://schemas.microsoft.com/office/drawing/2014/main" id="{D8372643-3B7C-6294-FD18-89DDF20FE750}"/>
              </a:ext>
            </a:extLst>
          </p:cNvPr>
          <p:cNvSpPr>
            <a:spLocks noGrp="1"/>
          </p:cNvSpPr>
          <p:nvPr>
            <p:ph type="body" sz="quarter" idx="147" hasCustomPrompt="1"/>
          </p:nvPr>
        </p:nvSpPr>
        <p:spPr>
          <a:xfrm>
            <a:off x="406401" y="2129102"/>
            <a:ext cx="7514167" cy="3679597"/>
          </a:xfrm>
          <a:prstGeom prst="rect">
            <a:avLst/>
          </a:prstGeom>
        </p:spPr>
        <p:txBody>
          <a:bodyPr wrap="square" lIns="0" tIns="0" rIns="0" bIns="0" numCol="2" spcCol="332640" anchor="t">
            <a:spAutoFit/>
          </a:bodyPr>
          <a:lstStyle>
            <a:lvl1pPr marL="0" marR="0" indent="0" algn="l" defTabSz="609660" rtl="0" eaLnBrk="1" fontAlgn="auto" latinLnBrk="0" hangingPunct="1">
              <a:lnSpc>
                <a:spcPts val="1387"/>
              </a:lnSpc>
              <a:spcBef>
                <a:spcPts val="933"/>
              </a:spcBef>
              <a:spcAft>
                <a:spcPts val="0"/>
              </a:spcAft>
              <a:buClrTx/>
              <a:buSzTx/>
              <a:buFontTx/>
              <a:buNone/>
              <a:tabLst/>
              <a:defRPr sz="1067">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 In id cursus mi </a:t>
            </a:r>
            <a:r>
              <a:rPr lang="en-US" err="1"/>
              <a:t>pretium</a:t>
            </a:r>
            <a:r>
              <a:rPr lang="en-US"/>
              <a:t> </a:t>
            </a:r>
            <a:r>
              <a:rPr lang="en-US" err="1"/>
              <a:t>tellus</a:t>
            </a:r>
            <a:r>
              <a:rPr lang="en-US"/>
              <a:t> </a:t>
            </a:r>
            <a:r>
              <a:rPr lang="en-US" err="1"/>
              <a:t>duis</a:t>
            </a:r>
            <a:r>
              <a:rPr lang="en-US"/>
              <a:t> convallis. Tempus </a:t>
            </a:r>
            <a:r>
              <a:rPr lang="en-US" err="1"/>
              <a:t>leo</a:t>
            </a:r>
            <a:r>
              <a:rPr lang="en-US"/>
              <a:t> </a:t>
            </a:r>
            <a:r>
              <a:rPr lang="en-US" err="1"/>
              <a:t>eu</a:t>
            </a:r>
            <a:r>
              <a:rPr lang="en-US"/>
              <a:t> </a:t>
            </a:r>
            <a:r>
              <a:rPr lang="en-US" err="1"/>
              <a:t>aenean</a:t>
            </a:r>
            <a:r>
              <a:rPr lang="en-US"/>
              <a:t> sed diam </a:t>
            </a:r>
            <a:r>
              <a:rPr lang="en-US" err="1"/>
              <a:t>urna</a:t>
            </a:r>
            <a:r>
              <a:rPr lang="en-US"/>
              <a:t> </a:t>
            </a:r>
            <a:r>
              <a:rPr lang="en-US" err="1"/>
              <a:t>tempor</a:t>
            </a:r>
            <a:r>
              <a:rPr lang="en-US"/>
              <a:t>. Pulvinar </a:t>
            </a:r>
            <a:r>
              <a:rPr lang="en-US" err="1"/>
              <a:t>vivamus</a:t>
            </a:r>
            <a:r>
              <a:rPr lang="en-US"/>
              <a:t> </a:t>
            </a:r>
            <a:r>
              <a:rPr lang="en-US" err="1"/>
              <a:t>fringilla</a:t>
            </a:r>
            <a:r>
              <a:rPr lang="en-US"/>
              <a:t> </a:t>
            </a:r>
            <a:r>
              <a:rPr lang="en-US" err="1"/>
              <a:t>lacus</a:t>
            </a:r>
            <a:r>
              <a:rPr lang="en-US"/>
              <a:t> </a:t>
            </a:r>
            <a:r>
              <a:rPr lang="en-US" err="1"/>
              <a:t>nec</a:t>
            </a:r>
            <a:r>
              <a:rPr lang="en-US"/>
              <a:t> </a:t>
            </a:r>
            <a:r>
              <a:rPr lang="en-US" err="1"/>
              <a:t>metus</a:t>
            </a:r>
            <a:r>
              <a:rPr lang="en-US"/>
              <a:t> </a:t>
            </a:r>
            <a:r>
              <a:rPr lang="en-US" err="1"/>
              <a:t>bibendum</a:t>
            </a:r>
            <a:r>
              <a:rPr lang="en-US"/>
              <a:t> </a:t>
            </a:r>
            <a:r>
              <a:rPr lang="en-US" err="1"/>
              <a:t>egestas</a:t>
            </a:r>
            <a:r>
              <a:rPr lang="en-US"/>
              <a:t>. </a:t>
            </a:r>
            <a:r>
              <a:rPr lang="en-US" err="1"/>
              <a:t>Iaculis</a:t>
            </a:r>
            <a:r>
              <a:rPr lang="en-US"/>
              <a:t> </a:t>
            </a:r>
            <a:r>
              <a:rPr lang="en-US" err="1"/>
              <a:t>massa</a:t>
            </a:r>
            <a:r>
              <a:rPr lang="en-US"/>
              <a:t> </a:t>
            </a:r>
            <a:r>
              <a:rPr lang="en-US" err="1"/>
              <a:t>nisl</a:t>
            </a:r>
            <a:r>
              <a:rPr lang="en-US"/>
              <a:t> </a:t>
            </a:r>
            <a:r>
              <a:rPr lang="en-US" err="1"/>
              <a:t>malesuada</a:t>
            </a:r>
            <a:r>
              <a:rPr lang="en-US"/>
              <a:t> lacinia integer </a:t>
            </a:r>
            <a:r>
              <a:rPr lang="en-US" err="1"/>
              <a:t>nunc</a:t>
            </a:r>
            <a:r>
              <a:rPr lang="en-US"/>
              <a:t> </a:t>
            </a:r>
            <a:r>
              <a:rPr lang="en-US" err="1"/>
              <a:t>posuere</a:t>
            </a:r>
            <a:r>
              <a:rPr lang="en-US"/>
              <a:t>. Ut </a:t>
            </a:r>
            <a:r>
              <a:rPr lang="en-US" err="1"/>
              <a:t>hendrerit</a:t>
            </a:r>
            <a:r>
              <a:rPr lang="en-US"/>
              <a:t> semper vel class </a:t>
            </a:r>
            <a:r>
              <a:rPr lang="en-US" err="1"/>
              <a:t>aptent</a:t>
            </a:r>
            <a:r>
              <a:rPr lang="en-US"/>
              <a:t> </a:t>
            </a:r>
            <a:r>
              <a:rPr lang="en-US" err="1"/>
              <a:t>taciti</a:t>
            </a:r>
            <a:r>
              <a:rPr lang="en-US"/>
              <a:t> </a:t>
            </a:r>
            <a:r>
              <a:rPr lang="en-US" err="1"/>
              <a:t>sociosqu</a:t>
            </a:r>
            <a:r>
              <a:rPr lang="en-US"/>
              <a:t>. Ad </a:t>
            </a:r>
            <a:r>
              <a:rPr lang="en-US" err="1"/>
              <a:t>litora</a:t>
            </a:r>
            <a:r>
              <a:rPr lang="en-US"/>
              <a:t> </a:t>
            </a:r>
            <a:r>
              <a:rPr lang="en-US" err="1"/>
              <a:t>torquent</a:t>
            </a:r>
            <a:r>
              <a:rPr lang="en-US"/>
              <a:t> per </a:t>
            </a:r>
            <a:r>
              <a:rPr lang="en-US" err="1"/>
              <a:t>conubia</a:t>
            </a:r>
            <a:r>
              <a:rPr lang="en-US"/>
              <a:t> nostra </a:t>
            </a:r>
            <a:r>
              <a:rPr lang="en-US" err="1"/>
              <a:t>inceptos</a:t>
            </a:r>
            <a:r>
              <a:rPr lang="en-US"/>
              <a:t> </a:t>
            </a:r>
            <a:r>
              <a:rPr lang="en-US" err="1"/>
              <a:t>himenaeos</a:t>
            </a:r>
            <a:r>
              <a:rPr lang="en-US"/>
              <a:t>.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 In id cursus mi </a:t>
            </a:r>
            <a:r>
              <a:rPr lang="en-US" err="1"/>
              <a:t>pretium</a:t>
            </a:r>
            <a:r>
              <a:rPr lang="en-US"/>
              <a:t> </a:t>
            </a:r>
            <a:r>
              <a:rPr lang="en-US" err="1"/>
              <a:t>tellus</a:t>
            </a:r>
            <a:r>
              <a:rPr lang="en-US"/>
              <a:t> </a:t>
            </a:r>
            <a:r>
              <a:rPr lang="en-US" err="1"/>
              <a:t>duis</a:t>
            </a:r>
            <a:r>
              <a:rPr lang="en-US"/>
              <a:t> convallis. Tempus </a:t>
            </a:r>
            <a:r>
              <a:rPr lang="en-US" err="1"/>
              <a:t>leo</a:t>
            </a:r>
            <a:r>
              <a:rPr lang="en-US"/>
              <a:t> </a:t>
            </a:r>
            <a:r>
              <a:rPr lang="en-US" err="1"/>
              <a:t>eu</a:t>
            </a:r>
            <a:r>
              <a:rPr lang="en-US"/>
              <a:t> </a:t>
            </a:r>
            <a:r>
              <a:rPr lang="en-US" err="1"/>
              <a:t>aenean</a:t>
            </a:r>
            <a:r>
              <a:rPr lang="en-US"/>
              <a:t> sed diam </a:t>
            </a:r>
            <a:r>
              <a:rPr lang="en-US" err="1"/>
              <a:t>urna</a:t>
            </a:r>
            <a:r>
              <a:rPr lang="en-US"/>
              <a:t> </a:t>
            </a:r>
            <a:r>
              <a:rPr lang="en-US" err="1"/>
              <a:t>tempor</a:t>
            </a:r>
            <a:r>
              <a:rPr lang="en-US"/>
              <a:t>. Pulvinar </a:t>
            </a:r>
            <a:r>
              <a:rPr lang="en-US" err="1"/>
              <a:t>vivamus</a:t>
            </a:r>
            <a:r>
              <a:rPr lang="en-US"/>
              <a:t> </a:t>
            </a:r>
            <a:r>
              <a:rPr lang="en-US" err="1"/>
              <a:t>fringilla</a:t>
            </a:r>
            <a:r>
              <a:rPr lang="en-US"/>
              <a:t> </a:t>
            </a:r>
            <a:r>
              <a:rPr lang="en-US" err="1"/>
              <a:t>lacus</a:t>
            </a:r>
            <a:r>
              <a:rPr lang="en-US"/>
              <a:t> </a:t>
            </a:r>
            <a:r>
              <a:rPr lang="en-US" err="1"/>
              <a:t>nec</a:t>
            </a:r>
            <a:r>
              <a:rPr lang="en-US"/>
              <a:t> </a:t>
            </a:r>
            <a:r>
              <a:rPr lang="en-US" err="1"/>
              <a:t>metus</a:t>
            </a:r>
            <a:r>
              <a:rPr lang="en-US"/>
              <a:t> </a:t>
            </a:r>
            <a:r>
              <a:rPr lang="en-US" err="1"/>
              <a:t>bibendum</a:t>
            </a:r>
            <a:r>
              <a:rPr lang="en-US"/>
              <a:t> </a:t>
            </a:r>
            <a:r>
              <a:rPr lang="en-US" err="1"/>
              <a:t>egestas</a:t>
            </a:r>
            <a:r>
              <a:rPr lang="en-US"/>
              <a:t>. </a:t>
            </a:r>
            <a:r>
              <a:rPr lang="en-US" err="1"/>
              <a:t>Iaculis</a:t>
            </a:r>
            <a:r>
              <a:rPr lang="en-US"/>
              <a:t> </a:t>
            </a:r>
            <a:r>
              <a:rPr lang="en-US" err="1"/>
              <a:t>massa</a:t>
            </a:r>
            <a:r>
              <a:rPr lang="en-US"/>
              <a:t> </a:t>
            </a:r>
            <a:r>
              <a:rPr lang="en-US" err="1"/>
              <a:t>nisl</a:t>
            </a:r>
            <a:r>
              <a:rPr lang="en-US"/>
              <a:t> </a:t>
            </a:r>
            <a:r>
              <a:rPr lang="en-US" err="1"/>
              <a:t>malesuada</a:t>
            </a:r>
            <a:r>
              <a:rPr lang="en-US"/>
              <a:t> lacinia integer </a:t>
            </a:r>
            <a:r>
              <a:rPr lang="en-US" err="1"/>
              <a:t>nunc</a:t>
            </a:r>
            <a:r>
              <a:rPr lang="en-US"/>
              <a:t> </a:t>
            </a:r>
            <a:r>
              <a:rPr lang="en-US" err="1"/>
              <a:t>posuere</a:t>
            </a:r>
            <a:r>
              <a:rPr lang="en-US"/>
              <a:t>. </a:t>
            </a:r>
          </a:p>
          <a:p>
            <a:pPr lvl="0"/>
            <a:endParaRPr lang="en-US"/>
          </a:p>
          <a:p>
            <a:pPr lvl="0"/>
            <a:endParaRPr lang="en-US"/>
          </a:p>
          <a:p>
            <a:pPr lvl="0"/>
            <a:endParaRPr lang="en-US"/>
          </a:p>
          <a:p>
            <a:pPr lvl="0"/>
            <a:endParaRPr lang="en-US"/>
          </a:p>
          <a:p>
            <a:pPr marL="0" marR="0" lvl="0" indent="0" algn="l" defTabSz="609660" rtl="0" eaLnBrk="1" fontAlgn="auto" latinLnBrk="0" hangingPunct="1">
              <a:lnSpc>
                <a:spcPts val="1387"/>
              </a:lnSpc>
              <a:spcBef>
                <a:spcPts val="933"/>
              </a:spcBef>
              <a:spcAft>
                <a:spcPts val="0"/>
              </a:spcAft>
              <a:buClrTx/>
              <a:buSzTx/>
              <a:buFontTx/>
              <a:buNone/>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 In id cursus mi </a:t>
            </a:r>
            <a:r>
              <a:rPr lang="en-US" err="1"/>
              <a:t>pretium</a:t>
            </a:r>
            <a:r>
              <a:rPr lang="en-US"/>
              <a:t> </a:t>
            </a:r>
            <a:r>
              <a:rPr lang="en-US" err="1"/>
              <a:t>tellus</a:t>
            </a:r>
            <a:r>
              <a:rPr lang="en-US"/>
              <a:t> </a:t>
            </a:r>
            <a:r>
              <a:rPr lang="en-US" err="1"/>
              <a:t>duis</a:t>
            </a:r>
            <a:r>
              <a:rPr lang="en-US"/>
              <a:t> convallis. Tempus </a:t>
            </a:r>
            <a:r>
              <a:rPr lang="en-US" err="1"/>
              <a:t>leo</a:t>
            </a:r>
            <a:r>
              <a:rPr lang="en-US"/>
              <a:t> </a:t>
            </a:r>
            <a:r>
              <a:rPr lang="en-US" err="1"/>
              <a:t>eu</a:t>
            </a:r>
            <a:r>
              <a:rPr lang="en-US"/>
              <a:t> </a:t>
            </a:r>
            <a:r>
              <a:rPr lang="en-US" err="1"/>
              <a:t>aenean</a:t>
            </a:r>
            <a:r>
              <a:rPr lang="en-US"/>
              <a:t> sed diam </a:t>
            </a:r>
            <a:r>
              <a:rPr lang="en-US" err="1"/>
              <a:t>urna</a:t>
            </a:r>
            <a:r>
              <a:rPr lang="en-US"/>
              <a:t> </a:t>
            </a:r>
            <a:r>
              <a:rPr lang="en-US" err="1"/>
              <a:t>tempor</a:t>
            </a:r>
            <a:r>
              <a:rPr lang="en-US"/>
              <a:t>. Pulvinar </a:t>
            </a:r>
            <a:r>
              <a:rPr lang="en-US" err="1"/>
              <a:t>vivamus</a:t>
            </a:r>
            <a:r>
              <a:rPr lang="en-US"/>
              <a:t> </a:t>
            </a:r>
            <a:r>
              <a:rPr lang="en-US" err="1"/>
              <a:t>fringilla</a:t>
            </a:r>
            <a:r>
              <a:rPr lang="en-US"/>
              <a:t> </a:t>
            </a:r>
            <a:r>
              <a:rPr lang="en-US" err="1"/>
              <a:t>lacus</a:t>
            </a:r>
            <a:r>
              <a:rPr lang="en-US"/>
              <a:t> </a:t>
            </a:r>
            <a:r>
              <a:rPr lang="en-US" err="1"/>
              <a:t>nec</a:t>
            </a:r>
            <a:r>
              <a:rPr lang="en-US"/>
              <a:t> </a:t>
            </a:r>
            <a:r>
              <a:rPr lang="en-US" err="1"/>
              <a:t>metus</a:t>
            </a:r>
            <a:r>
              <a:rPr lang="en-US"/>
              <a:t> </a:t>
            </a:r>
            <a:r>
              <a:rPr lang="en-US" err="1"/>
              <a:t>bibendum</a:t>
            </a:r>
            <a:r>
              <a:rPr lang="en-US"/>
              <a:t> </a:t>
            </a:r>
            <a:r>
              <a:rPr lang="en-US" err="1"/>
              <a:t>egestas</a:t>
            </a:r>
            <a:r>
              <a:rPr lang="en-US"/>
              <a:t>. </a:t>
            </a:r>
            <a:r>
              <a:rPr lang="en-US" err="1"/>
              <a:t>Iaculis</a:t>
            </a:r>
            <a:r>
              <a:rPr lang="en-US"/>
              <a:t> </a:t>
            </a:r>
            <a:r>
              <a:rPr lang="en-US" err="1"/>
              <a:t>massa</a:t>
            </a:r>
            <a:r>
              <a:rPr lang="en-US"/>
              <a:t> </a:t>
            </a:r>
            <a:r>
              <a:rPr lang="en-US" err="1"/>
              <a:t>nisl</a:t>
            </a:r>
            <a:r>
              <a:rPr lang="en-US"/>
              <a:t> </a:t>
            </a:r>
            <a:r>
              <a:rPr lang="en-US" err="1"/>
              <a:t>malesuada</a:t>
            </a:r>
            <a:r>
              <a:rPr lang="en-US"/>
              <a:t> lacinia integer </a:t>
            </a:r>
            <a:r>
              <a:rPr lang="en-US" err="1"/>
              <a:t>fringilla</a:t>
            </a:r>
            <a:r>
              <a:rPr lang="en-US"/>
              <a:t> </a:t>
            </a:r>
            <a:r>
              <a:rPr lang="en-US" err="1"/>
              <a:t>lacus</a:t>
            </a:r>
            <a:r>
              <a:rPr lang="en-US"/>
              <a:t> </a:t>
            </a:r>
            <a:r>
              <a:rPr lang="en-US" err="1"/>
              <a:t>nec</a:t>
            </a:r>
            <a:r>
              <a:rPr lang="en-US"/>
              <a:t> </a:t>
            </a:r>
            <a:r>
              <a:rPr lang="en-US" err="1"/>
              <a:t>metus</a:t>
            </a:r>
            <a:r>
              <a:rPr lang="en-US"/>
              <a:t> </a:t>
            </a:r>
            <a:r>
              <a:rPr lang="en-US" err="1"/>
              <a:t>bibendum</a:t>
            </a:r>
            <a:r>
              <a:rPr lang="en-US"/>
              <a:t> </a:t>
            </a:r>
            <a:r>
              <a:rPr lang="en-US" err="1"/>
              <a:t>egestas</a:t>
            </a:r>
            <a:r>
              <a:rPr lang="en-US"/>
              <a:t>. </a:t>
            </a:r>
            <a:r>
              <a:rPr lang="en-US" err="1"/>
              <a:t>Iaculis</a:t>
            </a:r>
            <a:r>
              <a:rPr lang="en-US"/>
              <a:t> </a:t>
            </a:r>
            <a:r>
              <a:rPr lang="en-US" err="1"/>
              <a:t>massa</a:t>
            </a:r>
            <a:r>
              <a:rPr lang="en-US"/>
              <a:t> </a:t>
            </a:r>
            <a:r>
              <a:rPr lang="en-US" err="1"/>
              <a:t>nisl</a:t>
            </a:r>
            <a:r>
              <a:rPr lang="en-US"/>
              <a:t> </a:t>
            </a:r>
            <a:r>
              <a:rPr lang="en-US" err="1"/>
              <a:t>malesuada</a:t>
            </a:r>
            <a:r>
              <a:rPr lang="en-US"/>
              <a:t> lacinia integer </a:t>
            </a:r>
            <a:r>
              <a:rPr lang="en-US" err="1"/>
              <a:t>fringilla</a:t>
            </a:r>
            <a:r>
              <a:rPr lang="en-US"/>
              <a:t> </a:t>
            </a:r>
            <a:r>
              <a:rPr lang="en-US" err="1"/>
              <a:t>lacus</a:t>
            </a:r>
            <a:r>
              <a:rPr lang="en-US"/>
              <a:t> </a:t>
            </a:r>
            <a:r>
              <a:rPr lang="en-US" err="1"/>
              <a:t>nec</a:t>
            </a:r>
            <a:r>
              <a:rPr lang="en-US"/>
              <a:t> </a:t>
            </a:r>
            <a:r>
              <a:rPr lang="en-US" err="1"/>
              <a:t>metus</a:t>
            </a:r>
            <a:r>
              <a:rPr lang="en-US"/>
              <a:t> </a:t>
            </a:r>
            <a:r>
              <a:rPr lang="en-US" err="1"/>
              <a:t>bibendum</a:t>
            </a:r>
            <a:r>
              <a:rPr lang="en-US"/>
              <a:t> </a:t>
            </a:r>
            <a:r>
              <a:rPr lang="en-US" err="1"/>
              <a:t>egestas</a:t>
            </a:r>
            <a:r>
              <a:rPr lang="en-US"/>
              <a:t>. </a:t>
            </a:r>
            <a:r>
              <a:rPr lang="en-US" err="1"/>
              <a:t>Iaculis</a:t>
            </a:r>
            <a:r>
              <a:rPr lang="en-US"/>
              <a:t> </a:t>
            </a:r>
            <a:r>
              <a:rPr lang="en-US" err="1"/>
              <a:t>massa</a:t>
            </a:r>
            <a:r>
              <a:rPr lang="en-US"/>
              <a:t> </a:t>
            </a:r>
            <a:r>
              <a:rPr lang="en-US" err="1"/>
              <a:t>nisl</a:t>
            </a:r>
            <a:r>
              <a:rPr lang="en-US"/>
              <a:t> </a:t>
            </a:r>
            <a:r>
              <a:rPr lang="en-US" err="1"/>
              <a:t>malesuada</a:t>
            </a:r>
            <a:r>
              <a:rPr lang="en-US"/>
              <a:t> lacinia integer </a:t>
            </a:r>
            <a:r>
              <a:rPr lang="en-US" err="1"/>
              <a:t>fringilla</a:t>
            </a:r>
            <a:r>
              <a:rPr lang="en-US"/>
              <a:t> </a:t>
            </a:r>
            <a:r>
              <a:rPr lang="en-US" err="1"/>
              <a:t>lacus</a:t>
            </a:r>
            <a:r>
              <a:rPr lang="en-US"/>
              <a:t> </a:t>
            </a:r>
            <a:r>
              <a:rPr lang="en-US" err="1"/>
              <a:t>nec</a:t>
            </a:r>
            <a:r>
              <a:rPr lang="en-US"/>
              <a:t> </a:t>
            </a:r>
            <a:r>
              <a:rPr lang="en-US" err="1"/>
              <a:t>metus</a:t>
            </a:r>
            <a:r>
              <a:rPr lang="en-US"/>
              <a:t> </a:t>
            </a:r>
            <a:r>
              <a:rPr lang="en-US" err="1"/>
              <a:t>bibendum</a:t>
            </a:r>
            <a:r>
              <a:rPr lang="en-US"/>
              <a:t> </a:t>
            </a:r>
            <a:r>
              <a:rPr lang="en-US" err="1"/>
              <a:t>egestas</a:t>
            </a:r>
            <a:r>
              <a:rPr lang="en-US"/>
              <a:t>. </a:t>
            </a:r>
            <a:r>
              <a:rPr lang="en-US" err="1"/>
              <a:t>Iaculis</a:t>
            </a:r>
            <a:r>
              <a:rPr lang="en-US"/>
              <a:t> </a:t>
            </a:r>
            <a:r>
              <a:rPr lang="en-US" err="1"/>
              <a:t>massa</a:t>
            </a:r>
            <a:r>
              <a:rPr lang="en-US"/>
              <a:t> </a:t>
            </a:r>
            <a:r>
              <a:rPr lang="en-US" err="1"/>
              <a:t>nisl</a:t>
            </a:r>
            <a:r>
              <a:rPr lang="en-US"/>
              <a:t> </a:t>
            </a:r>
            <a:r>
              <a:rPr lang="en-US" err="1"/>
              <a:t>malesuada</a:t>
            </a:r>
            <a:r>
              <a:rPr lang="en-US"/>
              <a:t> lacinia integer </a:t>
            </a:r>
            <a:r>
              <a:rPr lang="en-US" err="1"/>
              <a:t>fringilla</a:t>
            </a:r>
            <a:r>
              <a:rPr lang="en-US"/>
              <a:t> </a:t>
            </a:r>
            <a:r>
              <a:rPr lang="en-US" err="1"/>
              <a:t>lacus</a:t>
            </a:r>
            <a:r>
              <a:rPr lang="en-US"/>
              <a:t> </a:t>
            </a:r>
            <a:r>
              <a:rPr lang="en-US" err="1"/>
              <a:t>nec</a:t>
            </a:r>
            <a:r>
              <a:rPr lang="en-US"/>
              <a:t> </a:t>
            </a:r>
            <a:r>
              <a:rPr lang="en-US" err="1"/>
              <a:t>metus</a:t>
            </a:r>
            <a:r>
              <a:rPr lang="en-US"/>
              <a:t> </a:t>
            </a:r>
            <a:r>
              <a:rPr lang="en-US" err="1"/>
              <a:t>bibendum</a:t>
            </a:r>
            <a:r>
              <a:rPr lang="en-US"/>
              <a:t> </a:t>
            </a:r>
            <a:r>
              <a:rPr lang="en-US" err="1"/>
              <a:t>egestas</a:t>
            </a:r>
            <a:r>
              <a:rPr lang="en-US"/>
              <a:t>. </a:t>
            </a:r>
            <a:r>
              <a:rPr lang="en-US" err="1"/>
              <a:t>Iaculis</a:t>
            </a:r>
            <a:r>
              <a:rPr lang="en-US"/>
              <a:t> </a:t>
            </a:r>
            <a:r>
              <a:rPr lang="en-US" err="1"/>
              <a:t>massa</a:t>
            </a:r>
            <a:r>
              <a:rPr lang="en-US"/>
              <a:t> </a:t>
            </a:r>
            <a:r>
              <a:rPr lang="en-US" err="1"/>
              <a:t>nisl</a:t>
            </a:r>
            <a:r>
              <a:rPr lang="en-US"/>
              <a:t> </a:t>
            </a:r>
            <a:r>
              <a:rPr lang="en-US" err="1"/>
              <a:t>malesuada</a:t>
            </a:r>
            <a:r>
              <a:rPr lang="en-US"/>
              <a:t> lacinia integer </a:t>
            </a:r>
            <a:r>
              <a:rPr lang="en-US" err="1"/>
              <a:t>nunc</a:t>
            </a:r>
            <a:r>
              <a:rPr lang="en-US"/>
              <a:t> </a:t>
            </a:r>
            <a:r>
              <a:rPr lang="en-US" err="1"/>
              <a:t>posuere</a:t>
            </a:r>
            <a:r>
              <a:rPr lang="en-US"/>
              <a:t>. Ut </a:t>
            </a:r>
            <a:r>
              <a:rPr lang="en-US" err="1"/>
              <a:t>hendrerit</a:t>
            </a:r>
            <a:r>
              <a:rPr lang="en-US"/>
              <a:t> semper vel class </a:t>
            </a:r>
            <a:r>
              <a:rPr lang="en-US" err="1"/>
              <a:t>aptent</a:t>
            </a:r>
            <a:r>
              <a:rPr lang="en-US"/>
              <a:t> </a:t>
            </a:r>
            <a:r>
              <a:rPr lang="en-US" err="1"/>
              <a:t>taciti</a:t>
            </a:r>
            <a:r>
              <a:rPr lang="en-US"/>
              <a:t> </a:t>
            </a:r>
            <a:r>
              <a:rPr lang="en-US" err="1"/>
              <a:t>sociosqu</a:t>
            </a:r>
            <a:r>
              <a:rPr lang="en-US"/>
              <a:t>. Ad </a:t>
            </a:r>
            <a:r>
              <a:rPr lang="en-US" err="1"/>
              <a:t>litora</a:t>
            </a:r>
            <a:r>
              <a:rPr lang="en-US"/>
              <a:t> </a:t>
            </a:r>
            <a:r>
              <a:rPr lang="en-US" err="1"/>
              <a:t>torquent</a:t>
            </a:r>
            <a:r>
              <a:rPr lang="en-US"/>
              <a:t> per </a:t>
            </a:r>
            <a:r>
              <a:rPr lang="en-US" err="1"/>
              <a:t>conubia</a:t>
            </a:r>
            <a:r>
              <a:rPr lang="en-US"/>
              <a:t> nostra </a:t>
            </a:r>
            <a:r>
              <a:rPr lang="en-US" err="1"/>
              <a:t>inceptos</a:t>
            </a:r>
            <a:r>
              <a:rPr lang="en-US"/>
              <a:t> </a:t>
            </a:r>
            <a:r>
              <a:rPr lang="en-US" err="1"/>
              <a:t>himenaeos</a:t>
            </a:r>
            <a:r>
              <a:rPr lang="en-US"/>
              <a:t>.</a:t>
            </a:r>
          </a:p>
        </p:txBody>
      </p:sp>
      <p:sp>
        <p:nvSpPr>
          <p:cNvPr id="7" name="Text Placeholder 2">
            <a:extLst>
              <a:ext uri="{FF2B5EF4-FFF2-40B4-BE49-F238E27FC236}">
                <a16:creationId xmlns:a16="http://schemas.microsoft.com/office/drawing/2014/main" id="{C4AF30B4-85EB-A1D4-4010-2C61122E8753}"/>
              </a:ext>
            </a:extLst>
          </p:cNvPr>
          <p:cNvSpPr>
            <a:spLocks noGrp="1"/>
          </p:cNvSpPr>
          <p:nvPr>
            <p:ph type="body" sz="quarter" idx="158"/>
          </p:nvPr>
        </p:nvSpPr>
        <p:spPr>
          <a:xfrm>
            <a:off x="8310564" y="5417693"/>
            <a:ext cx="3282950" cy="165772"/>
          </a:xfrm>
          <a:prstGeom prst="rect">
            <a:avLst/>
          </a:prstGeom>
        </p:spPr>
        <p:txBody>
          <a:bodyPr wrap="square" lIns="0" tIns="0" rIns="0" bIns="0" anchor="b">
            <a:spAutoFit/>
          </a:bodyPr>
          <a:lstStyle>
            <a:lvl1pPr marL="0" indent="0">
              <a:lnSpc>
                <a:spcPts val="1387"/>
              </a:lnSpc>
              <a:spcBef>
                <a:spcPts val="933"/>
              </a:spcBef>
              <a:buFontTx/>
              <a:buNone/>
              <a:defRPr sz="1067">
                <a:solidFill>
                  <a:schemeClr val="bg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US"/>
              <a:t>Click to edit Master text styles</a:t>
            </a:r>
          </a:p>
        </p:txBody>
      </p:sp>
      <p:sp>
        <p:nvSpPr>
          <p:cNvPr id="13" name="Picture Placeholder 8">
            <a:extLst>
              <a:ext uri="{FF2B5EF4-FFF2-40B4-BE49-F238E27FC236}">
                <a16:creationId xmlns:a16="http://schemas.microsoft.com/office/drawing/2014/main" id="{EC83104C-BCB2-B66E-29C5-6CD4E89035A0}"/>
              </a:ext>
            </a:extLst>
          </p:cNvPr>
          <p:cNvSpPr>
            <a:spLocks noGrp="1"/>
          </p:cNvSpPr>
          <p:nvPr>
            <p:ph type="pic" sz="quarter" idx="163"/>
          </p:nvPr>
        </p:nvSpPr>
        <p:spPr>
          <a:xfrm>
            <a:off x="8307387" y="1056497"/>
            <a:ext cx="3289300" cy="2286000"/>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bg1"/>
                </a:solidFill>
              </a:defRPr>
            </a:lvl1pPr>
          </a:lstStyle>
          <a:p>
            <a:pPr marL="0" lvl="0" indent="0">
              <a:buNone/>
            </a:pPr>
            <a:r>
              <a:rPr lang="en-US"/>
              <a:t>Click icon to add picture</a:t>
            </a:r>
          </a:p>
        </p:txBody>
      </p:sp>
      <p:cxnSp>
        <p:nvCxnSpPr>
          <p:cNvPr id="8" name="Straight Connector 7">
            <a:extLst>
              <a:ext uri="{FF2B5EF4-FFF2-40B4-BE49-F238E27FC236}">
                <a16:creationId xmlns:a16="http://schemas.microsoft.com/office/drawing/2014/main" id="{E37D7387-1543-C4E3-141C-4CC1DF7FA95C}"/>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 0">
            <a:extLst>
              <a:ext uri="{FF2B5EF4-FFF2-40B4-BE49-F238E27FC236}">
                <a16:creationId xmlns:a16="http://schemas.microsoft.com/office/drawing/2014/main" id="{809BACA3-2E0A-39F6-130F-D5AE7D77E2DE}"/>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4" name="Slide Number Placeholder 4">
            <a:extLst>
              <a:ext uri="{FF2B5EF4-FFF2-40B4-BE49-F238E27FC236}">
                <a16:creationId xmlns:a16="http://schemas.microsoft.com/office/drawing/2014/main" id="{25302047-ABAD-0CD7-8E86-1057A5595EFB}"/>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5" name="Symbol zastępczy stopki 1">
            <a:extLst>
              <a:ext uri="{FF2B5EF4-FFF2-40B4-BE49-F238E27FC236}">
                <a16:creationId xmlns:a16="http://schemas.microsoft.com/office/drawing/2014/main" id="{BC270ADE-93B0-C3AD-86D2-FBED009528C0}"/>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tx1"/>
                </a:solidFill>
              </a:defRPr>
            </a:lvl1pPr>
          </a:lstStyle>
          <a:p>
            <a:r>
              <a:rPr lang="en-US"/>
              <a:t>Copyright © 2025 Xebia. All rights reserved</a:t>
            </a:r>
          </a:p>
        </p:txBody>
      </p:sp>
      <p:sp>
        <p:nvSpPr>
          <p:cNvPr id="14" name="Title 11">
            <a:extLst>
              <a:ext uri="{FF2B5EF4-FFF2-40B4-BE49-F238E27FC236}">
                <a16:creationId xmlns:a16="http://schemas.microsoft.com/office/drawing/2014/main" id="{F13BB4F1-255C-9385-B3DE-3E32A9C26F4B}"/>
              </a:ext>
            </a:extLst>
          </p:cNvPr>
          <p:cNvSpPr>
            <a:spLocks noGrp="1"/>
          </p:cNvSpPr>
          <p:nvPr>
            <p:ph type="title"/>
          </p:nvPr>
        </p:nvSpPr>
        <p:spPr>
          <a:xfrm>
            <a:off x="406401" y="901699"/>
            <a:ext cx="7510462" cy="584775"/>
          </a:xfrm>
          <a:prstGeom prst="rect">
            <a:avLst/>
          </a:prstGeom>
        </p:spPr>
        <p:txBody>
          <a:bodyPr wrap="square">
            <a:spAutoFit/>
          </a:bodyPr>
          <a:lstStyle>
            <a:lvl1pPr algn="l">
              <a:defRPr sz="3200"/>
            </a:lvl1pPr>
          </a:lstStyle>
          <a:p>
            <a:r>
              <a:rPr lang="en-US"/>
              <a:t>Click to edit Master title style</a:t>
            </a:r>
          </a:p>
        </p:txBody>
      </p:sp>
    </p:spTree>
    <p:extLst>
      <p:ext uri="{BB962C8B-B14F-4D97-AF65-F5344CB8AC3E}">
        <p14:creationId xmlns:p14="http://schemas.microsoft.com/office/powerpoint/2010/main" val="3774190542"/>
      </p:ext>
    </p:extLst>
  </p:cSld>
  <p:clrMapOvr>
    <a:masterClrMapping/>
  </p:clrMapOvr>
  <p:extLst>
    <p:ext uri="{DCECCB84-F9BA-43D5-87BE-67443E8EF086}">
      <p15:sldGuideLst xmlns:p15="http://schemas.microsoft.com/office/powerpoint/2012/main">
        <p15:guide id="1" orient="horz" pos="255">
          <p15:clr>
            <a:srgbClr val="A4A3A4"/>
          </p15:clr>
        </p15:guide>
        <p15:guide id="2" pos="4505">
          <p15:clr>
            <a:srgbClr val="C35EA4"/>
          </p15:clr>
        </p15:guide>
        <p15:guide id="3" pos="3901">
          <p15:clr>
            <a:srgbClr val="C35EA4"/>
          </p15:clr>
        </p15:guide>
        <p15:guide id="4" pos="3779">
          <p15:clr>
            <a:srgbClr val="C35EA4"/>
          </p15:clr>
        </p15:guide>
        <p15:guide id="5" pos="4384">
          <p15:clr>
            <a:srgbClr val="C35EA4"/>
          </p15:clr>
        </p15:guide>
        <p15:guide id="6" pos="3296">
          <p15:clr>
            <a:srgbClr val="C35EA4"/>
          </p15:clr>
        </p15:guide>
        <p15:guide id="7" pos="3175">
          <p15:clr>
            <a:srgbClr val="C35EA4"/>
          </p15:clr>
        </p15:guide>
        <p15:guide id="9" pos="4989">
          <p15:clr>
            <a:srgbClr val="C35EA4"/>
          </p15:clr>
        </p15:guide>
        <p15:guide id="11" pos="5110">
          <p15:clr>
            <a:srgbClr val="C35EA4"/>
          </p15:clr>
        </p15:guide>
        <p15:guide id="12" pos="5594">
          <p15:clr>
            <a:srgbClr val="C35EA4"/>
          </p15:clr>
        </p15:guide>
        <p15:guide id="13" pos="2086">
          <p15:clr>
            <a:srgbClr val="C35EA4"/>
          </p15:clr>
        </p15:guide>
        <p15:guide id="14" pos="1965">
          <p15:clr>
            <a:srgbClr val="C35EA4"/>
          </p15:clr>
        </p15:guide>
        <p15:guide id="15" pos="5715">
          <p15:clr>
            <a:srgbClr val="C35EA4"/>
          </p15:clr>
        </p15:guide>
        <p15:guide id="16" pos="6199">
          <p15:clr>
            <a:srgbClr val="C35EA4"/>
          </p15:clr>
        </p15:guide>
        <p15:guide id="18" pos="1361">
          <p15:clr>
            <a:srgbClr val="C35EA4"/>
          </p15:clr>
        </p15:guide>
        <p15:guide id="19" pos="6319">
          <p15:clr>
            <a:srgbClr val="C35EA4"/>
          </p15:clr>
        </p15:guide>
        <p15:guide id="20" pos="6803">
          <p15:clr>
            <a:srgbClr val="C35EA4"/>
          </p15:clr>
        </p15:guide>
        <p15:guide id="21" pos="877">
          <p15:clr>
            <a:srgbClr val="C35EA4"/>
          </p15:clr>
        </p15:guide>
        <p15:guide id="22" pos="755">
          <p15:clr>
            <a:srgbClr val="C35EA4"/>
          </p15:clr>
        </p15:guide>
        <p15:guide id="23" pos="6925">
          <p15:clr>
            <a:srgbClr val="C35EA4"/>
          </p15:clr>
        </p15:guide>
        <p15:guide id="24" pos="7423">
          <p15:clr>
            <a:srgbClr val="A4A3A4"/>
          </p15:clr>
        </p15:guide>
        <p15:guide id="25" pos="257">
          <p15:clr>
            <a:srgbClr val="A4A3A4"/>
          </p15:clr>
        </p15:guide>
        <p15:guide id="26" orient="horz" pos="4065">
          <p15:clr>
            <a:srgbClr val="A4A3A4"/>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Title Slide / Dark / 2">
    <p:bg>
      <p:bgPr>
        <a:solidFill>
          <a:srgbClr val="140025"/>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7A7DA457-F60E-7ADD-D94C-379A09560FDA}"/>
              </a:ext>
            </a:extLst>
          </p:cNvPr>
          <p:cNvSpPr>
            <a:spLocks noGrp="1"/>
          </p:cNvSpPr>
          <p:nvPr>
            <p:ph type="pic" sz="quarter" idx="163"/>
          </p:nvPr>
        </p:nvSpPr>
        <p:spPr>
          <a:xfrm>
            <a:off x="2" y="3429000"/>
            <a:ext cx="12191999" cy="3429000"/>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US"/>
              <a:t>Click icon to add picture</a:t>
            </a:r>
          </a:p>
        </p:txBody>
      </p:sp>
      <p:pic>
        <p:nvPicPr>
          <p:cNvPr id="9" name="Xebia" descr="preencoded.png">
            <a:extLst>
              <a:ext uri="{FF2B5EF4-FFF2-40B4-BE49-F238E27FC236}">
                <a16:creationId xmlns:a16="http://schemas.microsoft.com/office/drawing/2014/main" id="{84AAA107-768C-F4D8-189F-05CE2EF8CF4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795744" y="404285"/>
            <a:ext cx="989856" cy="317501"/>
          </a:xfrm>
          <a:prstGeom prst="rect">
            <a:avLst/>
          </a:prstGeom>
        </p:spPr>
      </p:pic>
      <p:sp>
        <p:nvSpPr>
          <p:cNvPr id="5" name="Text Placeholder 2">
            <a:extLst>
              <a:ext uri="{FF2B5EF4-FFF2-40B4-BE49-F238E27FC236}">
                <a16:creationId xmlns:a16="http://schemas.microsoft.com/office/drawing/2014/main" id="{CA707499-D7CF-8DEF-24E9-98AAD50C815A}"/>
              </a:ext>
            </a:extLst>
          </p:cNvPr>
          <p:cNvSpPr>
            <a:spLocks noGrp="1"/>
          </p:cNvSpPr>
          <p:nvPr>
            <p:ph type="body" sz="quarter" idx="165" hasCustomPrompt="1"/>
          </p:nvPr>
        </p:nvSpPr>
        <p:spPr>
          <a:xfrm>
            <a:off x="405024" y="2892148"/>
            <a:ext cx="2714943" cy="184666"/>
          </a:xfrm>
          <a:prstGeom prst="rect">
            <a:avLst/>
          </a:prstGeom>
        </p:spPr>
        <p:txBody>
          <a:bodyPr lIns="0" tIns="0" rIns="0" bIns="0" anchor="t">
            <a:noAutofit/>
          </a:bodyPr>
          <a:lstStyle>
            <a:lvl1pPr marL="0" indent="0">
              <a:lnSpc>
                <a:spcPct val="100000"/>
              </a:lnSpc>
              <a:buFontTx/>
              <a:buNone/>
              <a:defRPr sz="1200">
                <a:solidFill>
                  <a:schemeClr val="bg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Document date</a:t>
            </a:r>
          </a:p>
        </p:txBody>
      </p:sp>
      <p:sp>
        <p:nvSpPr>
          <p:cNvPr id="8" name="Text Placeholder 2">
            <a:extLst>
              <a:ext uri="{FF2B5EF4-FFF2-40B4-BE49-F238E27FC236}">
                <a16:creationId xmlns:a16="http://schemas.microsoft.com/office/drawing/2014/main" id="{DBF94115-D5C7-433B-4388-8D19106EAEB2}"/>
              </a:ext>
            </a:extLst>
          </p:cNvPr>
          <p:cNvSpPr>
            <a:spLocks noGrp="1"/>
          </p:cNvSpPr>
          <p:nvPr>
            <p:ph type="body" sz="quarter" idx="107" hasCustomPrompt="1"/>
          </p:nvPr>
        </p:nvSpPr>
        <p:spPr>
          <a:xfrm>
            <a:off x="3315879" y="2887917"/>
            <a:ext cx="3643721" cy="184666"/>
          </a:xfrm>
          <a:prstGeom prst="rect">
            <a:avLst/>
          </a:prstGeom>
        </p:spPr>
        <p:txBody>
          <a:bodyPr wrap="square" lIns="0" tIns="0" rIns="0" bIns="0" anchor="t">
            <a:noAutofit/>
          </a:bodyPr>
          <a:lstStyle>
            <a:lvl1pPr marL="0" indent="0">
              <a:lnSpc>
                <a:spcPct val="100000"/>
              </a:lnSpc>
              <a:buFontTx/>
              <a:buNone/>
              <a:defRPr sz="1200">
                <a:solidFill>
                  <a:schemeClr val="bg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sz="1200"/>
              <a:t>[Speaker Name] • [Subtitle]</a:t>
            </a:r>
            <a:endParaRPr lang="en-US"/>
          </a:p>
        </p:txBody>
      </p:sp>
      <p:sp>
        <p:nvSpPr>
          <p:cNvPr id="4" name="Title 2">
            <a:extLst>
              <a:ext uri="{FF2B5EF4-FFF2-40B4-BE49-F238E27FC236}">
                <a16:creationId xmlns:a16="http://schemas.microsoft.com/office/drawing/2014/main" id="{ECE8EBCF-1EBB-684C-6DBF-E6BC4FC52254}"/>
              </a:ext>
            </a:extLst>
          </p:cNvPr>
          <p:cNvSpPr>
            <a:spLocks noGrp="1"/>
          </p:cNvSpPr>
          <p:nvPr>
            <p:ph type="title" hasCustomPrompt="1"/>
          </p:nvPr>
        </p:nvSpPr>
        <p:spPr>
          <a:xfrm>
            <a:off x="427774" y="404284"/>
            <a:ext cx="9412609" cy="553998"/>
          </a:xfrm>
          <a:prstGeom prst="rect">
            <a:avLst/>
          </a:prstGeom>
          <a:noFill/>
        </p:spPr>
        <p:txBody>
          <a:bodyPr wrap="square" lIns="0" tIns="0" rIns="0" bIns="0" rtlCol="0" anchor="t" anchorCtr="0">
            <a:noAutofit/>
          </a:bodyPr>
          <a:lstStyle>
            <a:lvl1pPr algn="l">
              <a:lnSpc>
                <a:spcPct val="100000"/>
              </a:lnSpc>
              <a:defRPr lang="en-US" sz="3600" kern="0" spc="-67">
                <a:solidFill>
                  <a:schemeClr val="bg1"/>
                </a:solidFill>
                <a:ea typeface="Suisse Int'l Regular" pitchFamily="34" charset="-122"/>
                <a:cs typeface="Suisse Int'l Italic" panose="020B0504000000000000" pitchFamily="34" charset="-78"/>
              </a:defRPr>
            </a:lvl1pPr>
          </a:lstStyle>
          <a:p>
            <a:pPr marL="0" marR="0" lvl="0" indent="0" algn="l" fontAlgn="auto">
              <a:lnSpc>
                <a:spcPct val="100000"/>
              </a:lnSpc>
              <a:spcBef>
                <a:spcPts val="0"/>
              </a:spcBef>
              <a:spcAft>
                <a:spcPts val="600"/>
              </a:spcAft>
              <a:buClrTx/>
              <a:buSzTx/>
              <a:buFontTx/>
              <a:tabLst/>
            </a:pPr>
            <a:r>
              <a:rPr lang="en-US"/>
              <a:t>Click to edit master title style</a:t>
            </a:r>
          </a:p>
        </p:txBody>
      </p:sp>
      <p:sp>
        <p:nvSpPr>
          <p:cNvPr id="7" name="Text Placeholder 2">
            <a:extLst>
              <a:ext uri="{FF2B5EF4-FFF2-40B4-BE49-F238E27FC236}">
                <a16:creationId xmlns:a16="http://schemas.microsoft.com/office/drawing/2014/main" id="{72EFAD40-87D1-934F-3A31-D562DB787FA7}"/>
              </a:ext>
            </a:extLst>
          </p:cNvPr>
          <p:cNvSpPr>
            <a:spLocks noGrp="1"/>
          </p:cNvSpPr>
          <p:nvPr>
            <p:ph type="body" sz="quarter" idx="166" hasCustomPrompt="1"/>
          </p:nvPr>
        </p:nvSpPr>
        <p:spPr>
          <a:xfrm>
            <a:off x="405024" y="1253079"/>
            <a:ext cx="7640696" cy="307777"/>
          </a:xfrm>
          <a:prstGeom prst="rect">
            <a:avLst/>
          </a:prstGeom>
        </p:spPr>
        <p:txBody>
          <a:bodyPr wrap="square" lIns="0" tIns="0" rIns="0" bIns="0" anchor="t">
            <a:spAutoFit/>
          </a:bodyPr>
          <a:lstStyle>
            <a:lvl1pPr marL="0" indent="0">
              <a:lnSpc>
                <a:spcPct val="100000"/>
              </a:lnSpc>
              <a:buFontTx/>
              <a:buNone/>
              <a:defRPr sz="2000">
                <a:solidFill>
                  <a:schemeClr val="bg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marL="0" marR="0" lvl="0" indent="0" algn="l" defTabSz="609660" rtl="0" eaLnBrk="1" fontAlgn="auto" latinLnBrk="0" hangingPunct="1">
              <a:lnSpc>
                <a:spcPct val="100000"/>
              </a:lnSpc>
              <a:spcBef>
                <a:spcPct val="20000"/>
              </a:spcBef>
              <a:spcAft>
                <a:spcPts val="0"/>
              </a:spcAft>
              <a:buClrTx/>
              <a:buSzTx/>
              <a:buFont typeface="Arial" pitchFamily="34" charset="0"/>
              <a:buNone/>
              <a:tabLst/>
              <a:defRPr/>
            </a:pPr>
            <a:r>
              <a:rPr lang="en-US" sz="2000"/>
              <a:t>Click to edit subtitle style</a:t>
            </a:r>
          </a:p>
        </p:txBody>
      </p:sp>
    </p:spTree>
    <p:extLst>
      <p:ext uri="{BB962C8B-B14F-4D97-AF65-F5344CB8AC3E}">
        <p14:creationId xmlns:p14="http://schemas.microsoft.com/office/powerpoint/2010/main" val="38829708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Blank / Light">
    <p:bg>
      <p:bgPr>
        <a:solidFill>
          <a:srgbClr val="FFFFFF"/>
        </a:solidFill>
        <a:effectLst/>
      </p:bgPr>
    </p:bg>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2BD1E98D-C6A7-1A86-D1DC-18C70ECE6DD7}"/>
              </a:ext>
            </a:extLst>
          </p:cNvPr>
          <p:cNvSpPr>
            <a:spLocks noGrp="1"/>
          </p:cNvSpPr>
          <p:nvPr>
            <p:ph type="body" idx="106" hasCustomPrompt="1"/>
          </p:nvPr>
        </p:nvSpPr>
        <p:spPr>
          <a:xfrm>
            <a:off x="406400" y="408054"/>
            <a:ext cx="7513108" cy="165301"/>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1400"/>
              </a:lnSpc>
              <a:buNone/>
            </a:pPr>
            <a:r>
              <a:rPr lang="en-US" sz="1050"/>
              <a:t>[DD/MM/YYYY] • [Speaker Name] • [Presentation Title]</a:t>
            </a:r>
          </a:p>
        </p:txBody>
      </p:sp>
      <p:pic>
        <p:nvPicPr>
          <p:cNvPr id="3" name="Xebia" descr="preencoded.png">
            <a:extLst>
              <a:ext uri="{FF2B5EF4-FFF2-40B4-BE49-F238E27FC236}">
                <a16:creationId xmlns:a16="http://schemas.microsoft.com/office/drawing/2014/main" id="{7D652B89-16D3-A81D-A924-8E3B84071E3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0" y="292100"/>
            <a:ext cx="673101" cy="215900"/>
          </a:xfrm>
          <a:prstGeom prst="rect">
            <a:avLst/>
          </a:prstGeom>
        </p:spPr>
      </p:pic>
      <p:cxnSp>
        <p:nvCxnSpPr>
          <p:cNvPr id="141" name="Straight Connector 140">
            <a:extLst>
              <a:ext uri="{FF2B5EF4-FFF2-40B4-BE49-F238E27FC236}">
                <a16:creationId xmlns:a16="http://schemas.microsoft.com/office/drawing/2014/main" id="{BA2C4591-EAE8-5F38-8D57-8D069553CBC7}"/>
              </a:ext>
            </a:extLst>
          </p:cNvPr>
          <p:cNvCxnSpPr>
            <a:cxnSpLocks/>
          </p:cNvCxnSpPr>
          <p:nvPr userDrawn="1"/>
        </p:nvCxnSpPr>
        <p:spPr>
          <a:xfrm>
            <a:off x="407459"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4">
            <a:extLst>
              <a:ext uri="{FF2B5EF4-FFF2-40B4-BE49-F238E27FC236}">
                <a16:creationId xmlns:a16="http://schemas.microsoft.com/office/drawing/2014/main" id="{022DD7D2-2E6F-65F9-2D7E-EF0C1A6F1EEA}"/>
              </a:ext>
            </a:extLst>
          </p:cNvPr>
          <p:cNvSpPr>
            <a:spLocks noGrp="1"/>
          </p:cNvSpPr>
          <p:nvPr>
            <p:ph type="sldNum" sz="quarter" idx="12"/>
          </p:nvPr>
        </p:nvSpPr>
        <p:spPr>
          <a:xfrm>
            <a:off x="10992909" y="6457865"/>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4" name="Title 9">
            <a:extLst>
              <a:ext uri="{FF2B5EF4-FFF2-40B4-BE49-F238E27FC236}">
                <a16:creationId xmlns:a16="http://schemas.microsoft.com/office/drawing/2014/main" id="{C7CD3809-B795-A666-BD74-62300D64F047}"/>
              </a:ext>
            </a:extLst>
          </p:cNvPr>
          <p:cNvSpPr>
            <a:spLocks noGrp="1"/>
          </p:cNvSpPr>
          <p:nvPr>
            <p:ph type="title" hasCustomPrompt="1"/>
          </p:nvPr>
        </p:nvSpPr>
        <p:spPr>
          <a:xfrm>
            <a:off x="407459" y="919055"/>
            <a:ext cx="7512000" cy="369332"/>
          </a:xfrm>
          <a:prstGeom prst="rect">
            <a:avLst/>
          </a:prstGeom>
        </p:spPr>
        <p:txBody>
          <a:bodyPr wrap="square" lIns="0" tIns="0" rIns="0" bIns="0" anchor="t">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
        <p:nvSpPr>
          <p:cNvPr id="10" name="Symbol zastępczy stopki 1">
            <a:extLst>
              <a:ext uri="{FF2B5EF4-FFF2-40B4-BE49-F238E27FC236}">
                <a16:creationId xmlns:a16="http://schemas.microsoft.com/office/drawing/2014/main" id="{6EFA064F-CFBB-09FE-B82B-164C527D7720}"/>
              </a:ext>
            </a:extLst>
          </p:cNvPr>
          <p:cNvSpPr>
            <a:spLocks noGrp="1"/>
          </p:cNvSpPr>
          <p:nvPr>
            <p:ph type="ftr" sz="quarter" idx="3"/>
          </p:nvPr>
        </p:nvSpPr>
        <p:spPr>
          <a:xfrm>
            <a:off x="406401" y="6457865"/>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Tree>
    <p:extLst>
      <p:ext uri="{BB962C8B-B14F-4D97-AF65-F5344CB8AC3E}">
        <p14:creationId xmlns:p14="http://schemas.microsoft.com/office/powerpoint/2010/main" val="213583274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image" Target="../media/image1.png"/><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Number Placeholder 4">
            <a:extLst>
              <a:ext uri="{FF2B5EF4-FFF2-40B4-BE49-F238E27FC236}">
                <a16:creationId xmlns:a16="http://schemas.microsoft.com/office/drawing/2014/main" id="{76B048C3-8C6B-62C2-5208-C4C2676254E9}"/>
              </a:ext>
            </a:extLst>
          </p:cNvPr>
          <p:cNvSpPr>
            <a:spLocks noGrp="1"/>
          </p:cNvSpPr>
          <p:nvPr>
            <p:ph type="sldNum" sz="quarter" idx="4"/>
          </p:nvPr>
        </p:nvSpPr>
        <p:spPr>
          <a:xfrm>
            <a:off x="11216948" y="6449948"/>
            <a:ext cx="575003" cy="123111"/>
          </a:xfrm>
          <a:prstGeom prst="rect">
            <a:avLst/>
          </a:prstGeom>
        </p:spPr>
        <p:txBody>
          <a:bodyPr lIns="0" tIns="0" rIns="0" bIns="0">
            <a:spAutoFit/>
          </a:bodyPr>
          <a:lstStyle>
            <a:lvl1pPr algn="r">
              <a:defRPr sz="800">
                <a:solidFill>
                  <a:schemeClr val="tx1"/>
                </a:solidFill>
              </a:defRPr>
            </a:lvl1pPr>
          </a:lstStyle>
          <a:p>
            <a:fld id="{B55D9570-D3FC-6D43-AC32-D988B1849109}" type="slidenum">
              <a:rPr lang="en-PL" smtClean="0"/>
              <a:pPr/>
              <a:t>‹#›</a:t>
            </a:fld>
            <a:endParaRPr lang="en-PL"/>
          </a:p>
        </p:txBody>
      </p:sp>
      <p:sp>
        <p:nvSpPr>
          <p:cNvPr id="5" name="Symbol zastępczy stopki 1">
            <a:extLst>
              <a:ext uri="{FF2B5EF4-FFF2-40B4-BE49-F238E27FC236}">
                <a16:creationId xmlns:a16="http://schemas.microsoft.com/office/drawing/2014/main" id="{0EE56789-D476-C5DF-D9B3-09349BD287B1}"/>
              </a:ext>
            </a:extLst>
          </p:cNvPr>
          <p:cNvSpPr>
            <a:spLocks noGrp="1"/>
          </p:cNvSpPr>
          <p:nvPr>
            <p:ph type="ftr" sz="quarter" idx="3"/>
          </p:nvPr>
        </p:nvSpPr>
        <p:spPr>
          <a:xfrm>
            <a:off x="406400" y="6449948"/>
            <a:ext cx="4114800" cy="123111"/>
          </a:xfrm>
          <a:prstGeom prst="rect">
            <a:avLst/>
          </a:prstGeom>
        </p:spPr>
        <p:txBody>
          <a:bodyPr lIns="0" tIns="0" rIns="0" bIns="0">
            <a:spAutoFit/>
          </a:bodyPr>
          <a:lstStyle>
            <a:lvl1pPr>
              <a:defRPr lang="en-GB" sz="800"/>
            </a:lvl1pPr>
          </a:lstStyle>
          <a:p>
            <a:r>
              <a:rPr lang="en-US"/>
              <a:t>Copyright © 2025 Xebia. All rights reserved</a:t>
            </a:r>
          </a:p>
        </p:txBody>
      </p:sp>
      <p:sp>
        <p:nvSpPr>
          <p:cNvPr id="3" name="Rectangle 2">
            <a:extLst>
              <a:ext uri="{FF2B5EF4-FFF2-40B4-BE49-F238E27FC236}">
                <a16:creationId xmlns:a16="http://schemas.microsoft.com/office/drawing/2014/main" id="{BC73BC64-15FF-CCD5-1FBF-52B28C3EF2C8}"/>
              </a:ext>
            </a:extLst>
          </p:cNvPr>
          <p:cNvSpPr/>
          <p:nvPr/>
        </p:nvSpPr>
        <p:spPr>
          <a:xfrm rot="5400000">
            <a:off x="10329425" y="2102376"/>
            <a:ext cx="5539743" cy="1334991"/>
          </a:xfrm>
          <a:prstGeom prst="rect">
            <a:avLst/>
          </a:prstGeom>
          <a:solidFill>
            <a:schemeClr val="bg1">
              <a:alpha val="49964"/>
            </a:schemeClr>
          </a:solid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800"/>
          </a:p>
        </p:txBody>
      </p:sp>
      <p:pic>
        <p:nvPicPr>
          <p:cNvPr id="15" name="Rectangle 155140" descr="preencoded.png">
            <a:extLst>
              <a:ext uri="{FF2B5EF4-FFF2-40B4-BE49-F238E27FC236}">
                <a16:creationId xmlns:a16="http://schemas.microsoft.com/office/drawing/2014/main" id="{0532F90B-2ACC-570D-F9D6-20FBF6B03A40}"/>
              </a:ext>
            </a:extLst>
          </p:cNvPr>
          <p:cNvPicPr>
            <a:picLocks noChangeAspect="1"/>
          </p:cNvPicPr>
          <p:nvPr/>
        </p:nvPicPr>
        <p:blipFill>
          <a:blip r:embed="rId61">
            <a:extLst>
              <a:ext uri="{96DAC541-7B7A-43D3-8B79-37D633B846F1}">
                <asvg:svgBlip xmlns:asvg="http://schemas.microsoft.com/office/drawing/2016/SVG/main" r:embed="rId62"/>
              </a:ext>
            </a:extLst>
          </a:blip>
          <a:srcRect/>
          <a:stretch/>
        </p:blipFill>
        <p:spPr>
          <a:xfrm rot="5400000">
            <a:off x="12419768" y="5021699"/>
            <a:ext cx="584084" cy="160203"/>
          </a:xfrm>
          <a:prstGeom prst="rect">
            <a:avLst/>
          </a:prstGeom>
        </p:spPr>
      </p:pic>
      <p:graphicFrame>
        <p:nvGraphicFramePr>
          <p:cNvPr id="17" name="Table 16">
            <a:extLst>
              <a:ext uri="{FF2B5EF4-FFF2-40B4-BE49-F238E27FC236}">
                <a16:creationId xmlns:a16="http://schemas.microsoft.com/office/drawing/2014/main" id="{9327358B-F02E-3A4F-9997-1A828AB99C79}"/>
              </a:ext>
            </a:extLst>
          </p:cNvPr>
          <p:cNvGraphicFramePr>
            <a:graphicFrameLocks noGrp="1"/>
          </p:cNvGraphicFramePr>
          <p:nvPr/>
        </p:nvGraphicFramePr>
        <p:xfrm>
          <a:off x="12506793" y="53927"/>
          <a:ext cx="1260000" cy="5339916"/>
        </p:xfrm>
        <a:graphic>
          <a:graphicData uri="http://schemas.openxmlformats.org/drawingml/2006/table">
            <a:tbl>
              <a:tblPr firstRow="1" bandRow="1">
                <a:tableStyleId>{2D5ABB26-0587-4C30-8999-92F81FD0307C}</a:tableStyleId>
              </a:tblPr>
              <a:tblGrid>
                <a:gridCol w="468000">
                  <a:extLst>
                    <a:ext uri="{9D8B030D-6E8A-4147-A177-3AD203B41FA5}">
                      <a16:colId xmlns:a16="http://schemas.microsoft.com/office/drawing/2014/main" val="1315592704"/>
                    </a:ext>
                  </a:extLst>
                </a:gridCol>
                <a:gridCol w="792000">
                  <a:extLst>
                    <a:ext uri="{9D8B030D-6E8A-4147-A177-3AD203B41FA5}">
                      <a16:colId xmlns:a16="http://schemas.microsoft.com/office/drawing/2014/main" val="3308827976"/>
                    </a:ext>
                  </a:extLst>
                </a:gridCol>
              </a:tblGrid>
              <a:tr h="0">
                <a:tc gridSpan="2">
                  <a:txBody>
                    <a:bodyPr/>
                    <a:lstStyle/>
                    <a:p>
                      <a:r>
                        <a:rPr lang="nl-NL" b="1"/>
                        <a:t>MAIN</a:t>
                      </a:r>
                    </a:p>
                  </a:txBody>
                  <a:tcPr anchor="ctr">
                    <a:lnB w="12700" cap="flat" cmpd="sng" algn="ctr">
                      <a:solidFill>
                        <a:schemeClr val="tx1"/>
                      </a:solidFill>
                      <a:prstDash val="solid"/>
                      <a:round/>
                      <a:headEnd type="none" w="med" len="med"/>
                      <a:tailEnd type="none" w="med" len="med"/>
                    </a:lnB>
                    <a:noFill/>
                  </a:tcPr>
                </a:tc>
                <a:tc hMerge="1">
                  <a:txBody>
                    <a:bodyPr/>
                    <a:lstStyle/>
                    <a:p>
                      <a:endParaRPr lang="nl-NL"/>
                    </a:p>
                  </a:txBody>
                  <a:tcPr anchor="ctr"/>
                </a:tc>
                <a:extLst>
                  <a:ext uri="{0D108BD9-81ED-4DB2-BD59-A6C34878D82A}">
                    <a16:rowId xmlns:a16="http://schemas.microsoft.com/office/drawing/2014/main" val="497730059"/>
                  </a:ext>
                </a:extLst>
              </a:tr>
              <a:tr h="399273">
                <a:tc>
                  <a:txBody>
                    <a:bodyPr/>
                    <a:lstStyle/>
                    <a:p>
                      <a:endParaRPr lang="nl-N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nl-NL" sz="1000" b="1">
                          <a:latin typeface="+mj-lt"/>
                        </a:rPr>
                        <a:t>#000000</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971872509"/>
                  </a:ext>
                </a:extLst>
              </a:tr>
              <a:tr h="399273">
                <a:tc>
                  <a:txBody>
                    <a:bodyPr/>
                    <a:lstStyle/>
                    <a:p>
                      <a:endParaRPr lang="nl-N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lang="nl-NL" sz="1000" b="1">
                          <a:latin typeface="+mj-lt"/>
                        </a:rPr>
                        <a:t>#FFFFFF</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30506375"/>
                  </a:ext>
                </a:extLst>
              </a:tr>
              <a:tr h="399273">
                <a:tc>
                  <a:txBody>
                    <a:bodyPr/>
                    <a:lstStyle/>
                    <a:p>
                      <a:endParaRPr lang="nl-N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8787D"/>
                    </a:solidFill>
                  </a:tcPr>
                </a:tc>
                <a:tc>
                  <a:txBody>
                    <a:bodyPr/>
                    <a:lstStyle/>
                    <a:p>
                      <a:r>
                        <a:rPr lang="nl-NL" sz="1000" b="1">
                          <a:latin typeface="+mj-lt"/>
                        </a:rPr>
                        <a:t>#78787D</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769119596"/>
                  </a:ext>
                </a:extLst>
              </a:tr>
              <a:tr h="399273">
                <a:tc>
                  <a:txBody>
                    <a:bodyPr/>
                    <a:lstStyle/>
                    <a:p>
                      <a:endParaRPr lang="nl-N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C8CD"/>
                    </a:solidFill>
                  </a:tcPr>
                </a:tc>
                <a:tc>
                  <a:txBody>
                    <a:bodyPr/>
                    <a:lstStyle/>
                    <a:p>
                      <a:r>
                        <a:rPr lang="nl-NL" sz="1000" b="1">
                          <a:latin typeface="+mj-lt"/>
                        </a:rPr>
                        <a:t>#C8C8CD</a:t>
                      </a:r>
                      <a:endParaRPr lang="nl-NL" sz="1000">
                        <a:latin typeface="+mj-lt"/>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65058794"/>
                  </a:ext>
                </a:extLst>
              </a:tr>
              <a:tr h="399273">
                <a:tc>
                  <a:txBody>
                    <a:bodyPr/>
                    <a:lstStyle/>
                    <a:p>
                      <a:endParaRPr lang="nl-N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21563"/>
                    </a:solidFill>
                  </a:tcPr>
                </a:tc>
                <a:tc>
                  <a:txBody>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lang="nl-NL" sz="1000" b="1">
                          <a:latin typeface="+mj-lt"/>
                        </a:rPr>
                        <a:t>#621563</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811663277"/>
                  </a:ext>
                </a:extLst>
              </a:tr>
              <a:tr h="399273">
                <a:tc>
                  <a:txBody>
                    <a:bodyPr/>
                    <a:lstStyle/>
                    <a:p>
                      <a:endParaRPr lang="nl-N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31B84"/>
                    </a:solidFill>
                  </a:tcPr>
                </a:tc>
                <a:tc>
                  <a:txBody>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lang="nl-NL" sz="1000" b="1" kern="1200">
                          <a:solidFill>
                            <a:schemeClr val="tx1"/>
                          </a:solidFill>
                          <a:latin typeface="+mj-lt"/>
                          <a:ea typeface="+mn-ea"/>
                          <a:cs typeface="+mn-cs"/>
                        </a:rPr>
                        <a:t>#831B84</a:t>
                      </a:r>
                      <a:endParaRPr lang="nl-NL" sz="1000" b="1">
                        <a:latin typeface="+mj-lt"/>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715244463"/>
                  </a:ext>
                </a:extLst>
              </a:tr>
              <a:tr h="399273">
                <a:tc>
                  <a:txBody>
                    <a:bodyPr/>
                    <a:lstStyle/>
                    <a:p>
                      <a:endParaRPr lang="nl-N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75EB8"/>
                    </a:solidFill>
                  </a:tcPr>
                </a:tc>
                <a:tc>
                  <a:txBody>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lang="nl-NL" sz="1000" b="1">
                          <a:latin typeface="+mj-lt"/>
                        </a:rPr>
                        <a:t>#B75EB8</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681605710"/>
                  </a:ext>
                </a:extLst>
              </a:tr>
              <a:tr h="399273">
                <a:tc>
                  <a:txBody>
                    <a:bodyPr/>
                    <a:lstStyle/>
                    <a:p>
                      <a:endParaRPr lang="nl-N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49ED4"/>
                    </a:solidFill>
                  </a:tcPr>
                </a:tc>
                <a:tc>
                  <a:txBody>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lang="nl-NL" sz="1000" b="1">
                          <a:latin typeface="+mj-lt"/>
                        </a:rPr>
                        <a:t>#D49ED4</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60077710"/>
                  </a:ext>
                </a:extLst>
              </a:tr>
              <a:tr h="152290">
                <a:tc gridSpan="2">
                  <a:txBody>
                    <a:bodyPr/>
                    <a:lstStyle/>
                    <a:p>
                      <a:r>
                        <a:rPr lang="nl-NL" b="1">
                          <a:latin typeface="+mj-lt"/>
                        </a:rPr>
                        <a:t>SECONDARY</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l" defTabSz="609660" rtl="0" eaLnBrk="1" fontAlgn="auto" latinLnBrk="0" hangingPunct="1">
                        <a:lnSpc>
                          <a:spcPct val="100000"/>
                        </a:lnSpc>
                        <a:spcBef>
                          <a:spcPts val="0"/>
                        </a:spcBef>
                        <a:spcAft>
                          <a:spcPts val="0"/>
                        </a:spcAft>
                        <a:buClrTx/>
                        <a:buSzTx/>
                        <a:buFontTx/>
                        <a:buNone/>
                        <a:tabLst/>
                        <a:defRPr/>
                      </a:pPr>
                      <a:endParaRPr lang="nl-NL" sz="1200">
                        <a:latin typeface="Consolas" panose="020B0609020204030204" pitchFamily="49" charset="0"/>
                      </a:endParaRPr>
                    </a:p>
                  </a:txBody>
                  <a:tcPr anchor="ctr">
                    <a:noFill/>
                  </a:tcPr>
                </a:tc>
                <a:extLst>
                  <a:ext uri="{0D108BD9-81ED-4DB2-BD59-A6C34878D82A}">
                    <a16:rowId xmlns:a16="http://schemas.microsoft.com/office/drawing/2014/main" val="2585327986"/>
                  </a:ext>
                </a:extLst>
              </a:tr>
              <a:tr h="399273">
                <a:tc>
                  <a:txBody>
                    <a:bodyPr/>
                    <a:lstStyle/>
                    <a:p>
                      <a:endParaRPr lang="nl-N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31D0"/>
                    </a:solidFill>
                  </a:tcPr>
                </a:tc>
                <a:tc>
                  <a:txBody>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lang="nl-NL" sz="1000" b="1">
                          <a:latin typeface="+mj-lt"/>
                        </a:rPr>
                        <a:t>#E331D0</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716375238"/>
                  </a:ext>
                </a:extLst>
              </a:tr>
              <a:tr h="399273">
                <a:tc>
                  <a:txBody>
                    <a:bodyPr/>
                    <a:lstStyle/>
                    <a:p>
                      <a:endParaRPr lang="nl-N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50027"/>
                    </a:solidFill>
                  </a:tcPr>
                </a:tc>
                <a:tc>
                  <a:txBody>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lang="nl-NL" sz="1000" b="1">
                          <a:latin typeface="+mj-lt"/>
                        </a:rPr>
                        <a:t>#150027</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803816627"/>
                  </a:ext>
                </a:extLst>
              </a:tr>
              <a:tr h="399273">
                <a:tc>
                  <a:txBody>
                    <a:bodyPr/>
                    <a:lstStyle/>
                    <a:p>
                      <a:endParaRPr lang="nl-N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E3E5"/>
                    </a:solidFill>
                  </a:tcPr>
                </a:tc>
                <a:tc>
                  <a:txBody>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lang="nl-NL" sz="1000" b="1">
                          <a:latin typeface="+mj-lt"/>
                        </a:rPr>
                        <a:t>#E3E3E5</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9252131"/>
                  </a:ext>
                </a:extLst>
              </a:tr>
              <a:tr h="399273">
                <a:tc>
                  <a:txBody>
                    <a:bodyPr/>
                    <a:lstStyle/>
                    <a:p>
                      <a:endParaRPr lang="nl-N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8F8"/>
                    </a:solidFill>
                  </a:tcPr>
                </a:tc>
                <a:tc>
                  <a:txBody>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lang="nl-NL" sz="1000" b="1">
                          <a:latin typeface="+mj-lt"/>
                        </a:rPr>
                        <a:t>#F5F5F5</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741330300"/>
                  </a:ext>
                </a:extLst>
              </a:tr>
            </a:tbl>
          </a:graphicData>
        </a:graphic>
      </p:graphicFrame>
    </p:spTree>
    <p:extLst>
      <p:ext uri="{BB962C8B-B14F-4D97-AF65-F5344CB8AC3E}">
        <p14:creationId xmlns:p14="http://schemas.microsoft.com/office/powerpoint/2010/main" val="2136039300"/>
      </p:ext>
    </p:extLst>
  </p:cSld>
  <p:clrMap bg1="lt1" tx1="dk1" bg2="lt2" tx2="dk2" accent1="accent1" accent2="accent2" accent3="accent3" accent4="accent4" accent5="accent5" accent6="accent6" hlink="hlink" folHlink="folHlink"/>
  <p:sldLayoutIdLst>
    <p:sldLayoutId id="2147483962" r:id="rId1"/>
    <p:sldLayoutId id="2147483963" r:id="rId2"/>
    <p:sldLayoutId id="2147483964" r:id="rId3"/>
    <p:sldLayoutId id="2147483965" r:id="rId4"/>
    <p:sldLayoutId id="2147483966" r:id="rId5"/>
    <p:sldLayoutId id="2147483967" r:id="rId6"/>
    <p:sldLayoutId id="2147483968" r:id="rId7"/>
    <p:sldLayoutId id="2147483969" r:id="rId8"/>
    <p:sldLayoutId id="2147483970" r:id="rId9"/>
    <p:sldLayoutId id="2147483971" r:id="rId10"/>
    <p:sldLayoutId id="2147483972" r:id="rId11"/>
    <p:sldLayoutId id="2147483973" r:id="rId12"/>
    <p:sldLayoutId id="2147483974" r:id="rId13"/>
    <p:sldLayoutId id="2147483975" r:id="rId14"/>
    <p:sldLayoutId id="2147483976" r:id="rId15"/>
    <p:sldLayoutId id="2147483977" r:id="rId16"/>
    <p:sldLayoutId id="2147483978" r:id="rId17"/>
    <p:sldLayoutId id="2147483979" r:id="rId18"/>
    <p:sldLayoutId id="2147483980" r:id="rId19"/>
    <p:sldLayoutId id="2147483981" r:id="rId20"/>
    <p:sldLayoutId id="2147483982" r:id="rId21"/>
    <p:sldLayoutId id="2147483983" r:id="rId22"/>
    <p:sldLayoutId id="2147483984" r:id="rId23"/>
    <p:sldLayoutId id="2147483985" r:id="rId24"/>
    <p:sldLayoutId id="2147483986" r:id="rId25"/>
    <p:sldLayoutId id="2147483987" r:id="rId26"/>
    <p:sldLayoutId id="2147483988" r:id="rId27"/>
    <p:sldLayoutId id="2147483989" r:id="rId28"/>
    <p:sldLayoutId id="2147483990" r:id="rId29"/>
    <p:sldLayoutId id="2147483991" r:id="rId30"/>
    <p:sldLayoutId id="2147483992" r:id="rId31"/>
    <p:sldLayoutId id="2147483993" r:id="rId32"/>
    <p:sldLayoutId id="2147483994" r:id="rId33"/>
    <p:sldLayoutId id="2147483995" r:id="rId34"/>
    <p:sldLayoutId id="2147483996" r:id="rId35"/>
    <p:sldLayoutId id="2147483997" r:id="rId36"/>
    <p:sldLayoutId id="2147483998" r:id="rId37"/>
    <p:sldLayoutId id="2147483999" r:id="rId38"/>
    <p:sldLayoutId id="2147484000" r:id="rId39"/>
    <p:sldLayoutId id="2147484001" r:id="rId40"/>
    <p:sldLayoutId id="2147484002" r:id="rId41"/>
    <p:sldLayoutId id="2147484003" r:id="rId42"/>
    <p:sldLayoutId id="2147484004" r:id="rId43"/>
    <p:sldLayoutId id="2147484005" r:id="rId44"/>
    <p:sldLayoutId id="2147484006" r:id="rId45"/>
    <p:sldLayoutId id="2147484007" r:id="rId46"/>
    <p:sldLayoutId id="2147484008" r:id="rId47"/>
    <p:sldLayoutId id="2147484009" r:id="rId48"/>
    <p:sldLayoutId id="2147484010" r:id="rId49"/>
    <p:sldLayoutId id="2147484011" r:id="rId50"/>
    <p:sldLayoutId id="2147484012" r:id="rId51"/>
    <p:sldLayoutId id="2147484013" r:id="rId52"/>
    <p:sldLayoutId id="2147484014" r:id="rId53"/>
    <p:sldLayoutId id="2147484015" r:id="rId54"/>
    <p:sldLayoutId id="2147484016" r:id="rId55"/>
    <p:sldLayoutId id="2147484017" r:id="rId56"/>
    <p:sldLayoutId id="2147484018" r:id="rId57"/>
    <p:sldLayoutId id="2147484019" r:id="rId58"/>
    <p:sldLayoutId id="2147484020" r:id="rId59"/>
  </p:sldLayoutIdLst>
  <p:hf hdr="0" ftr="0" dt="0"/>
  <p:txStyles>
    <p:titleStyle>
      <a:lvl1pPr algn="ctr" defTabSz="609660" rtl="0" eaLnBrk="1" latinLnBrk="0" hangingPunct="1">
        <a:spcBef>
          <a:spcPct val="0"/>
        </a:spcBef>
        <a:buNone/>
        <a:defRPr sz="2933" kern="1200">
          <a:solidFill>
            <a:schemeClr val="tx1"/>
          </a:solidFill>
          <a:latin typeface="+mj-lt"/>
          <a:ea typeface="+mj-ea"/>
          <a:cs typeface="+mj-cs"/>
        </a:defRPr>
      </a:lvl1pPr>
    </p:titleStyle>
    <p:bodyStyle>
      <a:lvl1pPr marL="228623" indent="-228623" algn="l" defTabSz="60966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50" indent="-190520" algn="l" defTabSz="60966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76" indent="-152416" algn="l" defTabSz="60966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907" indent="-152416" algn="l" defTabSz="60966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738" indent="-152416" algn="l" defTabSz="60966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568" indent="-152416" algn="l" defTabSz="60966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398" indent="-152416" algn="l" defTabSz="60966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228" indent="-152416" algn="l" defTabSz="60966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1060" indent="-152416" algn="l" defTabSz="60966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60" rtl="0" eaLnBrk="1" latinLnBrk="0" hangingPunct="1">
        <a:defRPr sz="1200" kern="1200">
          <a:solidFill>
            <a:schemeClr val="tx1"/>
          </a:solidFill>
          <a:latin typeface="+mn-lt"/>
          <a:ea typeface="+mn-ea"/>
          <a:cs typeface="+mn-cs"/>
        </a:defRPr>
      </a:lvl1pPr>
      <a:lvl2pPr marL="304831" algn="l" defTabSz="609660" rtl="0" eaLnBrk="1" latinLnBrk="0" hangingPunct="1">
        <a:defRPr sz="1200" kern="1200">
          <a:solidFill>
            <a:schemeClr val="tx1"/>
          </a:solidFill>
          <a:latin typeface="+mn-lt"/>
          <a:ea typeface="+mn-ea"/>
          <a:cs typeface="+mn-cs"/>
        </a:defRPr>
      </a:lvl2pPr>
      <a:lvl3pPr marL="609660" algn="l" defTabSz="609660" rtl="0" eaLnBrk="1" latinLnBrk="0" hangingPunct="1">
        <a:defRPr sz="1200" kern="1200">
          <a:solidFill>
            <a:schemeClr val="tx1"/>
          </a:solidFill>
          <a:latin typeface="+mn-lt"/>
          <a:ea typeface="+mn-ea"/>
          <a:cs typeface="+mn-cs"/>
        </a:defRPr>
      </a:lvl3pPr>
      <a:lvl4pPr marL="914492" algn="l" defTabSz="609660" rtl="0" eaLnBrk="1" latinLnBrk="0" hangingPunct="1">
        <a:defRPr sz="1200" kern="1200">
          <a:solidFill>
            <a:schemeClr val="tx1"/>
          </a:solidFill>
          <a:latin typeface="+mn-lt"/>
          <a:ea typeface="+mn-ea"/>
          <a:cs typeface="+mn-cs"/>
        </a:defRPr>
      </a:lvl4pPr>
      <a:lvl5pPr marL="1219322" algn="l" defTabSz="609660" rtl="0" eaLnBrk="1" latinLnBrk="0" hangingPunct="1">
        <a:defRPr sz="1200" kern="1200">
          <a:solidFill>
            <a:schemeClr val="tx1"/>
          </a:solidFill>
          <a:latin typeface="+mn-lt"/>
          <a:ea typeface="+mn-ea"/>
          <a:cs typeface="+mn-cs"/>
        </a:defRPr>
      </a:lvl5pPr>
      <a:lvl6pPr marL="1524152" algn="l" defTabSz="609660" rtl="0" eaLnBrk="1" latinLnBrk="0" hangingPunct="1">
        <a:defRPr sz="1200" kern="1200">
          <a:solidFill>
            <a:schemeClr val="tx1"/>
          </a:solidFill>
          <a:latin typeface="+mn-lt"/>
          <a:ea typeface="+mn-ea"/>
          <a:cs typeface="+mn-cs"/>
        </a:defRPr>
      </a:lvl6pPr>
      <a:lvl7pPr marL="1828983" algn="l" defTabSz="609660" rtl="0" eaLnBrk="1" latinLnBrk="0" hangingPunct="1">
        <a:defRPr sz="1200" kern="1200">
          <a:solidFill>
            <a:schemeClr val="tx1"/>
          </a:solidFill>
          <a:latin typeface="+mn-lt"/>
          <a:ea typeface="+mn-ea"/>
          <a:cs typeface="+mn-cs"/>
        </a:defRPr>
      </a:lvl7pPr>
      <a:lvl8pPr marL="2133814" algn="l" defTabSz="609660" rtl="0" eaLnBrk="1" latinLnBrk="0" hangingPunct="1">
        <a:defRPr sz="1200" kern="1200">
          <a:solidFill>
            <a:schemeClr val="tx1"/>
          </a:solidFill>
          <a:latin typeface="+mn-lt"/>
          <a:ea typeface="+mn-ea"/>
          <a:cs typeface="+mn-cs"/>
        </a:defRPr>
      </a:lvl8pPr>
      <a:lvl9pPr marL="2438644" algn="l" defTabSz="609660"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84">
          <p15:clr>
            <a:srgbClr val="C35EA4"/>
          </p15:clr>
        </p15:guide>
        <p15:guide id="2" pos="3901">
          <p15:clr>
            <a:srgbClr val="C35EA4"/>
          </p15:clr>
        </p15:guide>
        <p15:guide id="3" pos="3779">
          <p15:clr>
            <a:srgbClr val="C35EA4"/>
          </p15:clr>
        </p15:guide>
        <p15:guide id="4" pos="3296">
          <p15:clr>
            <a:srgbClr val="C35EA4"/>
          </p15:clr>
        </p15:guide>
        <p15:guide id="5" pos="3175">
          <p15:clr>
            <a:srgbClr val="C35EA4"/>
          </p15:clr>
        </p15:guide>
        <p15:guide id="6" pos="4505">
          <p15:clr>
            <a:srgbClr val="C35EA4"/>
          </p15:clr>
        </p15:guide>
        <p15:guide id="7" pos="4989">
          <p15:clr>
            <a:srgbClr val="C35EA4"/>
          </p15:clr>
        </p15:guide>
        <p15:guide id="8" pos="2691">
          <p15:clr>
            <a:srgbClr val="C35EA4"/>
          </p15:clr>
        </p15:guide>
        <p15:guide id="9" pos="2570">
          <p15:clr>
            <a:srgbClr val="C35EA4"/>
          </p15:clr>
        </p15:guide>
        <p15:guide id="10" pos="5110">
          <p15:clr>
            <a:srgbClr val="C35EA4"/>
          </p15:clr>
        </p15:guide>
        <p15:guide id="11" pos="5594">
          <p15:clr>
            <a:srgbClr val="C35EA4"/>
          </p15:clr>
        </p15:guide>
        <p15:guide id="12" pos="2086">
          <p15:clr>
            <a:srgbClr val="C35EA4"/>
          </p15:clr>
        </p15:guide>
        <p15:guide id="13" pos="1965">
          <p15:clr>
            <a:srgbClr val="C35EA4"/>
          </p15:clr>
        </p15:guide>
        <p15:guide id="14" pos="1481">
          <p15:clr>
            <a:srgbClr val="C35EA4"/>
          </p15:clr>
        </p15:guide>
        <p15:guide id="15" pos="5715">
          <p15:clr>
            <a:srgbClr val="C35EA4"/>
          </p15:clr>
        </p15:guide>
        <p15:guide id="16" pos="6199">
          <p15:clr>
            <a:srgbClr val="C35EA4"/>
          </p15:clr>
        </p15:guide>
        <p15:guide id="17" pos="6319">
          <p15:clr>
            <a:srgbClr val="C35EA4"/>
          </p15:clr>
        </p15:guide>
        <p15:guide id="18" pos="1361">
          <p15:clr>
            <a:srgbClr val="C35EA4"/>
          </p15:clr>
        </p15:guide>
        <p15:guide id="19" pos="877">
          <p15:clr>
            <a:srgbClr val="C35EA4"/>
          </p15:clr>
        </p15:guide>
        <p15:guide id="20" pos="6803">
          <p15:clr>
            <a:srgbClr val="C35EA4"/>
          </p15:clr>
        </p15:guide>
        <p15:guide id="21" pos="6925">
          <p15:clr>
            <a:srgbClr val="C35EA4"/>
          </p15:clr>
        </p15:guide>
        <p15:guide id="22" pos="755">
          <p15:clr>
            <a:srgbClr val="C35EA4"/>
          </p15:clr>
        </p15:guide>
        <p15:guide id="23" pos="257">
          <p15:clr>
            <a:srgbClr val="A4A3A4"/>
          </p15:clr>
        </p15:guide>
        <p15:guide id="24" pos="7423">
          <p15:clr>
            <a:srgbClr val="A4A3A4"/>
          </p15:clr>
        </p15:guide>
        <p15:guide id="25" orient="horz" pos="255">
          <p15:clr>
            <a:srgbClr val="A4A3A4"/>
          </p15:clr>
        </p15:guide>
        <p15:guide id="26" orient="horz" pos="4065">
          <p15:clr>
            <a:srgbClr val="A4A3A4"/>
          </p15:clr>
        </p15:guide>
        <p15:guide id="27" orient="horz" pos="2160" userDrawn="1">
          <p15:clr>
            <a:srgbClr val="F26B43"/>
          </p15:clr>
        </p15:guide>
        <p15:guide id="28" pos="3840" userDrawn="1">
          <p15:clr>
            <a:srgbClr val="F26B43"/>
          </p15:clr>
        </p15:guide>
        <p15:guide id="29" pos="347" userDrawn="1">
          <p15:clr>
            <a:srgbClr val="F26B43"/>
          </p15:clr>
        </p15:guide>
        <p15:guide id="30" pos="7333" userDrawn="1">
          <p15:clr>
            <a:srgbClr val="F26B43"/>
          </p15:clr>
        </p15:guide>
        <p15:guide id="31" orient="horz" pos="346" userDrawn="1">
          <p15:clr>
            <a:srgbClr val="F26B43"/>
          </p15:clr>
        </p15:guide>
        <p15:guide id="32"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xebia.com/customer-stories/new-hub-app-empowers-real-estate-consultants-on-the-move/" TargetMode="External"/><Relationship Id="rId1" Type="http://schemas.openxmlformats.org/officeDocument/2006/relationships/slideLayout" Target="../slideLayouts/slideLayout57.xml"/><Relationship Id="rId4"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FEFF6-C801-FE39-0007-5A60666476BF}"/>
            </a:ext>
          </a:extLst>
        </p:cNvPr>
        <p:cNvGrpSpPr/>
        <p:nvPr/>
      </p:nvGrpSpPr>
      <p:grpSpPr>
        <a:xfrm>
          <a:off x="0" y="0"/>
          <a:ext cx="0" cy="0"/>
          <a:chOff x="0" y="0"/>
          <a:chExt cx="0" cy="0"/>
        </a:xfrm>
      </p:grpSpPr>
      <p:sp>
        <p:nvSpPr>
          <p:cNvPr id="14" name="Text Placeholder 13">
            <a:extLst>
              <a:ext uri="{FF2B5EF4-FFF2-40B4-BE49-F238E27FC236}">
                <a16:creationId xmlns:a16="http://schemas.microsoft.com/office/drawing/2014/main" id="{65F8C4BA-E6EA-D857-7F82-91266928E6E2}"/>
              </a:ext>
            </a:extLst>
          </p:cNvPr>
          <p:cNvSpPr>
            <a:spLocks noGrp="1"/>
          </p:cNvSpPr>
          <p:nvPr>
            <p:ph type="body" sz="quarter" idx="147"/>
          </p:nvPr>
        </p:nvSpPr>
        <p:spPr>
          <a:xfrm>
            <a:off x="406402" y="1721030"/>
            <a:ext cx="4029572" cy="3446777"/>
          </a:xfrm>
        </p:spPr>
        <p:txBody>
          <a:bodyPr wrap="square" numCol="1">
            <a:spAutoFit/>
          </a:bodyPr>
          <a:lstStyle/>
          <a:p>
            <a:r>
              <a:rPr lang="en-US" sz="1400" b="1" noProof="0"/>
              <a:t>The Challenge</a:t>
            </a:r>
          </a:p>
          <a:p>
            <a:pPr marL="171450" indent="-171450">
              <a:spcBef>
                <a:spcPts val="0"/>
              </a:spcBef>
              <a:buFont typeface="Arial" panose="020B0604020202020204" pitchFamily="34" charset="0"/>
              <a:buChar char="•"/>
            </a:pPr>
            <a:r>
              <a:rPr lang="en-US" sz="1000"/>
              <a:t>Mobile real estate consultants lacked on-the-go access to contacts, contracts, and property data</a:t>
            </a:r>
          </a:p>
          <a:p>
            <a:pPr marL="171450" indent="-171450">
              <a:spcBef>
                <a:spcPts val="0"/>
              </a:spcBef>
              <a:buFont typeface="Arial" panose="020B0604020202020204" pitchFamily="34" charset="0"/>
              <a:buChar char="•"/>
            </a:pPr>
            <a:r>
              <a:rPr lang="en-US" sz="1000"/>
              <a:t>Fragmented internal applications and content made client interactions slow and inconsistent</a:t>
            </a:r>
          </a:p>
          <a:p>
            <a:pPr marL="171450" indent="-171450">
              <a:spcBef>
                <a:spcPts val="0"/>
              </a:spcBef>
              <a:buFont typeface="Arial" panose="020B0604020202020204" pitchFamily="34" charset="0"/>
              <a:buChar char="•"/>
            </a:pPr>
            <a:r>
              <a:rPr lang="en-US" sz="1000"/>
              <a:t>Office-bound workflows delayed appraisals, viewings, and offer capture</a:t>
            </a:r>
          </a:p>
          <a:p>
            <a:pPr marL="171450" indent="-171450">
              <a:spcBef>
                <a:spcPts val="0"/>
              </a:spcBef>
              <a:buFont typeface="Arial" panose="020B0604020202020204" pitchFamily="34" charset="0"/>
              <a:buChar char="•"/>
            </a:pPr>
            <a:r>
              <a:rPr lang="en-US" sz="1000"/>
              <a:t>Needed a modern, design-led frontend to preserve competitive edge in a fast-moving property market</a:t>
            </a:r>
          </a:p>
          <a:p>
            <a:pPr marL="171450" indent="-171450">
              <a:spcBef>
                <a:spcPts val="0"/>
              </a:spcBef>
              <a:buFont typeface="Arial" panose="020B0604020202020204" pitchFamily="34" charset="0"/>
              <a:buChar char="•"/>
            </a:pPr>
            <a:endParaRPr lang="en-US" sz="1000" noProof="0"/>
          </a:p>
          <a:p>
            <a:r>
              <a:rPr lang="en-US" sz="1400" b="1" noProof="0"/>
              <a:t>The Solution: Mobile Hub with UX-Led Delivery</a:t>
            </a:r>
          </a:p>
          <a:p>
            <a:r>
              <a:rPr lang="en-US" b="1" noProof="0"/>
              <a:t>Native iOS Frontend &amp; Unified Content Access</a:t>
            </a:r>
            <a:endParaRPr lang="en-US" sz="1100"/>
          </a:p>
          <a:p>
            <a:pPr marL="171450" indent="-171450">
              <a:spcBef>
                <a:spcPts val="0"/>
              </a:spcBef>
              <a:buFont typeface="Arial" panose="020B0604020202020204" pitchFamily="34" charset="0"/>
              <a:buChar char="•"/>
            </a:pPr>
            <a:r>
              <a:rPr lang="en-US" sz="1000"/>
              <a:t>Built a native iOS hub app (Swift) with intuitive UX/UI tailored to real estate workflows</a:t>
            </a:r>
          </a:p>
          <a:p>
            <a:pPr marL="171450" indent="-171450">
              <a:spcBef>
                <a:spcPts val="0"/>
              </a:spcBef>
              <a:buFont typeface="Arial" panose="020B0604020202020204" pitchFamily="34" charset="0"/>
              <a:buChar char="•"/>
            </a:pPr>
            <a:r>
              <a:rPr lang="en-US" sz="1000"/>
              <a:t>Centralized client, contract, and property records for quick lookup and updates in the field</a:t>
            </a:r>
          </a:p>
          <a:p>
            <a:pPr marL="171450" indent="-171450">
              <a:spcBef>
                <a:spcPts val="0"/>
              </a:spcBef>
              <a:buFont typeface="Arial" panose="020B0604020202020204" pitchFamily="34" charset="0"/>
              <a:buChar char="•"/>
            </a:pPr>
            <a:r>
              <a:rPr lang="en-US" sz="1000"/>
              <a:t>Added guided flows for appraisals, viewings, and offer capture with Siri dictation to speed note-taking</a:t>
            </a:r>
          </a:p>
        </p:txBody>
      </p:sp>
      <p:sp>
        <p:nvSpPr>
          <p:cNvPr id="15" name="Text Placeholder 14">
            <a:extLst>
              <a:ext uri="{FF2B5EF4-FFF2-40B4-BE49-F238E27FC236}">
                <a16:creationId xmlns:a16="http://schemas.microsoft.com/office/drawing/2014/main" id="{1C872CA8-070D-0E11-CAD2-42CCBBCE31E3}"/>
              </a:ext>
            </a:extLst>
          </p:cNvPr>
          <p:cNvSpPr>
            <a:spLocks noGrp="1"/>
          </p:cNvSpPr>
          <p:nvPr>
            <p:ph type="body" sz="quarter" idx="158"/>
          </p:nvPr>
        </p:nvSpPr>
        <p:spPr>
          <a:xfrm>
            <a:off x="8307387" y="4996061"/>
            <a:ext cx="3282950" cy="1063496"/>
          </a:xfrm>
        </p:spPr>
        <p:txBody>
          <a:bodyPr/>
          <a:lstStyle/>
          <a:p>
            <a:pPr>
              <a:spcBef>
                <a:spcPts val="0"/>
              </a:spcBef>
            </a:pPr>
            <a:r>
              <a:rPr lang="en-US" b="1" noProof="0"/>
              <a:t>Client:</a:t>
            </a:r>
            <a:r>
              <a:rPr lang="en-US" noProof="0"/>
              <a:t> Knight Frank (Global Real Estate Consultancy)</a:t>
            </a:r>
            <a:br>
              <a:rPr lang="en-US" noProof="0"/>
            </a:br>
            <a:endParaRPr lang="en-US" noProof="0"/>
          </a:p>
          <a:p>
            <a:pPr>
              <a:spcBef>
                <a:spcPts val="0"/>
              </a:spcBef>
            </a:pPr>
            <a:r>
              <a:rPr lang="en-US" b="1" noProof="0"/>
              <a:t>Scope:</a:t>
            </a:r>
            <a:r>
              <a:rPr lang="en-US" noProof="0"/>
              <a:t> UX/UI design, native iOS frontend, content integration for property and client management</a:t>
            </a:r>
            <a:br>
              <a:rPr lang="en-US" noProof="0"/>
            </a:br>
            <a:br>
              <a:rPr lang="en-US" noProof="0"/>
            </a:br>
            <a:r>
              <a:rPr lang="en-US" noProof="0">
                <a:hlinkClick r:id="rId2"/>
              </a:rPr>
              <a:t>Read Full Case Study →</a:t>
            </a:r>
            <a:endParaRPr lang="en-US" noProof="0"/>
          </a:p>
        </p:txBody>
      </p:sp>
      <p:sp>
        <p:nvSpPr>
          <p:cNvPr id="13" name="Text Placeholder 12">
            <a:extLst>
              <a:ext uri="{FF2B5EF4-FFF2-40B4-BE49-F238E27FC236}">
                <a16:creationId xmlns:a16="http://schemas.microsoft.com/office/drawing/2014/main" id="{41C003AB-F1E3-FA0C-89DD-B5F7140BFDC8}"/>
              </a:ext>
            </a:extLst>
          </p:cNvPr>
          <p:cNvSpPr>
            <a:spLocks noGrp="1"/>
          </p:cNvSpPr>
          <p:nvPr>
            <p:ph type="body" idx="106"/>
          </p:nvPr>
        </p:nvSpPr>
        <p:spPr>
          <a:xfrm>
            <a:off x="406401" y="408054"/>
            <a:ext cx="7514167" cy="163827"/>
          </a:xfrm>
        </p:spPr>
        <p:txBody>
          <a:bodyPr/>
          <a:lstStyle/>
          <a:p>
            <a:r>
              <a:rPr lang="en-US" noProof="0"/>
              <a:t>22-1-2026</a:t>
            </a:r>
          </a:p>
        </p:txBody>
      </p:sp>
      <p:sp>
        <p:nvSpPr>
          <p:cNvPr id="2" name="Slide Number Placeholder 1">
            <a:extLst>
              <a:ext uri="{FF2B5EF4-FFF2-40B4-BE49-F238E27FC236}">
                <a16:creationId xmlns:a16="http://schemas.microsoft.com/office/drawing/2014/main" id="{BCBCD116-5BD4-45C5-5C7B-F8F3C76FC877}"/>
              </a:ext>
            </a:extLst>
          </p:cNvPr>
          <p:cNvSpPr>
            <a:spLocks noGrp="1"/>
          </p:cNvSpPr>
          <p:nvPr>
            <p:ph type="sldNum" sz="quarter" idx="12"/>
          </p:nvPr>
        </p:nvSpPr>
        <p:spPr/>
        <p:txBody>
          <a:bodyPr/>
          <a:lstStyle/>
          <a:p>
            <a:fld id="{C1F56866-D47B-47B9-9D95-BB9706FB23C1}" type="slidenum">
              <a:rPr lang="en-US" noProof="0" smtClean="0"/>
              <a:pPr/>
              <a:t>1</a:t>
            </a:fld>
            <a:endParaRPr lang="en-US" noProof="0"/>
          </a:p>
        </p:txBody>
      </p:sp>
      <p:sp>
        <p:nvSpPr>
          <p:cNvPr id="3" name="Symbol zastępczy stopki 2">
            <a:extLst>
              <a:ext uri="{FF2B5EF4-FFF2-40B4-BE49-F238E27FC236}">
                <a16:creationId xmlns:a16="http://schemas.microsoft.com/office/drawing/2014/main" id="{A1F15343-4A46-9FB5-59D2-91E487F81939}"/>
              </a:ext>
            </a:extLst>
          </p:cNvPr>
          <p:cNvSpPr>
            <a:spLocks noGrp="1"/>
          </p:cNvSpPr>
          <p:nvPr>
            <p:ph type="ftr" sz="quarter" idx="3"/>
          </p:nvPr>
        </p:nvSpPr>
        <p:spPr/>
        <p:txBody>
          <a:bodyPr/>
          <a:lstStyle/>
          <a:p>
            <a:r>
              <a:rPr lang="en-US" noProof="0"/>
              <a:t>Copyright © 2026 Xebia. All rights reserved</a:t>
            </a:r>
          </a:p>
        </p:txBody>
      </p:sp>
      <p:sp>
        <p:nvSpPr>
          <p:cNvPr id="12" name="Title 11">
            <a:extLst>
              <a:ext uri="{FF2B5EF4-FFF2-40B4-BE49-F238E27FC236}">
                <a16:creationId xmlns:a16="http://schemas.microsoft.com/office/drawing/2014/main" id="{B1CDF82A-C2DE-B8F0-752C-B74E1513AD74}"/>
              </a:ext>
            </a:extLst>
          </p:cNvPr>
          <p:cNvSpPr>
            <a:spLocks noGrp="1"/>
          </p:cNvSpPr>
          <p:nvPr>
            <p:ph type="title"/>
          </p:nvPr>
        </p:nvSpPr>
        <p:spPr>
          <a:xfrm>
            <a:off x="406401" y="901699"/>
            <a:ext cx="7510462" cy="400110"/>
          </a:xfrm>
        </p:spPr>
        <p:txBody>
          <a:bodyPr/>
          <a:lstStyle/>
          <a:p>
            <a:r>
              <a:rPr lang="en-US" sz="2000" noProof="0"/>
              <a:t>Knight Frank: Mobile Hub App for Real Estate Consultants</a:t>
            </a:r>
          </a:p>
        </p:txBody>
      </p:sp>
      <p:sp>
        <p:nvSpPr>
          <p:cNvPr id="4" name="Text Placeholder 13">
            <a:extLst>
              <a:ext uri="{FF2B5EF4-FFF2-40B4-BE49-F238E27FC236}">
                <a16:creationId xmlns:a16="http://schemas.microsoft.com/office/drawing/2014/main" id="{0085639D-63EF-5577-9AD7-4769922DA277}"/>
              </a:ext>
            </a:extLst>
          </p:cNvPr>
          <p:cNvSpPr txBox="1">
            <a:spLocks/>
          </p:cNvSpPr>
          <p:nvPr/>
        </p:nvSpPr>
        <p:spPr>
          <a:xfrm>
            <a:off x="4496955" y="1721030"/>
            <a:ext cx="3419907" cy="3270191"/>
          </a:xfrm>
          <a:prstGeom prst="rect">
            <a:avLst/>
          </a:prstGeom>
        </p:spPr>
        <p:txBody>
          <a:bodyPr wrap="square" lIns="0" tIns="0" rIns="0" bIns="0" numCol="1" spcCol="332640" anchor="t">
            <a:spAutoFit/>
          </a:bodyPr>
          <a:lstStyle>
            <a:lvl1pPr marL="0" marR="0" indent="0" algn="l" defTabSz="609660" rtl="0" eaLnBrk="1" fontAlgn="auto" latinLnBrk="0" hangingPunct="1">
              <a:lnSpc>
                <a:spcPts val="1387"/>
              </a:lnSpc>
              <a:spcBef>
                <a:spcPts val="933"/>
              </a:spcBef>
              <a:spcAft>
                <a:spcPts val="0"/>
              </a:spcAft>
              <a:buClrTx/>
              <a:buSzTx/>
              <a:buFontTx/>
              <a:buNone/>
              <a:tabLst/>
              <a:defRPr sz="1067" kern="1200">
                <a:solidFill>
                  <a:schemeClr val="tx1"/>
                </a:solidFill>
                <a:latin typeface="+mn-lt"/>
                <a:ea typeface="+mn-ea"/>
                <a:cs typeface="+mn-cs"/>
              </a:defRPr>
            </a:lvl1pPr>
            <a:lvl2pPr marL="304831" indent="0" algn="l" defTabSz="609660" rtl="0" eaLnBrk="1" latinLnBrk="0" hangingPunct="1">
              <a:spcBef>
                <a:spcPct val="20000"/>
              </a:spcBef>
              <a:buFontTx/>
              <a:buNone/>
              <a:defRPr sz="1200" kern="1200">
                <a:solidFill>
                  <a:schemeClr val="tx1"/>
                </a:solidFill>
                <a:latin typeface="+mn-lt"/>
                <a:ea typeface="+mn-ea"/>
                <a:cs typeface="+mn-cs"/>
              </a:defRPr>
            </a:lvl2pPr>
            <a:lvl3pPr marL="609660" indent="0" algn="l" defTabSz="609660" rtl="0" eaLnBrk="1" latinLnBrk="0" hangingPunct="1">
              <a:spcBef>
                <a:spcPct val="20000"/>
              </a:spcBef>
              <a:buFontTx/>
              <a:buNone/>
              <a:defRPr sz="1200" kern="1200">
                <a:solidFill>
                  <a:schemeClr val="tx1"/>
                </a:solidFill>
                <a:latin typeface="+mn-lt"/>
                <a:ea typeface="+mn-ea"/>
                <a:cs typeface="+mn-cs"/>
              </a:defRPr>
            </a:lvl3pPr>
            <a:lvl4pPr marL="914492" indent="0" algn="l" defTabSz="609660" rtl="0" eaLnBrk="1" latinLnBrk="0" hangingPunct="1">
              <a:spcBef>
                <a:spcPct val="20000"/>
              </a:spcBef>
              <a:buFontTx/>
              <a:buNone/>
              <a:defRPr sz="1200" kern="1200">
                <a:solidFill>
                  <a:schemeClr val="tx1"/>
                </a:solidFill>
                <a:latin typeface="+mn-lt"/>
                <a:ea typeface="+mn-ea"/>
                <a:cs typeface="+mn-cs"/>
              </a:defRPr>
            </a:lvl4pPr>
            <a:lvl5pPr marL="1219322" indent="0" algn="l" defTabSz="609660" rtl="0" eaLnBrk="1" latinLnBrk="0" hangingPunct="1">
              <a:spcBef>
                <a:spcPct val="20000"/>
              </a:spcBef>
              <a:buFontTx/>
              <a:buNone/>
              <a:defRPr sz="1200" kern="1200">
                <a:solidFill>
                  <a:schemeClr val="tx1"/>
                </a:solidFill>
                <a:latin typeface="+mn-lt"/>
                <a:ea typeface="+mn-ea"/>
                <a:cs typeface="+mn-cs"/>
              </a:defRPr>
            </a:lvl5pPr>
            <a:lvl6pPr marL="1676568" indent="-152416" algn="l" defTabSz="60966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398" indent="-152416" algn="l" defTabSz="60966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228" indent="-152416" algn="l" defTabSz="60966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1060" indent="-152416" algn="l" defTabSz="60966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r>
              <a:rPr lang="en-US" b="1" noProof="0"/>
              <a:t>Modern Delivery &amp; Experience Design</a:t>
            </a:r>
          </a:p>
          <a:p>
            <a:pPr marL="171450" indent="-171450">
              <a:spcBef>
                <a:spcPts val="0"/>
              </a:spcBef>
              <a:buFont typeface="Arial" panose="020B0604020202020204" pitchFamily="34" charset="0"/>
              <a:buChar char="•"/>
            </a:pPr>
            <a:r>
              <a:rPr lang="en-US" sz="1000"/>
              <a:t>Co-created with design and engineering to align journeys, visuals, and accessibility</a:t>
            </a:r>
          </a:p>
          <a:p>
            <a:pPr marL="171450" indent="-171450">
              <a:spcBef>
                <a:spcPts val="0"/>
              </a:spcBef>
              <a:buFont typeface="Arial" panose="020B0604020202020204" pitchFamily="34" charset="0"/>
              <a:buChar char="•"/>
            </a:pPr>
            <a:r>
              <a:rPr lang="en-US" sz="1000"/>
              <a:t>Streamlined integration with existing systems to keep data current without returning to the office</a:t>
            </a:r>
          </a:p>
          <a:p>
            <a:pPr marL="171450" indent="-171450">
              <a:spcBef>
                <a:spcPts val="0"/>
              </a:spcBef>
              <a:buFont typeface="Arial" panose="020B0604020202020204" pitchFamily="34" charset="0"/>
              <a:buChar char="•"/>
            </a:pPr>
            <a:r>
              <a:rPr lang="en-US" sz="1000"/>
              <a:t>Prepared for iterative enhancements with a modular app foundation and API-driven services</a:t>
            </a:r>
          </a:p>
          <a:p>
            <a:endParaRPr lang="en-US" sz="1400" b="1" noProof="0"/>
          </a:p>
          <a:p>
            <a:r>
              <a:rPr lang="en-US" sz="1400" b="1" noProof="0"/>
              <a:t>Business Impact</a:t>
            </a:r>
          </a:p>
          <a:p>
            <a:pPr marL="171450" indent="-171450">
              <a:spcBef>
                <a:spcPts val="0"/>
              </a:spcBef>
              <a:buFont typeface="Arial" panose="020B0604020202020204" pitchFamily="34" charset="0"/>
              <a:buChar char="•"/>
            </a:pPr>
            <a:r>
              <a:rPr lang="en-US" sz="1000"/>
              <a:t>24/7 mobile access to building, client, and deal information improves responsiveness</a:t>
            </a:r>
          </a:p>
          <a:p>
            <a:pPr marL="171450" indent="-171450">
              <a:spcBef>
                <a:spcPts val="0"/>
              </a:spcBef>
              <a:buFont typeface="Arial" panose="020B0604020202020204" pitchFamily="34" charset="0"/>
              <a:buChar char="•"/>
            </a:pPr>
            <a:r>
              <a:rPr lang="en-US" sz="1000"/>
              <a:t>Faster scheduling of appraisals and viewings, reducing turnaround time for buyers and sellers</a:t>
            </a:r>
          </a:p>
          <a:p>
            <a:pPr marL="171450" indent="-171450">
              <a:spcBef>
                <a:spcPts val="0"/>
              </a:spcBef>
              <a:buFont typeface="Arial" panose="020B0604020202020204" pitchFamily="34" charset="0"/>
              <a:buChar char="•"/>
            </a:pPr>
            <a:r>
              <a:rPr lang="en-US" sz="1000"/>
              <a:t>Consistent, high-quality customer service through a polished, purpose-built frontend</a:t>
            </a:r>
          </a:p>
          <a:p>
            <a:pPr marL="171450" indent="-171450">
              <a:spcBef>
                <a:spcPts val="0"/>
              </a:spcBef>
              <a:buFont typeface="Arial" panose="020B0604020202020204" pitchFamily="34" charset="0"/>
              <a:buChar char="•"/>
            </a:pPr>
            <a:r>
              <a:rPr lang="en-US" sz="1000"/>
              <a:t>Consultants spend more time with clients and less on administrative follow-up</a:t>
            </a:r>
            <a:endParaRPr lang="en-US" sz="1100"/>
          </a:p>
        </p:txBody>
      </p:sp>
      <p:pic>
        <p:nvPicPr>
          <p:cNvPr id="4098" name="Picture 2">
            <a:extLst>
              <a:ext uri="{FF2B5EF4-FFF2-40B4-BE49-F238E27FC236}">
                <a16:creationId xmlns:a16="http://schemas.microsoft.com/office/drawing/2014/main" id="{9468ED3A-8690-567D-5AAA-E8DBB3285A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45562" y="3756529"/>
            <a:ext cx="2006600" cy="8255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Placeholder 7">
            <a:extLst>
              <a:ext uri="{FF2B5EF4-FFF2-40B4-BE49-F238E27FC236}">
                <a16:creationId xmlns:a16="http://schemas.microsoft.com/office/drawing/2014/main" id="{06016348-DFED-F03E-16B5-66A763FA4391}"/>
              </a:ext>
            </a:extLst>
          </p:cNvPr>
          <p:cNvPicPr>
            <a:picLocks noGrp="1" noChangeAspect="1"/>
          </p:cNvPicPr>
          <p:nvPr>
            <p:ph type="pic" sz="quarter" idx="163"/>
          </p:nvPr>
        </p:nvPicPr>
        <p:blipFill>
          <a:blip r:embed="rId4">
            <a:extLst>
              <a:ext uri="{28A0092B-C50C-407E-A947-70E740481C1C}">
                <a14:useLocalDpi xmlns:a14="http://schemas.microsoft.com/office/drawing/2010/main" val="0"/>
              </a:ext>
            </a:extLst>
          </a:blip>
          <a:srcRect l="2037" r="2037"/>
          <a:stretch>
            <a:fillRect/>
          </a:stretch>
        </p:blipFill>
        <p:spPr/>
      </p:pic>
    </p:spTree>
    <p:extLst>
      <p:ext uri="{BB962C8B-B14F-4D97-AF65-F5344CB8AC3E}">
        <p14:creationId xmlns:p14="http://schemas.microsoft.com/office/powerpoint/2010/main" val="98750066"/>
      </p:ext>
    </p:extLst>
  </p:cSld>
  <p:clrMapOvr>
    <a:masterClrMapping/>
  </p:clrMapOvr>
</p:sld>
</file>

<file path=ppt/theme/theme1.xml><?xml version="1.0" encoding="utf-8"?>
<a:theme xmlns:a="http://schemas.openxmlformats.org/drawingml/2006/main" name="Xebia_Presentation_2025_Read_Only">
  <a:themeElements>
    <a:clrScheme name="Xebia Charts">
      <a:dk1>
        <a:srgbClr val="000000"/>
      </a:dk1>
      <a:lt1>
        <a:srgbClr val="FFFFFF"/>
      </a:lt1>
      <a:dk2>
        <a:srgbClr val="6D6D6D"/>
      </a:dk2>
      <a:lt2>
        <a:srgbClr val="B9B2BE"/>
      </a:lt2>
      <a:accent1>
        <a:srgbClr val="611562"/>
      </a:accent1>
      <a:accent2>
        <a:srgbClr val="7B1B7B"/>
      </a:accent2>
      <a:accent3>
        <a:srgbClr val="933793"/>
      </a:accent3>
      <a:accent4>
        <a:srgbClr val="B75EB7"/>
      </a:accent4>
      <a:accent5>
        <a:srgbClr val="C57DC5"/>
      </a:accent5>
      <a:accent6>
        <a:srgbClr val="FBF7F7"/>
      </a:accent6>
      <a:hlink>
        <a:srgbClr val="E330D0"/>
      </a:hlink>
      <a:folHlink>
        <a:srgbClr val="831B8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B1B7B"/>
        </a:solidFill>
        <a:ln>
          <a:noFill/>
          <a:headEnd type="none" w="med" len="med"/>
          <a:tailEnd type="none" w="med" len="med"/>
        </a:ln>
      </a:spPr>
      <a:bodyPr rtlCol="0" anchor="ctr"/>
      <a:lstStyle>
        <a:defPPr algn="ctr">
          <a:defRPr sz="1400" dirty="0">
            <a:solidFill>
              <a:schemeClr val="bg1"/>
            </a:solidFill>
          </a:defRPr>
        </a:defPPr>
      </a:lstStyle>
      <a:style>
        <a:lnRef idx="2">
          <a:schemeClr val="dk1">
            <a:shade val="15000"/>
          </a:schemeClr>
        </a:lnRef>
        <a:fillRef idx="1">
          <a:schemeClr val="dk1"/>
        </a:fillRef>
        <a:effectRef idx="0">
          <a:schemeClr val="dk1"/>
        </a:effectRef>
        <a:fontRef idx="minor">
          <a:schemeClr val="lt1"/>
        </a:fontRef>
      </a:style>
    </a:spDef>
    <a:txDef>
      <a:spPr>
        <a:noFill/>
      </a:spPr>
      <a:bodyPr wrap="square" rtlCol="0">
        <a:spAutoFit/>
      </a:bodyPr>
      <a:lstStyle>
        <a:defPPr algn="l">
          <a:defRPr dirty="0" err="1" smtClean="0"/>
        </a:defPPr>
      </a:lstStyle>
    </a:txDef>
  </a:objectDefaults>
  <a:extraClrSchemeLst/>
  <a:extLst>
    <a:ext uri="{05A4C25C-085E-4340-85A3-A5531E510DB2}">
      <thm15:themeFamily xmlns:thm15="http://schemas.microsoft.com/office/thememl/2012/main" name="Presentation1" id="{EFA22B1D-630C-704E-A965-2CCE77D6D475}" vid="{5C48D7F0-871D-704B-B1F9-AC2C5F08D6E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8AB178B1C63764FB69DC687AF91F3C3" ma:contentTypeVersion="14" ma:contentTypeDescription="Een nieuw document maken." ma:contentTypeScope="" ma:versionID="34baedd750c5ac2de39e17369f75ff4a">
  <xsd:schema xmlns:xsd="http://www.w3.org/2001/XMLSchema" xmlns:xs="http://www.w3.org/2001/XMLSchema" xmlns:p="http://schemas.microsoft.com/office/2006/metadata/properties" xmlns:ns2="c559e707-c4dc-481c-8f20-1390d9b1763d" xmlns:ns3="20a0acd5-61c4-4018-b951-c082e5b75858" targetNamespace="http://schemas.microsoft.com/office/2006/metadata/properties" ma:root="true" ma:fieldsID="94b6d483c48ce3ecd8a1cc1f7c9283d7" ns2:_="" ns3:_="">
    <xsd:import namespace="c559e707-c4dc-481c-8f20-1390d9b1763d"/>
    <xsd:import namespace="20a0acd5-61c4-4018-b951-c082e5b7585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MediaServiceLocation"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59e707-c4dc-481c-8f20-1390d9b1763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Location" ma:index="16" nillable="true" ma:displayName="Location" ma:indexed="true" ma:internalName="MediaServiceLocation" ma:readOnly="true">
      <xsd:simpleType>
        <xsd:restriction base="dms:Text"/>
      </xsd:simpleType>
    </xsd:element>
    <xsd:element name="lcf76f155ced4ddcb4097134ff3c332f" ma:index="18" nillable="true" ma:taxonomy="true" ma:internalName="lcf76f155ced4ddcb4097134ff3c332f" ma:taxonomyFieldName="MediaServiceImageTags" ma:displayName="Afbeeldingtags" ma:readOnly="false" ma:fieldId="{5cf76f15-5ced-4ddc-b409-7134ff3c332f}" ma:taxonomyMulti="true" ma:sspId="28eca5aa-3823-4333-92a0-adf3de86d96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0a0acd5-61c4-4018-b951-c082e5b75858"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426fe27f-2603-4c92-a102-685a412d01be}" ma:internalName="TaxCatchAll" ma:showField="CatchAllData" ma:web="20a0acd5-61c4-4018-b951-c082e5b7585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20a0acd5-61c4-4018-b951-c082e5b75858" xsi:nil="true"/>
    <lcf76f155ced4ddcb4097134ff3c332f xmlns="c559e707-c4dc-481c-8f20-1390d9b1763d">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CAE5800-4B0D-41C1-8FFF-9A9C3DADB5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559e707-c4dc-481c-8f20-1390d9b1763d"/>
    <ds:schemaRef ds:uri="20a0acd5-61c4-4018-b951-c082e5b7585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EFF9492-C880-4A0F-8CF0-667A624B394F}">
  <ds:schemaRefs>
    <ds:schemaRef ds:uri="http://schemas.microsoft.com/office/2006/metadata/properties"/>
    <ds:schemaRef ds:uri="http://schemas.microsoft.com/office/infopath/2007/PartnerControls"/>
    <ds:schemaRef ds:uri="20a0acd5-61c4-4018-b951-c082e5b75858"/>
    <ds:schemaRef ds:uri="c559e707-c4dc-481c-8f20-1390d9b1763d"/>
  </ds:schemaRefs>
</ds:datastoreItem>
</file>

<file path=customXml/itemProps3.xml><?xml version="1.0" encoding="utf-8"?>
<ds:datastoreItem xmlns:ds="http://schemas.openxmlformats.org/officeDocument/2006/customXml" ds:itemID="{C6A37EE2-24A5-41F6-9B72-A801755A5E9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Xebia_Presentation_2025_Read_Only</vt:lpstr>
      <vt:lpstr>Knight Frank: Mobile Hub App for Real Estate Consultants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cp:revision>
  <dcterms:created xsi:type="dcterms:W3CDTF">2026-01-28T14:10:05Z</dcterms:created>
  <dcterms:modified xsi:type="dcterms:W3CDTF">2026-01-28T14:10:48Z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0x01010038AB178B1C63764FB69DC687AF91F3C3</vt:lpwstr>
  </property>
  <property fmtid="{D5CDD505-2E9C-101B-9397-08002B2CF9AE}" pid="3" name="MediaServiceImageTags">
    <vt:lpwstr/>
  </property>
</Properties>
</file>