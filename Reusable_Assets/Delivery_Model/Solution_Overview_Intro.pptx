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14748354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C85E78-ACEE-EF24-9810-118331BE1EDA}" v="2" dt="2026-01-23T11:13:40.1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e Sereda" userId="S::george.sereda@xebia.com::5e824fc6-3a6a-482b-8597-f9374fb4b421" providerId="AD" clId="Web-{4CC85E78-ACEE-EF24-9810-118331BE1EDA}"/>
    <pc:docChg chg="addSld delSld">
      <pc:chgData name="George Sereda" userId="S::george.sereda@xebia.com::5e824fc6-3a6a-482b-8597-f9374fb4b421" providerId="AD" clId="Web-{4CC85E78-ACEE-EF24-9810-118331BE1EDA}" dt="2026-01-23T11:13:40.113" v="1"/>
      <pc:docMkLst>
        <pc:docMk/>
      </pc:docMkLst>
      <pc:sldChg chg="del">
        <pc:chgData name="George Sereda" userId="S::george.sereda@xebia.com::5e824fc6-3a6a-482b-8597-f9374fb4b421" providerId="AD" clId="Web-{4CC85E78-ACEE-EF24-9810-118331BE1EDA}" dt="2026-01-23T11:13:40.113" v="1"/>
        <pc:sldMkLst>
          <pc:docMk/>
          <pc:sldMk cId="109857222" sldId="256"/>
        </pc:sldMkLst>
      </pc:sldChg>
      <pc:sldChg chg="add">
        <pc:chgData name="George Sereda" userId="S::george.sereda@xebia.com::5e824fc6-3a6a-482b-8597-f9374fb4b421" providerId="AD" clId="Web-{4CC85E78-ACEE-EF24-9810-118331BE1EDA}" dt="2026-01-23T11:13:30.753" v="0"/>
        <pc:sldMkLst>
          <pc:docMk/>
          <pc:sldMk cId="1698319304" sldId="2147483545"/>
        </pc:sldMkLst>
      </pc:sldChg>
      <pc:sldMasterChg chg="addSldLayout">
        <pc:chgData name="George Sereda" userId="S::george.sereda@xebia.com::5e824fc6-3a6a-482b-8597-f9374fb4b421" providerId="AD" clId="Web-{4CC85E78-ACEE-EF24-9810-118331BE1EDA}" dt="2026-01-23T11:13:30.753" v="0"/>
        <pc:sldMasterMkLst>
          <pc:docMk/>
          <pc:sldMasterMk cId="2460954070" sldId="2147483660"/>
        </pc:sldMasterMkLst>
        <pc:sldLayoutChg chg="add">
          <pc:chgData name="George Sereda" userId="S::george.sereda@xebia.com::5e824fc6-3a6a-482b-8597-f9374fb4b421" providerId="AD" clId="Web-{4CC85E78-ACEE-EF24-9810-118331BE1EDA}" dt="2026-01-23T11:13:30.753" v="0"/>
          <pc:sldLayoutMkLst>
            <pc:docMk/>
            <pc:sldMasterMk cId="2460954070" sldId="2147483660"/>
            <pc:sldLayoutMk cId="2555319456" sldId="2147483672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_Slides_01">
    <p:bg>
      <p:bgPr>
        <a:solidFill>
          <a:srgbClr val="150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4275413" y="5741609"/>
            <a:ext cx="7509129" cy="875176"/>
          </a:xfrm>
          <a:prstGeom prst="rect">
            <a:avLst/>
          </a:prstGeom>
          <a:noFill/>
          <a:ln/>
        </p:spPr>
        <p:txBody>
          <a:bodyPr wrap="square" lIns="0" tIns="0" rIns="0" bIns="0" rtlCol="0" anchor="b" anchorCtr="0">
            <a:spAutoFit/>
          </a:bodyPr>
          <a:lstStyle>
            <a:lvl1pPr marL="0" indent="0" algn="l">
              <a:lnSpc>
                <a:spcPts val="4900"/>
              </a:lnSpc>
              <a:buNone/>
              <a:defRPr lang="en-US" sz="5600" kern="0" spc="-100" baseline="0" dirty="0">
                <a:solidFill>
                  <a:srgbClr val="FFFFFF"/>
                </a:solidFill>
                <a:latin typeface="+mj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indent="0" algn="l">
              <a:lnSpc>
                <a:spcPts val="7350"/>
              </a:lnSpc>
              <a:buNone/>
            </a:pPr>
            <a:r>
              <a:rPr lang="en-US" sz="5600"/>
              <a:t>Title section</a:t>
            </a:r>
          </a:p>
        </p:txBody>
      </p:sp>
      <p:sp>
        <p:nvSpPr>
          <p:cNvPr id="6" name="Text 0"/>
          <p:cNvSpPr>
            <a:spLocks noGrp="1"/>
          </p:cNvSpPr>
          <p:nvPr>
            <p:ph type="body" idx="104" hasCustomPrompt="1"/>
          </p:nvPr>
        </p:nvSpPr>
        <p:spPr>
          <a:xfrm>
            <a:off x="407459" y="6195145"/>
            <a:ext cx="17526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marL="0" indent="0" algn="l">
              <a:lnSpc>
                <a:spcPts val="2800"/>
              </a:lnSpc>
              <a:buNone/>
              <a:defRPr lang="en-US" sz="2800" b="0" i="0" kern="0" spc="0" dirty="0">
                <a:solidFill>
                  <a:srgbClr val="FFFFFF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indent="0" algn="l">
              <a:lnSpc>
                <a:spcPts val="4200"/>
              </a:lnSpc>
              <a:buNone/>
            </a:pPr>
            <a:r>
              <a:rPr lang="en-US" sz="2800"/>
              <a:t>01</a:t>
            </a:r>
          </a:p>
        </p:txBody>
      </p:sp>
      <p:sp>
        <p:nvSpPr>
          <p:cNvPr id="7" name="Text 0"/>
          <p:cNvSpPr>
            <a:spLocks noGrp="1"/>
          </p:cNvSpPr>
          <p:nvPr>
            <p:ph type="body" idx="105" hasCustomPrompt="1"/>
          </p:nvPr>
        </p:nvSpPr>
        <p:spPr>
          <a:xfrm>
            <a:off x="406400" y="374650"/>
            <a:ext cx="57859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ts val="1400"/>
              </a:lnSpc>
              <a:buNone/>
              <a:defRPr lang="en-US" sz="1050" b="0" i="0" kern="0" spc="0" dirty="0">
                <a:solidFill>
                  <a:srgbClr val="FFFFFF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indent="0" algn="l">
              <a:lnSpc>
                <a:spcPts val="2100"/>
              </a:lnSpc>
              <a:buNone/>
            </a:pPr>
            <a:r>
              <a:rPr lang="en-US" sz="1050"/>
              <a:t>Title Presentation</a:t>
            </a:r>
          </a:p>
        </p:txBody>
      </p:sp>
      <p:pic>
        <p:nvPicPr>
          <p:cNvPr id="9" name="Line 14" descr="preencoded.png">
            <a:extLst>
              <a:ext uri="{FF2B5EF4-FFF2-40B4-BE49-F238E27FC236}">
                <a16:creationId xmlns:a16="http://schemas.microsoft.com/office/drawing/2014/main" id="{6070BF3D-F854-FC85-FAC8-A71D4F12E22E}"/>
              </a:ext>
            </a:extLst>
          </p:cNvPr>
          <p:cNvPicPr preferRelativeResize="0">
            <a:picLocks/>
          </p:cNvPicPr>
          <p:nvPr userDrawn="1"/>
        </p:nvPicPr>
        <p:blipFill>
          <a:blip r:embed="rId2"/>
          <a:srcRect/>
          <a:stretch/>
        </p:blipFill>
        <p:spPr>
          <a:xfrm>
            <a:off x="406400" y="698500"/>
            <a:ext cx="11379200" cy="2400"/>
          </a:xfrm>
          <a:prstGeom prst="rect">
            <a:avLst/>
          </a:prstGeom>
        </p:spPr>
      </p:pic>
      <p:pic>
        <p:nvPicPr>
          <p:cNvPr id="10" name="Xebia" descr="preencoded.png">
            <a:extLst>
              <a:ext uri="{FF2B5EF4-FFF2-40B4-BE49-F238E27FC236}">
                <a16:creationId xmlns:a16="http://schemas.microsoft.com/office/drawing/2014/main" id="{D3250F50-AC05-F7D3-2FAB-1B746FB4104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1112500" y="292100"/>
            <a:ext cx="673100" cy="215900"/>
          </a:xfrm>
          <a:prstGeom prst="rect">
            <a:avLst/>
          </a:prstGeom>
        </p:spPr>
      </p:pic>
      <p:sp>
        <p:nvSpPr>
          <p:cNvPr id="8" name="Marcador de posición de imagen 3">
            <a:extLst>
              <a:ext uri="{FF2B5EF4-FFF2-40B4-BE49-F238E27FC236}">
                <a16:creationId xmlns:a16="http://schemas.microsoft.com/office/drawing/2014/main" id="{6AF98864-09D6-83CA-046B-82EEEC7827FD}"/>
              </a:ext>
            </a:extLst>
          </p:cNvPr>
          <p:cNvSpPr>
            <a:spLocks noGrp="1"/>
          </p:cNvSpPr>
          <p:nvPr>
            <p:ph type="pic" sz="quarter" idx="106"/>
          </p:nvPr>
        </p:nvSpPr>
        <p:spPr>
          <a:xfrm>
            <a:off x="407459" y="1111250"/>
            <a:ext cx="2335741" cy="17081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553194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2">
          <p15:clr>
            <a:srgbClr val="A4A3A4"/>
          </p15:clr>
        </p15:guide>
        <p15:guide id="2" pos="4944">
          <p15:clr>
            <a:srgbClr val="C35EA4"/>
          </p15:clr>
        </p15:guide>
        <p15:guide id="3" pos="5851">
          <p15:clr>
            <a:srgbClr val="C35EA4"/>
          </p15:clr>
        </p15:guide>
        <p15:guide id="4" pos="5669">
          <p15:clr>
            <a:srgbClr val="C35EA4"/>
          </p15:clr>
        </p15:guide>
        <p15:guide id="5" pos="6554">
          <p15:clr>
            <a:srgbClr val="C35EA4"/>
          </p15:clr>
        </p15:guide>
        <p15:guide id="6" pos="6758">
          <p15:clr>
            <a:srgbClr val="C35EA4"/>
          </p15:clr>
        </p15:guide>
        <p15:guide id="7" pos="4762">
          <p15:clr>
            <a:srgbClr val="C35EA4"/>
          </p15:clr>
        </p15:guide>
        <p15:guide id="9" pos="7484">
          <p15:clr>
            <a:srgbClr val="C35EA4"/>
          </p15:clr>
        </p15:guide>
        <p15:guide id="10" pos="7665">
          <p15:clr>
            <a:srgbClr val="C35EA4"/>
          </p15:clr>
        </p15:guide>
        <p15:guide id="11" pos="3855">
          <p15:clr>
            <a:srgbClr val="C35EA4"/>
          </p15:clr>
        </p15:guide>
        <p15:guide id="12" pos="3129">
          <p15:clr>
            <a:srgbClr val="C35EA4"/>
          </p15:clr>
        </p15:guide>
        <p15:guide id="13" pos="8391">
          <p15:clr>
            <a:srgbClr val="C35EA4"/>
          </p15:clr>
        </p15:guide>
        <p15:guide id="14" pos="8572">
          <p15:clr>
            <a:srgbClr val="C35EA4"/>
          </p15:clr>
        </p15:guide>
        <p15:guide id="15" pos="2948">
          <p15:clr>
            <a:srgbClr val="C35EA4"/>
          </p15:clr>
        </p15:guide>
        <p15:guide id="16" pos="2222">
          <p15:clr>
            <a:srgbClr val="C35EA4"/>
          </p15:clr>
        </p15:guide>
        <p15:guide id="17" pos="9298">
          <p15:clr>
            <a:srgbClr val="C35EA4"/>
          </p15:clr>
        </p15:guide>
        <p15:guide id="18" pos="9479">
          <p15:clr>
            <a:srgbClr val="C35EA4"/>
          </p15:clr>
        </p15:guide>
        <p15:guide id="19" pos="2041">
          <p15:clr>
            <a:srgbClr val="C35EA4"/>
          </p15:clr>
        </p15:guide>
        <p15:guide id="20" pos="1315">
          <p15:clr>
            <a:srgbClr val="C35EA4"/>
          </p15:clr>
        </p15:guide>
        <p15:guide id="21" pos="10205">
          <p15:clr>
            <a:srgbClr val="C35EA4"/>
          </p15:clr>
        </p15:guide>
        <p15:guide id="22" pos="10387">
          <p15:clr>
            <a:srgbClr val="C35EA4"/>
          </p15:clr>
        </p15:guide>
        <p15:guide id="23" pos="1133">
          <p15:clr>
            <a:srgbClr val="C35EA4"/>
          </p15:clr>
        </p15:guide>
        <p15:guide id="24" pos="385">
          <p15:clr>
            <a:srgbClr val="A4A3A4"/>
          </p15:clr>
        </p15:guide>
        <p15:guide id="25" pos="11135">
          <p15:clr>
            <a:srgbClr val="A4A3A4"/>
          </p15:clr>
        </p15:guide>
        <p15:guide id="26" orient="horz" pos="6098">
          <p15:clr>
            <a:srgbClr val="A4A3A4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5FBEB-BED8-A002-ECBD-692A0F4C1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FBE2DFCE-0D4A-7FAB-28A3-D1F0A93F87CA}"/>
              </a:ext>
            </a:extLst>
          </p:cNvPr>
          <p:cNvSpPr txBox="1">
            <a:spLocks/>
          </p:cNvSpPr>
          <p:nvPr/>
        </p:nvSpPr>
        <p:spPr>
          <a:xfrm>
            <a:off x="406400" y="1199545"/>
            <a:ext cx="7509129" cy="718145"/>
          </a:xfrm>
          <a:prstGeom prst="rect">
            <a:avLst/>
          </a:prstGeom>
          <a:noFill/>
          <a:ln/>
        </p:spPr>
        <p:txBody>
          <a:bodyPr wrap="square" lIns="0" tIns="0" rIns="0" bIns="0" rtlCol="0" anchor="b" anchorCtr="0">
            <a:spAutoFit/>
          </a:bodyPr>
          <a:lstStyle>
            <a:lvl1pPr marL="0" indent="0" algn="l" defTabSz="914400" rtl="0" eaLnBrk="1" latinLnBrk="0" hangingPunct="1">
              <a:lnSpc>
                <a:spcPts val="7350"/>
              </a:lnSpc>
              <a:spcBef>
                <a:spcPct val="20000"/>
              </a:spcBef>
              <a:buFont typeface="Arial" pitchFamily="34" charset="0"/>
              <a:buNone/>
              <a:defRPr lang="en-US" sz="8400" kern="0" spc="-150" baseline="0" dirty="0">
                <a:solidFill>
                  <a:srgbClr val="FFFFFF"/>
                </a:solidFill>
                <a:latin typeface="+mj-lt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06440">
              <a:lnSpc>
                <a:spcPts val="5600"/>
              </a:lnSpc>
              <a:spcBef>
                <a:spcPts val="0"/>
              </a:spcBef>
              <a:defRPr/>
            </a:pPr>
            <a:r>
              <a:rPr lang="en-US" sz="5600" spc="-167" noProof="1">
                <a:latin typeface="Arial"/>
                <a:ea typeface="SuisseBPIntl-Medium"/>
                <a:cs typeface="Arial"/>
              </a:rPr>
              <a:t>Solution Overview</a:t>
            </a: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D04E0B0B-DEF3-68EE-DA5C-D1D59AEBDE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01207" y="1200166"/>
            <a:ext cx="3502694" cy="5253551"/>
          </a:xfrm>
          <a:custGeom>
            <a:avLst/>
            <a:gdLst>
              <a:gd name="connsiteX0" fmla="*/ 0 w 5795962"/>
              <a:gd name="connsiteY0" fmla="*/ 0 h 7880326"/>
              <a:gd name="connsiteX1" fmla="*/ 5795962 w 5795962"/>
              <a:gd name="connsiteY1" fmla="*/ 0 h 7880326"/>
              <a:gd name="connsiteX2" fmla="*/ 5795962 w 5795962"/>
              <a:gd name="connsiteY2" fmla="*/ 7880326 h 7880326"/>
              <a:gd name="connsiteX3" fmla="*/ 0 w 5795962"/>
              <a:gd name="connsiteY3" fmla="*/ 7880326 h 7880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95962" h="7880326">
                <a:moveTo>
                  <a:pt x="0" y="0"/>
                </a:moveTo>
                <a:lnTo>
                  <a:pt x="5795962" y="0"/>
                </a:lnTo>
                <a:lnTo>
                  <a:pt x="5795962" y="7880326"/>
                </a:lnTo>
                <a:lnTo>
                  <a:pt x="0" y="7880326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698319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0a0acd5-61c4-4018-b951-c082e5b75858" xsi:nil="true"/>
    <lcf76f155ced4ddcb4097134ff3c332f xmlns="c559e707-c4dc-481c-8f20-1390d9b1763d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AB178B1C63764FB69DC687AF91F3C3" ma:contentTypeVersion="14" ma:contentTypeDescription="Een nieuw document maken." ma:contentTypeScope="" ma:versionID="34baedd750c5ac2de39e17369f75ff4a">
  <xsd:schema xmlns:xsd="http://www.w3.org/2001/XMLSchema" xmlns:xs="http://www.w3.org/2001/XMLSchema" xmlns:p="http://schemas.microsoft.com/office/2006/metadata/properties" xmlns:ns2="c559e707-c4dc-481c-8f20-1390d9b1763d" xmlns:ns3="20a0acd5-61c4-4018-b951-c082e5b75858" targetNamespace="http://schemas.microsoft.com/office/2006/metadata/properties" ma:root="true" ma:fieldsID="94b6d483c48ce3ecd8a1cc1f7c9283d7" ns2:_="" ns3:_="">
    <xsd:import namespace="c559e707-c4dc-481c-8f20-1390d9b1763d"/>
    <xsd:import namespace="20a0acd5-61c4-4018-b951-c082e5b758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59e707-c4dc-481c-8f20-1390d9b1763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Afbeeldingtags" ma:readOnly="false" ma:fieldId="{5cf76f15-5ced-4ddc-b409-7134ff3c332f}" ma:taxonomyMulti="true" ma:sspId="28eca5aa-3823-4333-92a0-adf3de86d96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a0acd5-61c4-4018-b951-c082e5b75858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426fe27f-2603-4c92-a102-685a412d01be}" ma:internalName="TaxCatchAll" ma:showField="CatchAllData" ma:web="20a0acd5-61c4-4018-b951-c082e5b758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54E986D-7AAB-454F-B8A9-C8119068EFCA}">
  <ds:schemaRefs>
    <ds:schemaRef ds:uri="http://schemas.microsoft.com/office/2006/metadata/properties"/>
    <ds:schemaRef ds:uri="http://schemas.microsoft.com/office/infopath/2007/PartnerControls"/>
    <ds:schemaRef ds:uri="20a0acd5-61c4-4018-b951-c082e5b75858"/>
    <ds:schemaRef ds:uri="c559e707-c4dc-481c-8f20-1390d9b1763d"/>
  </ds:schemaRefs>
</ds:datastoreItem>
</file>

<file path=customXml/itemProps2.xml><?xml version="1.0" encoding="utf-8"?>
<ds:datastoreItem xmlns:ds="http://schemas.openxmlformats.org/officeDocument/2006/customXml" ds:itemID="{DC8D2F7D-D9CE-4B3F-80A6-8F33FF2353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3EBEEEF-B351-4E0C-B725-2E50EF38DC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559e707-c4dc-481c-8f20-1390d9b1763d"/>
    <ds:schemaRef ds:uri="20a0acd5-61c4-4018-b951-c082e5b7585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</cp:revision>
  <dcterms:created xsi:type="dcterms:W3CDTF">2026-01-23T11:13:13Z</dcterms:created>
  <dcterms:modified xsi:type="dcterms:W3CDTF">2026-01-23T11:13:46Z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0x01010038AB178B1C63764FB69DC687AF91F3C3</vt:lpwstr>
  </property>
  <property fmtid="{D5CDD505-2E9C-101B-9397-08002B2CF9AE}" pid="3" name="MediaServiceImageTags">
    <vt:lpwstr/>
  </property>
</Properties>
</file>