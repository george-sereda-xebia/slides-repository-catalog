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</p:sldMasterIdLst>
  <p:sldIdLst>
    <p:sldId id="21474749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F6327-DE37-C317-F15D-391A9F03E561}" v="16" dt="2026-01-28T14:09:37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0BAF6327-DE37-C317-F15D-391A9F03E561}"/>
    <pc:docChg chg="addSld delSld modSld addMainMaster">
      <pc:chgData name="George Sereda" userId="S::george.sereda@xebia.com::5e824fc6-3a6a-482b-8597-f9374fb4b421" providerId="AD" clId="Web-{0BAF6327-DE37-C317-F15D-391A9F03E561}" dt="2026-01-28T14:09:37.760" v="13"/>
      <pc:docMkLst>
        <pc:docMk/>
      </pc:docMkLst>
      <pc:sldChg chg="addSp modSp del">
        <pc:chgData name="George Sereda" userId="S::george.sereda@xebia.com::5e824fc6-3a6a-482b-8597-f9374fb4b421" providerId="AD" clId="Web-{0BAF6327-DE37-C317-F15D-391A9F03E561}" dt="2026-01-28T14:09:37.760" v="13"/>
        <pc:sldMkLst>
          <pc:docMk/>
          <pc:sldMk cId="109857222" sldId="256"/>
        </pc:sldMkLst>
        <pc:spChg chg="add mod">
          <ac:chgData name="George Sereda" userId="S::george.sereda@xebia.com::5e824fc6-3a6a-482b-8597-f9374fb4b421" providerId="AD" clId="Web-{0BAF6327-DE37-C317-F15D-391A9F03E561}" dt="2026-01-28T14:07:04.054" v="2"/>
          <ac:spMkLst>
            <pc:docMk/>
            <pc:sldMk cId="109857222" sldId="256"/>
            <ac:spMk id="4" creationId="{CB1176F7-EBF5-D0BE-B84F-EEA0F2BEB24A}"/>
          </ac:spMkLst>
        </pc:spChg>
        <pc:spChg chg="add mod">
          <ac:chgData name="George Sereda" userId="S::george.sereda@xebia.com::5e824fc6-3a6a-482b-8597-f9374fb4b421" providerId="AD" clId="Web-{0BAF6327-DE37-C317-F15D-391A9F03E561}" dt="2026-01-28T14:08:50.446" v="9" actId="20577"/>
          <ac:spMkLst>
            <pc:docMk/>
            <pc:sldMk cId="109857222" sldId="256"/>
            <ac:spMk id="5" creationId="{57BE402B-65DD-CB7F-26DE-EAD1E8173193}"/>
          </ac:spMkLst>
        </pc:spChg>
      </pc:sldChg>
      <pc:sldChg chg="add del">
        <pc:chgData name="George Sereda" userId="S::george.sereda@xebia.com::5e824fc6-3a6a-482b-8597-f9374fb4b421" providerId="AD" clId="Web-{0BAF6327-DE37-C317-F15D-391A9F03E561}" dt="2026-01-28T14:09:31.260" v="12"/>
        <pc:sldMkLst>
          <pc:docMk/>
          <pc:sldMk cId="3777158040" sldId="2147474957"/>
        </pc:sldMkLst>
      </pc:sldChg>
      <pc:sldMasterChg chg="addSldLayout delSldLayout">
        <pc:chgData name="George Sereda" userId="S::george.sereda@xebia.com::5e824fc6-3a6a-482b-8597-f9374fb4b421" providerId="AD" clId="Web-{0BAF6327-DE37-C317-F15D-391A9F03E561}" dt="2026-01-28T14:09:30.025" v="11"/>
        <pc:sldMasterMkLst>
          <pc:docMk/>
          <pc:sldMasterMk cId="2460954070" sldId="2147483660"/>
        </pc:sldMasterMkLst>
        <pc:sldLayoutChg chg="add del">
          <pc:chgData name="George Sereda" userId="S::george.sereda@xebia.com::5e824fc6-3a6a-482b-8597-f9374fb4b421" providerId="AD" clId="Web-{0BAF6327-DE37-C317-F15D-391A9F03E561}" dt="2026-01-28T14:09:30.025" v="11"/>
          <pc:sldLayoutMkLst>
            <pc:docMk/>
            <pc:sldMasterMk cId="2460954070" sldId="2147483660"/>
            <pc:sldLayoutMk cId="1132551992" sldId="2147483672"/>
          </pc:sldLayoutMkLst>
        </pc:sldLayoutChg>
      </pc:sldMasterChg>
      <pc:sldMasterChg chg="add addSldLayout">
        <pc:chgData name="George Sereda" userId="S::george.sereda@xebia.com::5e824fc6-3a6a-482b-8597-f9374fb4b421" providerId="AD" clId="Web-{0BAF6327-DE37-C317-F15D-391A9F03E561}" dt="2026-01-28T14:09:31.260" v="12"/>
        <pc:sldMasterMkLst>
          <pc:docMk/>
          <pc:sldMasterMk cId="4111661604" sldId="2147483676"/>
        </pc:sldMasterMkLst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086958272" sldId="2147483677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490496175" sldId="2147483678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628170222" sldId="2147483679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739390611" sldId="2147483680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994339971" sldId="2147483681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62611657" sldId="2147483682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416310171" sldId="2147483683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344743368" sldId="2147483684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889887147" sldId="2147483685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011633517" sldId="2147483686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245601439" sldId="2147483687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629548303" sldId="2147483688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643770591" sldId="2147483689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580552679" sldId="2147483690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374380000" sldId="2147483691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496420427" sldId="2147483692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877687027" sldId="2147483693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421024149" sldId="2147483694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398046025" sldId="2147483695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165713172" sldId="2147483696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4150340957" sldId="2147483697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181660564" sldId="2147483698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360676241" sldId="2147483699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536079463" sldId="2147483700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987611974" sldId="2147483701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677673589" sldId="2147483702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996289448" sldId="2147483703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604381511" sldId="2147483704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031048562" sldId="2147483705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611459519" sldId="2147483706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1296692770" sldId="2147483707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956118743" sldId="2147483708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3069816479" sldId="2147483709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373895312" sldId="2147483710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2222751158" sldId="2147483711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520782754" sldId="2147483720"/>
          </pc:sldLayoutMkLst>
        </pc:sldLayoutChg>
        <pc:sldLayoutChg chg="add">
          <pc:chgData name="George Sereda" userId="S::george.sereda@xebia.com::5e824fc6-3a6a-482b-8597-f9374fb4b421" providerId="AD" clId="Web-{0BAF6327-DE37-C317-F15D-391A9F03E561}" dt="2026-01-28T14:09:31.260" v="12"/>
          <pc:sldLayoutMkLst>
            <pc:docMk/>
            <pc:sldMasterMk cId="4111661604" sldId="2147483676"/>
            <pc:sldLayoutMk cId="4119113326" sldId="214748372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-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5542224"/>
            <a:ext cx="5545138" cy="76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298206"/>
            <a:ext cx="5545138" cy="1244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the</a:t>
            </a:r>
            <a:br>
              <a:rPr lang="en-GB"/>
            </a:br>
            <a:r>
              <a:rPr lang="en-GB"/>
              <a:t>presentation</a:t>
            </a:r>
            <a:endParaRPr lang="en-PL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D4A6AB5-6FB6-1B9F-5FF3-BD1A22BCC6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5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-cov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5542224"/>
            <a:ext cx="5545138" cy="76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298206"/>
            <a:ext cx="5545138" cy="1244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</a:t>
            </a:r>
            <a:br>
              <a:rPr lang="en-GB"/>
            </a:br>
            <a:r>
              <a:rPr lang="en-GB"/>
              <a:t>presentation</a:t>
            </a:r>
            <a:endParaRPr lang="en-PL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0F5D002-CB2A-CDB8-B066-EF9C29CF2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490496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ph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E160A-0514-EFDC-B468-65BCB476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090C62-63EE-C783-3628-6FD1DFD6EB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1436914"/>
            <a:ext cx="5545138" cy="48620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sz="1800"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 sz="1800"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Table of contents</a:t>
            </a:r>
          </a:p>
          <a:p>
            <a:pPr lvl="1"/>
            <a:r>
              <a:rPr lang="en-GB"/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F9747-9017-231A-73B0-F1E43265F031}"/>
              </a:ext>
            </a:extLst>
          </p:cNvPr>
          <p:cNvSpPr txBox="1"/>
          <p:nvPr userDrawn="1"/>
        </p:nvSpPr>
        <p:spPr>
          <a:xfrm>
            <a:off x="554038" y="453513"/>
            <a:ext cx="3342903" cy="55399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3000" b="1">
                <a:solidFill>
                  <a:schemeClr val="tx2"/>
                </a:solidFill>
              </a:rPr>
              <a:t>Table of contents</a:t>
            </a:r>
            <a:endParaRPr lang="en-PL" sz="3000" b="1">
              <a:solidFill>
                <a:schemeClr val="tx2"/>
              </a:solidFill>
            </a:endParaRP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F8E301CF-DA29-892F-5D25-A40CFC0DBDE9}"/>
              </a:ext>
            </a:extLst>
          </p:cNvPr>
          <p:cNvSpPr/>
          <p:nvPr/>
        </p:nvSpPr>
        <p:spPr>
          <a:xfrm rot="1079142">
            <a:off x="7060401" y="1532904"/>
            <a:ext cx="4341607" cy="4670103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bg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PL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E509DF0-4947-3F77-001C-EE500A459484}"/>
              </a:ext>
            </a:extLst>
          </p:cNvPr>
          <p:cNvSpPr/>
          <p:nvPr userDrawn="1"/>
        </p:nvSpPr>
        <p:spPr>
          <a:xfrm>
            <a:off x="5411972" y="3867956"/>
            <a:ext cx="6780029" cy="2990045"/>
          </a:xfrm>
          <a:custGeom>
            <a:avLst/>
            <a:gdLst>
              <a:gd name="connsiteX0" fmla="*/ 4839944 w 6780029"/>
              <a:gd name="connsiteY0" fmla="*/ 81 h 2990045"/>
              <a:gd name="connsiteX1" fmla="*/ 5025291 w 6780029"/>
              <a:gd name="connsiteY1" fmla="*/ 7366 h 2990045"/>
              <a:gd name="connsiteX2" fmla="*/ 6687407 w 6780029"/>
              <a:gd name="connsiteY2" fmla="*/ 597420 h 2990045"/>
              <a:gd name="connsiteX3" fmla="*/ 6780029 w 6780029"/>
              <a:gd name="connsiteY3" fmla="*/ 660808 h 2990045"/>
              <a:gd name="connsiteX4" fmla="*/ 6780029 w 6780029"/>
              <a:gd name="connsiteY4" fmla="*/ 2990045 h 2990045"/>
              <a:gd name="connsiteX5" fmla="*/ 0 w 6780029"/>
              <a:gd name="connsiteY5" fmla="*/ 2990045 h 2990045"/>
              <a:gd name="connsiteX6" fmla="*/ 6170 w 6780029"/>
              <a:gd name="connsiteY6" fmla="*/ 2961867 h 2990045"/>
              <a:gd name="connsiteX7" fmla="*/ 2108136 w 6780029"/>
              <a:gd name="connsiteY7" fmla="*/ 966347 h 2990045"/>
              <a:gd name="connsiteX8" fmla="*/ 2108620 w 6780029"/>
              <a:gd name="connsiteY8" fmla="*/ 966347 h 2990045"/>
              <a:gd name="connsiteX9" fmla="*/ 4839944 w 6780029"/>
              <a:gd name="connsiteY9" fmla="*/ 81 h 299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80029" h="2990045">
                <a:moveTo>
                  <a:pt x="4839944" y="81"/>
                </a:moveTo>
                <a:cubicBezTo>
                  <a:pt x="4901551" y="537"/>
                  <a:pt x="4963327" y="2934"/>
                  <a:pt x="5025291" y="7366"/>
                </a:cubicBezTo>
                <a:cubicBezTo>
                  <a:pt x="5583247" y="47251"/>
                  <a:pt x="6155762" y="252299"/>
                  <a:pt x="6687407" y="597420"/>
                </a:cubicBezTo>
                <a:lnTo>
                  <a:pt x="6780029" y="660808"/>
                </a:lnTo>
                <a:lnTo>
                  <a:pt x="6780029" y="2990045"/>
                </a:lnTo>
                <a:lnTo>
                  <a:pt x="0" y="2990045"/>
                </a:lnTo>
                <a:lnTo>
                  <a:pt x="6170" y="2961867"/>
                </a:lnTo>
                <a:cubicBezTo>
                  <a:pt x="230750" y="2172845"/>
                  <a:pt x="1187750" y="1511778"/>
                  <a:pt x="2108136" y="966347"/>
                </a:cubicBezTo>
                <a:lnTo>
                  <a:pt x="2108620" y="966347"/>
                </a:lnTo>
                <a:cubicBezTo>
                  <a:pt x="3029465" y="422914"/>
                  <a:pt x="3915831" y="-6762"/>
                  <a:pt x="4839944" y="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E84970-83D2-5FCC-63A9-27783FE6E4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90007" y="1344770"/>
            <a:ext cx="4643466" cy="4757283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AA4253-6F70-282F-5C25-505FF0B604CB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A3E24A8-E36B-9C31-D93A-C91331AD16E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28170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50EC95FD-18E8-BB45-C1C0-A724E9A31721}"/>
              </a:ext>
            </a:extLst>
          </p:cNvPr>
          <p:cNvSpPr/>
          <p:nvPr userDrawn="1"/>
        </p:nvSpPr>
        <p:spPr>
          <a:xfrm>
            <a:off x="1" y="-9331"/>
            <a:ext cx="5475247" cy="6867331"/>
          </a:xfrm>
          <a:custGeom>
            <a:avLst/>
            <a:gdLst>
              <a:gd name="connsiteX0" fmla="*/ 0 w 5475247"/>
              <a:gd name="connsiteY0" fmla="*/ 0 h 6981631"/>
              <a:gd name="connsiteX1" fmla="*/ 4473087 w 5475247"/>
              <a:gd name="connsiteY1" fmla="*/ 0 h 6981631"/>
              <a:gd name="connsiteX2" fmla="*/ 4500927 w 5475247"/>
              <a:gd name="connsiteY2" fmla="*/ 33268 h 6981631"/>
              <a:gd name="connsiteX3" fmla="*/ 4923611 w 5475247"/>
              <a:gd name="connsiteY3" fmla="*/ 705713 h 6981631"/>
              <a:gd name="connsiteX4" fmla="*/ 4687098 w 5475247"/>
              <a:gd name="connsiteY4" fmla="*/ 6631117 h 6981631"/>
              <a:gd name="connsiteX5" fmla="*/ 4505245 w 5475247"/>
              <a:gd name="connsiteY5" fmla="*/ 6981631 h 6981631"/>
              <a:gd name="connsiteX6" fmla="*/ 0 w 5475247"/>
              <a:gd name="connsiteY6" fmla="*/ 6981631 h 698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75247" h="6981631">
                <a:moveTo>
                  <a:pt x="0" y="0"/>
                </a:moveTo>
                <a:lnTo>
                  <a:pt x="4473087" y="0"/>
                </a:lnTo>
                <a:lnTo>
                  <a:pt x="4500927" y="33268"/>
                </a:lnTo>
                <a:cubicBezTo>
                  <a:pt x="4664238" y="241731"/>
                  <a:pt x="4806622" y="465765"/>
                  <a:pt x="4923611" y="705713"/>
                </a:cubicBezTo>
                <a:cubicBezTo>
                  <a:pt x="5781537" y="2465332"/>
                  <a:pt x="5589698" y="4732700"/>
                  <a:pt x="4687098" y="6631117"/>
                </a:cubicBezTo>
                <a:lnTo>
                  <a:pt x="4505245" y="6981631"/>
                </a:lnTo>
                <a:lnTo>
                  <a:pt x="0" y="69816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E160A-0514-EFDC-B468-65BCB476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090C62-63EE-C783-3628-6FD1DFD6EB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1436914"/>
            <a:ext cx="4177535" cy="47824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sz="1800"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 sz="1800"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Table of contents</a:t>
            </a:r>
          </a:p>
          <a:p>
            <a:pPr lvl="1"/>
            <a:r>
              <a:rPr lang="en-GB"/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F9747-9017-231A-73B0-F1E43265F031}"/>
              </a:ext>
            </a:extLst>
          </p:cNvPr>
          <p:cNvSpPr txBox="1"/>
          <p:nvPr userDrawn="1"/>
        </p:nvSpPr>
        <p:spPr>
          <a:xfrm>
            <a:off x="554038" y="453513"/>
            <a:ext cx="3342903" cy="55399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3000" b="1">
                <a:solidFill>
                  <a:schemeClr val="tx2"/>
                </a:solidFill>
              </a:rPr>
              <a:t>Table of contents</a:t>
            </a:r>
            <a:endParaRPr lang="en-PL" sz="3000" b="1">
              <a:solidFill>
                <a:schemeClr val="tx2"/>
              </a:solidFill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AA4253-6F70-282F-5C25-505FF0B604CB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F25721F-2D83-66F1-DEBC-A499BC9A0B8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628938" y="1436913"/>
            <a:ext cx="4177535" cy="48620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sz="1800"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 sz="1800"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Table of contents</a:t>
            </a:r>
          </a:p>
          <a:p>
            <a:pPr lvl="1"/>
            <a:r>
              <a:rPr lang="en-GB"/>
              <a:t>Description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77687A-A4B6-805A-65DE-865982C331E2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9390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34920531-3829-D901-CA90-A67538F5550E}"/>
              </a:ext>
            </a:extLst>
          </p:cNvPr>
          <p:cNvSpPr/>
          <p:nvPr userDrawn="1"/>
        </p:nvSpPr>
        <p:spPr>
          <a:xfrm>
            <a:off x="0" y="3626883"/>
            <a:ext cx="6250418" cy="3231117"/>
          </a:xfrm>
          <a:custGeom>
            <a:avLst/>
            <a:gdLst>
              <a:gd name="connsiteX0" fmla="*/ 429623 w 6250418"/>
              <a:gd name="connsiteY0" fmla="*/ 137 h 3231117"/>
              <a:gd name="connsiteX1" fmla="*/ 6107386 w 6250418"/>
              <a:gd name="connsiteY1" fmla="*/ 2905611 h 3231117"/>
              <a:gd name="connsiteX2" fmla="*/ 6218830 w 6250418"/>
              <a:gd name="connsiteY2" fmla="*/ 3150666 h 3231117"/>
              <a:gd name="connsiteX3" fmla="*/ 6250418 w 6250418"/>
              <a:gd name="connsiteY3" fmla="*/ 3231117 h 3231117"/>
              <a:gd name="connsiteX4" fmla="*/ 0 w 6250418"/>
              <a:gd name="connsiteY4" fmla="*/ 3231117 h 3231117"/>
              <a:gd name="connsiteX5" fmla="*/ 0 w 6250418"/>
              <a:gd name="connsiteY5" fmla="*/ 19551 h 3231117"/>
              <a:gd name="connsiteX6" fmla="*/ 201773 w 6250418"/>
              <a:gd name="connsiteY6" fmla="*/ 6063 h 3231117"/>
              <a:gd name="connsiteX7" fmla="*/ 429623 w 6250418"/>
              <a:gd name="connsiteY7" fmla="*/ 137 h 3231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0418" h="3231117">
                <a:moveTo>
                  <a:pt x="429623" y="137"/>
                </a:moveTo>
                <a:cubicBezTo>
                  <a:pt x="2362891" y="-12755"/>
                  <a:pt x="5124279" y="889243"/>
                  <a:pt x="6107386" y="2905611"/>
                </a:cubicBezTo>
                <a:cubicBezTo>
                  <a:pt x="6146710" y="2986266"/>
                  <a:pt x="6183848" y="3067979"/>
                  <a:pt x="6218830" y="3150666"/>
                </a:cubicBezTo>
                <a:lnTo>
                  <a:pt x="6250418" y="3231117"/>
                </a:lnTo>
                <a:lnTo>
                  <a:pt x="0" y="3231117"/>
                </a:lnTo>
                <a:lnTo>
                  <a:pt x="0" y="19551"/>
                </a:lnTo>
                <a:lnTo>
                  <a:pt x="201773" y="6063"/>
                </a:lnTo>
                <a:cubicBezTo>
                  <a:pt x="276287" y="2633"/>
                  <a:pt x="352292" y="653"/>
                  <a:pt x="429623" y="1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F5749-03FC-F7CA-23FC-018BB6393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43144-2B84-ED9F-7A6C-02622611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DA1212E-D354-313E-E545-50E8DAD0E2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86225" y="3429000"/>
            <a:ext cx="3426938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84150" indent="-171450">
              <a:buFont typeface="Arial" panose="020B0604020202020204" pitchFamily="34" charset="0"/>
              <a:buChar char="•"/>
              <a:tabLst/>
              <a:defRPr sz="1600"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Position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09ED9-4286-62EE-6EA2-069EA339FD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86225" y="4260850"/>
            <a:ext cx="7554913" cy="1292225"/>
          </a:xfrm>
        </p:spPr>
        <p:txBody>
          <a:bodyPr>
            <a:normAutofit/>
          </a:bodyPr>
          <a:lstStyle>
            <a:lvl1pPr>
              <a:defRPr sz="1800"/>
            </a:lvl1pPr>
            <a:lvl2pPr marL="179388" indent="-1714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E59D0F-5073-70D2-7DED-0B771ABD1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96308" y="2970936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D687D95-E425-C5D6-479D-8E2139CF8679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3DEA68-016A-1EB5-5744-78AC8C731E7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994339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34920531-3829-D901-CA90-A67538F5550E}"/>
              </a:ext>
            </a:extLst>
          </p:cNvPr>
          <p:cNvSpPr/>
          <p:nvPr userDrawn="1"/>
        </p:nvSpPr>
        <p:spPr>
          <a:xfrm>
            <a:off x="0" y="3626883"/>
            <a:ext cx="6250418" cy="3231117"/>
          </a:xfrm>
          <a:custGeom>
            <a:avLst/>
            <a:gdLst>
              <a:gd name="connsiteX0" fmla="*/ 429623 w 6250418"/>
              <a:gd name="connsiteY0" fmla="*/ 137 h 3231117"/>
              <a:gd name="connsiteX1" fmla="*/ 6107386 w 6250418"/>
              <a:gd name="connsiteY1" fmla="*/ 2905611 h 3231117"/>
              <a:gd name="connsiteX2" fmla="*/ 6218830 w 6250418"/>
              <a:gd name="connsiteY2" fmla="*/ 3150666 h 3231117"/>
              <a:gd name="connsiteX3" fmla="*/ 6250418 w 6250418"/>
              <a:gd name="connsiteY3" fmla="*/ 3231117 h 3231117"/>
              <a:gd name="connsiteX4" fmla="*/ 0 w 6250418"/>
              <a:gd name="connsiteY4" fmla="*/ 3231117 h 3231117"/>
              <a:gd name="connsiteX5" fmla="*/ 0 w 6250418"/>
              <a:gd name="connsiteY5" fmla="*/ 19551 h 3231117"/>
              <a:gd name="connsiteX6" fmla="*/ 201773 w 6250418"/>
              <a:gd name="connsiteY6" fmla="*/ 6063 h 3231117"/>
              <a:gd name="connsiteX7" fmla="*/ 429623 w 6250418"/>
              <a:gd name="connsiteY7" fmla="*/ 137 h 3231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0418" h="3231117">
                <a:moveTo>
                  <a:pt x="429623" y="137"/>
                </a:moveTo>
                <a:cubicBezTo>
                  <a:pt x="2362891" y="-12755"/>
                  <a:pt x="5124279" y="889243"/>
                  <a:pt x="6107386" y="2905611"/>
                </a:cubicBezTo>
                <a:cubicBezTo>
                  <a:pt x="6146710" y="2986266"/>
                  <a:pt x="6183848" y="3067979"/>
                  <a:pt x="6218830" y="3150666"/>
                </a:cubicBezTo>
                <a:lnTo>
                  <a:pt x="6250418" y="3231117"/>
                </a:lnTo>
                <a:lnTo>
                  <a:pt x="0" y="3231117"/>
                </a:lnTo>
                <a:lnTo>
                  <a:pt x="0" y="19551"/>
                </a:lnTo>
                <a:lnTo>
                  <a:pt x="201773" y="6063"/>
                </a:lnTo>
                <a:cubicBezTo>
                  <a:pt x="276287" y="2633"/>
                  <a:pt x="352292" y="653"/>
                  <a:pt x="429623" y="1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F5749-03FC-F7CA-23FC-018BB6393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43144-2B84-ED9F-7A6C-02622611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DA1212E-D354-313E-E545-50E8DAD0E2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485" y="4307293"/>
            <a:ext cx="4209362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ctr"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84150" indent="-171450" algn="ctr">
              <a:buFont typeface="Arial" panose="020B0604020202020204" pitchFamily="34" charset="0"/>
              <a:buChar char="•"/>
              <a:tabLst/>
              <a:defRPr sz="1600"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Position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09ED9-4286-62EE-6EA2-069EA339FD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4485" y="5031064"/>
            <a:ext cx="4209363" cy="1076177"/>
          </a:xfrm>
        </p:spPr>
        <p:txBody>
          <a:bodyPr>
            <a:normAutofit/>
          </a:bodyPr>
          <a:lstStyle>
            <a:lvl1pPr algn="ctr">
              <a:defRPr sz="1800"/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E59D0F-5073-70D2-7DED-0B771ABD1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8049" y="2686954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3BEFE12-0524-0985-AA7F-1671AB1560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807825" y="4307293"/>
            <a:ext cx="4209362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ctr">
              <a:buNone/>
              <a:tabLst/>
              <a:defRPr sz="1600" b="1">
                <a:solidFill>
                  <a:schemeClr val="tx2"/>
                </a:solidFill>
              </a:defRPr>
            </a:lvl1pPr>
            <a:lvl2pPr marL="184150" indent="-171450" algn="ctr">
              <a:buFont typeface="Arial" panose="020B0604020202020204" pitchFamily="34" charset="0"/>
              <a:buChar char="•"/>
              <a:tabLst/>
              <a:defRPr sz="1600"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  <a:p>
            <a:pPr lvl="1"/>
            <a:r>
              <a:rPr lang="en-GB"/>
              <a:t>Position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1A4C240-E285-77C0-A17E-0BDA96C730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07825" y="5031064"/>
            <a:ext cx="4209363" cy="1076177"/>
          </a:xfrm>
        </p:spPr>
        <p:txBody>
          <a:bodyPr>
            <a:normAutofit/>
          </a:bodyPr>
          <a:lstStyle>
            <a:lvl1pPr algn="ctr">
              <a:defRPr sz="1800"/>
            </a:lvl1pPr>
            <a:lvl2pPr marL="7938" indent="0" algn="ctr">
              <a:buNone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342F1595-54C1-521B-CB5D-F4CABA31B6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61389" y="2686954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4BF3A08-8728-370B-1C60-034EF297EC6C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C02B5AC-C5E7-E0AB-AE41-51FBBA471C16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261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62961"/>
            <a:ext cx="12192000" cy="4483603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95041">
                <a:moveTo>
                  <a:pt x="7094336" y="973"/>
                </a:moveTo>
                <a:cubicBezTo>
                  <a:pt x="7276515" y="-2440"/>
                  <a:pt x="7464078" y="3013"/>
                  <a:pt x="7658561" y="19161"/>
                </a:cubicBezTo>
                <a:cubicBezTo>
                  <a:pt x="9210601" y="139180"/>
                  <a:pt x="11209251" y="954376"/>
                  <a:pt x="12132909" y="2524033"/>
                </a:cubicBezTo>
                <a:lnTo>
                  <a:pt x="12223102" y="2696368"/>
                </a:lnTo>
                <a:lnTo>
                  <a:pt x="12223102" y="4495041"/>
                </a:lnTo>
                <a:lnTo>
                  <a:pt x="0" y="4495041"/>
                </a:lnTo>
                <a:lnTo>
                  <a:pt x="0" y="1679964"/>
                </a:lnTo>
                <a:lnTo>
                  <a:pt x="203273" y="1557797"/>
                </a:lnTo>
                <a:cubicBezTo>
                  <a:pt x="1130500" y="1056162"/>
                  <a:pt x="2430761" y="972836"/>
                  <a:pt x="3532858" y="749399"/>
                </a:cubicBezTo>
                <a:cubicBezTo>
                  <a:pt x="4807615" y="483242"/>
                  <a:pt x="5819080" y="24865"/>
                  <a:pt x="7094336" y="9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1825625"/>
            <a:ext cx="11090275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1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16310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s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nector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3495501" y="1709260"/>
            <a:ext cx="8421068" cy="4001736"/>
          </a:xfrm>
          <a:custGeom>
            <a:avLst/>
            <a:gdLst>
              <a:gd name="connsiteX0" fmla="*/ 0 w 12192000"/>
              <a:gd name="connsiteY0" fmla="*/ 2241802 h 4483603"/>
              <a:gd name="connsiteX1" fmla="*/ 6096000 w 12192000"/>
              <a:gd name="connsiteY1" fmla="*/ 0 h 4483603"/>
              <a:gd name="connsiteX2" fmla="*/ 12192000 w 12192000"/>
              <a:gd name="connsiteY2" fmla="*/ 2241802 h 4483603"/>
              <a:gd name="connsiteX3" fmla="*/ 6096000 w 12192000"/>
              <a:gd name="connsiteY3" fmla="*/ 4483604 h 4483603"/>
              <a:gd name="connsiteX4" fmla="*/ 0 w 12192000"/>
              <a:gd name="connsiteY4" fmla="*/ 2241802 h 4483603"/>
              <a:gd name="connsiteX0" fmla="*/ 0 w 8759868"/>
              <a:gd name="connsiteY0" fmla="*/ 3530924 h 4623882"/>
              <a:gd name="connsiteX1" fmla="*/ 2663868 w 8759868"/>
              <a:gd name="connsiteY1" fmla="*/ 23993 h 4623882"/>
              <a:gd name="connsiteX2" fmla="*/ 8759868 w 8759868"/>
              <a:gd name="connsiteY2" fmla="*/ 2265795 h 4623882"/>
              <a:gd name="connsiteX3" fmla="*/ 2663868 w 8759868"/>
              <a:gd name="connsiteY3" fmla="*/ 4507597 h 4623882"/>
              <a:gd name="connsiteX4" fmla="*/ 0 w 8759868"/>
              <a:gd name="connsiteY4" fmla="*/ 3530924 h 4623882"/>
              <a:gd name="connsiteX0" fmla="*/ 182002 w 8941870"/>
              <a:gd name="connsiteY0" fmla="*/ 2011920 h 3025301"/>
              <a:gd name="connsiteX1" fmla="*/ 1204961 w 8941870"/>
              <a:gd name="connsiteY1" fmla="*/ 346315 h 3025301"/>
              <a:gd name="connsiteX2" fmla="*/ 8941870 w 8941870"/>
              <a:gd name="connsiteY2" fmla="*/ 746791 h 3025301"/>
              <a:gd name="connsiteX3" fmla="*/ 2845870 w 8941870"/>
              <a:gd name="connsiteY3" fmla="*/ 2988593 h 3025301"/>
              <a:gd name="connsiteX4" fmla="*/ 182002 w 8941870"/>
              <a:gd name="connsiteY4" fmla="*/ 2011920 h 3025301"/>
              <a:gd name="connsiteX0" fmla="*/ 162241 w 8421068"/>
              <a:gd name="connsiteY0" fmla="*/ 2923951 h 4001736"/>
              <a:gd name="connsiteX1" fmla="*/ 1185200 w 8421068"/>
              <a:gd name="connsiteY1" fmla="*/ 1258346 h 4001736"/>
              <a:gd name="connsiteX2" fmla="*/ 8421068 w 8421068"/>
              <a:gd name="connsiteY2" fmla="*/ 456324 h 4001736"/>
              <a:gd name="connsiteX3" fmla="*/ 2826109 w 8421068"/>
              <a:gd name="connsiteY3" fmla="*/ 3900624 h 4001736"/>
              <a:gd name="connsiteX4" fmla="*/ 162241 w 8421068"/>
              <a:gd name="connsiteY4" fmla="*/ 2923951 h 400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68" h="4001736">
                <a:moveTo>
                  <a:pt x="162241" y="2923951"/>
                </a:moveTo>
                <a:cubicBezTo>
                  <a:pt x="-111244" y="2483571"/>
                  <a:pt x="-191271" y="1669617"/>
                  <a:pt x="1185200" y="1258346"/>
                </a:cubicBezTo>
                <a:cubicBezTo>
                  <a:pt x="2561671" y="847075"/>
                  <a:pt x="8421068" y="-781789"/>
                  <a:pt x="8421068" y="456324"/>
                </a:cubicBezTo>
                <a:cubicBezTo>
                  <a:pt x="8421068" y="1694437"/>
                  <a:pt x="4202580" y="3489353"/>
                  <a:pt x="2826109" y="3900624"/>
                </a:cubicBezTo>
                <a:cubicBezTo>
                  <a:pt x="1449638" y="4311895"/>
                  <a:pt x="435726" y="3364331"/>
                  <a:pt x="162241" y="292395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1825625"/>
            <a:ext cx="11090275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1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0" y="5626359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 flipH="1" flipV="1">
            <a:off x="0" y="5738839"/>
            <a:ext cx="2029216" cy="1131687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956118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3077577"/>
            <a:ext cx="12192000" cy="3768988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  <a:gd name="connsiteX0" fmla="*/ 6104265 w 12223102"/>
              <a:gd name="connsiteY0" fmla="*/ 1162636 h 4501620"/>
              <a:gd name="connsiteX1" fmla="*/ 7658561 w 12223102"/>
              <a:gd name="connsiteY1" fmla="*/ 25740 h 4501620"/>
              <a:gd name="connsiteX2" fmla="*/ 12132909 w 12223102"/>
              <a:gd name="connsiteY2" fmla="*/ 2530612 h 4501620"/>
              <a:gd name="connsiteX3" fmla="*/ 12223102 w 12223102"/>
              <a:gd name="connsiteY3" fmla="*/ 2702947 h 4501620"/>
              <a:gd name="connsiteX4" fmla="*/ 12223102 w 12223102"/>
              <a:gd name="connsiteY4" fmla="*/ 4501620 h 4501620"/>
              <a:gd name="connsiteX5" fmla="*/ 0 w 12223102"/>
              <a:gd name="connsiteY5" fmla="*/ 4501620 h 4501620"/>
              <a:gd name="connsiteX6" fmla="*/ 0 w 12223102"/>
              <a:gd name="connsiteY6" fmla="*/ 1686543 h 4501620"/>
              <a:gd name="connsiteX7" fmla="*/ 203273 w 12223102"/>
              <a:gd name="connsiteY7" fmla="*/ 1564376 h 4501620"/>
              <a:gd name="connsiteX8" fmla="*/ 3532858 w 12223102"/>
              <a:gd name="connsiteY8" fmla="*/ 755978 h 4501620"/>
              <a:gd name="connsiteX9" fmla="*/ 6104265 w 12223102"/>
              <a:gd name="connsiteY9" fmla="*/ 1162636 h 4501620"/>
              <a:gd name="connsiteX0" fmla="*/ 6085931 w 12223102"/>
              <a:gd name="connsiteY0" fmla="*/ 1550998 h 4486619"/>
              <a:gd name="connsiteX1" fmla="*/ 7658561 w 12223102"/>
              <a:gd name="connsiteY1" fmla="*/ 10739 h 4486619"/>
              <a:gd name="connsiteX2" fmla="*/ 12132909 w 12223102"/>
              <a:gd name="connsiteY2" fmla="*/ 2515611 h 4486619"/>
              <a:gd name="connsiteX3" fmla="*/ 12223102 w 12223102"/>
              <a:gd name="connsiteY3" fmla="*/ 2687946 h 4486619"/>
              <a:gd name="connsiteX4" fmla="*/ 12223102 w 12223102"/>
              <a:gd name="connsiteY4" fmla="*/ 4486619 h 4486619"/>
              <a:gd name="connsiteX5" fmla="*/ 0 w 12223102"/>
              <a:gd name="connsiteY5" fmla="*/ 4486619 h 4486619"/>
              <a:gd name="connsiteX6" fmla="*/ 0 w 12223102"/>
              <a:gd name="connsiteY6" fmla="*/ 1671542 h 4486619"/>
              <a:gd name="connsiteX7" fmla="*/ 203273 w 12223102"/>
              <a:gd name="connsiteY7" fmla="*/ 1549375 h 4486619"/>
              <a:gd name="connsiteX8" fmla="*/ 3532858 w 12223102"/>
              <a:gd name="connsiteY8" fmla="*/ 740977 h 4486619"/>
              <a:gd name="connsiteX9" fmla="*/ 6085931 w 12223102"/>
              <a:gd name="connsiteY9" fmla="*/ 1550998 h 4486619"/>
              <a:gd name="connsiteX0" fmla="*/ 6085931 w 12223102"/>
              <a:gd name="connsiteY0" fmla="*/ 1168879 h 4104500"/>
              <a:gd name="connsiteX1" fmla="*/ 8281940 w 12223102"/>
              <a:gd name="connsiteY1" fmla="*/ 13648 h 4104500"/>
              <a:gd name="connsiteX2" fmla="*/ 12132909 w 12223102"/>
              <a:gd name="connsiteY2" fmla="*/ 2133492 h 4104500"/>
              <a:gd name="connsiteX3" fmla="*/ 12223102 w 12223102"/>
              <a:gd name="connsiteY3" fmla="*/ 2305827 h 4104500"/>
              <a:gd name="connsiteX4" fmla="*/ 12223102 w 12223102"/>
              <a:gd name="connsiteY4" fmla="*/ 4104500 h 4104500"/>
              <a:gd name="connsiteX5" fmla="*/ 0 w 12223102"/>
              <a:gd name="connsiteY5" fmla="*/ 4104500 h 4104500"/>
              <a:gd name="connsiteX6" fmla="*/ 0 w 12223102"/>
              <a:gd name="connsiteY6" fmla="*/ 1289423 h 4104500"/>
              <a:gd name="connsiteX7" fmla="*/ 203273 w 12223102"/>
              <a:gd name="connsiteY7" fmla="*/ 1167256 h 4104500"/>
              <a:gd name="connsiteX8" fmla="*/ 3532858 w 12223102"/>
              <a:gd name="connsiteY8" fmla="*/ 358858 h 4104500"/>
              <a:gd name="connsiteX9" fmla="*/ 6085931 w 12223102"/>
              <a:gd name="connsiteY9" fmla="*/ 1168879 h 4104500"/>
              <a:gd name="connsiteX0" fmla="*/ 6085931 w 12223102"/>
              <a:gd name="connsiteY0" fmla="*/ 851586 h 3787207"/>
              <a:gd name="connsiteX1" fmla="*/ 9693709 w 12223102"/>
              <a:gd name="connsiteY1" fmla="*/ 154721 h 3787207"/>
              <a:gd name="connsiteX2" fmla="*/ 12132909 w 12223102"/>
              <a:gd name="connsiteY2" fmla="*/ 1816199 h 3787207"/>
              <a:gd name="connsiteX3" fmla="*/ 12223102 w 12223102"/>
              <a:gd name="connsiteY3" fmla="*/ 1988534 h 3787207"/>
              <a:gd name="connsiteX4" fmla="*/ 12223102 w 12223102"/>
              <a:gd name="connsiteY4" fmla="*/ 3787207 h 3787207"/>
              <a:gd name="connsiteX5" fmla="*/ 0 w 12223102"/>
              <a:gd name="connsiteY5" fmla="*/ 3787207 h 3787207"/>
              <a:gd name="connsiteX6" fmla="*/ 0 w 12223102"/>
              <a:gd name="connsiteY6" fmla="*/ 972130 h 3787207"/>
              <a:gd name="connsiteX7" fmla="*/ 203273 w 12223102"/>
              <a:gd name="connsiteY7" fmla="*/ 849963 h 3787207"/>
              <a:gd name="connsiteX8" fmla="*/ 3532858 w 12223102"/>
              <a:gd name="connsiteY8" fmla="*/ 41565 h 3787207"/>
              <a:gd name="connsiteX9" fmla="*/ 6085931 w 12223102"/>
              <a:gd name="connsiteY9" fmla="*/ 851586 h 3787207"/>
              <a:gd name="connsiteX0" fmla="*/ 6085931 w 12223102"/>
              <a:gd name="connsiteY0" fmla="*/ 717010 h 3652631"/>
              <a:gd name="connsiteX1" fmla="*/ 9693709 w 12223102"/>
              <a:gd name="connsiteY1" fmla="*/ 20145 h 3652631"/>
              <a:gd name="connsiteX2" fmla="*/ 12132909 w 12223102"/>
              <a:gd name="connsiteY2" fmla="*/ 1681623 h 3652631"/>
              <a:gd name="connsiteX3" fmla="*/ 12223102 w 12223102"/>
              <a:gd name="connsiteY3" fmla="*/ 1853958 h 3652631"/>
              <a:gd name="connsiteX4" fmla="*/ 12223102 w 12223102"/>
              <a:gd name="connsiteY4" fmla="*/ 3652631 h 3652631"/>
              <a:gd name="connsiteX5" fmla="*/ 0 w 12223102"/>
              <a:gd name="connsiteY5" fmla="*/ 3652631 h 3652631"/>
              <a:gd name="connsiteX6" fmla="*/ 0 w 12223102"/>
              <a:gd name="connsiteY6" fmla="*/ 837554 h 3652631"/>
              <a:gd name="connsiteX7" fmla="*/ 203273 w 12223102"/>
              <a:gd name="connsiteY7" fmla="*/ 715387 h 3652631"/>
              <a:gd name="connsiteX8" fmla="*/ 1992748 w 12223102"/>
              <a:gd name="connsiteY8" fmla="*/ 72001 h 3652631"/>
              <a:gd name="connsiteX9" fmla="*/ 6085931 w 12223102"/>
              <a:gd name="connsiteY9" fmla="*/ 717010 h 3652631"/>
              <a:gd name="connsiteX0" fmla="*/ 6085931 w 12223102"/>
              <a:gd name="connsiteY0" fmla="*/ 833855 h 3769476"/>
              <a:gd name="connsiteX1" fmla="*/ 9693709 w 12223102"/>
              <a:gd name="connsiteY1" fmla="*/ 136990 h 3769476"/>
              <a:gd name="connsiteX2" fmla="*/ 12132909 w 12223102"/>
              <a:gd name="connsiteY2" fmla="*/ 1798468 h 3769476"/>
              <a:gd name="connsiteX3" fmla="*/ 12223102 w 12223102"/>
              <a:gd name="connsiteY3" fmla="*/ 1970803 h 3769476"/>
              <a:gd name="connsiteX4" fmla="*/ 12223102 w 12223102"/>
              <a:gd name="connsiteY4" fmla="*/ 3769476 h 3769476"/>
              <a:gd name="connsiteX5" fmla="*/ 0 w 12223102"/>
              <a:gd name="connsiteY5" fmla="*/ 3769476 h 3769476"/>
              <a:gd name="connsiteX6" fmla="*/ 0 w 12223102"/>
              <a:gd name="connsiteY6" fmla="*/ 954399 h 3769476"/>
              <a:gd name="connsiteX7" fmla="*/ 203273 w 12223102"/>
              <a:gd name="connsiteY7" fmla="*/ 832232 h 3769476"/>
              <a:gd name="connsiteX8" fmla="*/ 2469449 w 12223102"/>
              <a:gd name="connsiteY8" fmla="*/ 42169 h 3769476"/>
              <a:gd name="connsiteX9" fmla="*/ 6085931 w 12223102"/>
              <a:gd name="connsiteY9" fmla="*/ 833855 h 3769476"/>
              <a:gd name="connsiteX0" fmla="*/ 6085931 w 12223102"/>
              <a:gd name="connsiteY0" fmla="*/ 842983 h 3778604"/>
              <a:gd name="connsiteX1" fmla="*/ 9785382 w 12223102"/>
              <a:gd name="connsiteY1" fmla="*/ 17775 h 3778604"/>
              <a:gd name="connsiteX2" fmla="*/ 12132909 w 12223102"/>
              <a:gd name="connsiteY2" fmla="*/ 1807596 h 3778604"/>
              <a:gd name="connsiteX3" fmla="*/ 12223102 w 12223102"/>
              <a:gd name="connsiteY3" fmla="*/ 1979931 h 3778604"/>
              <a:gd name="connsiteX4" fmla="*/ 12223102 w 12223102"/>
              <a:gd name="connsiteY4" fmla="*/ 3778604 h 3778604"/>
              <a:gd name="connsiteX5" fmla="*/ 0 w 12223102"/>
              <a:gd name="connsiteY5" fmla="*/ 3778604 h 3778604"/>
              <a:gd name="connsiteX6" fmla="*/ 0 w 12223102"/>
              <a:gd name="connsiteY6" fmla="*/ 963527 h 3778604"/>
              <a:gd name="connsiteX7" fmla="*/ 203273 w 12223102"/>
              <a:gd name="connsiteY7" fmla="*/ 841360 h 3778604"/>
              <a:gd name="connsiteX8" fmla="*/ 2469449 w 12223102"/>
              <a:gd name="connsiteY8" fmla="*/ 51297 h 3778604"/>
              <a:gd name="connsiteX9" fmla="*/ 6085931 w 12223102"/>
              <a:gd name="connsiteY9" fmla="*/ 842983 h 3778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3778604">
                <a:moveTo>
                  <a:pt x="6085931" y="842983"/>
                </a:moveTo>
                <a:cubicBezTo>
                  <a:pt x="6268110" y="839570"/>
                  <a:pt x="8777552" y="-142994"/>
                  <a:pt x="9785382" y="17775"/>
                </a:cubicBezTo>
                <a:cubicBezTo>
                  <a:pt x="10793212" y="178544"/>
                  <a:pt x="11209251" y="237939"/>
                  <a:pt x="12132909" y="1807596"/>
                </a:cubicBezTo>
                <a:lnTo>
                  <a:pt x="12223102" y="1979931"/>
                </a:lnTo>
                <a:lnTo>
                  <a:pt x="12223102" y="3778604"/>
                </a:lnTo>
                <a:lnTo>
                  <a:pt x="0" y="3778604"/>
                </a:lnTo>
                <a:lnTo>
                  <a:pt x="0" y="963527"/>
                </a:lnTo>
                <a:lnTo>
                  <a:pt x="203273" y="841360"/>
                </a:lnTo>
                <a:cubicBezTo>
                  <a:pt x="1130500" y="339725"/>
                  <a:pt x="1367352" y="274734"/>
                  <a:pt x="2469449" y="51297"/>
                </a:cubicBezTo>
                <a:cubicBezTo>
                  <a:pt x="3744206" y="-214860"/>
                  <a:pt x="4810675" y="866875"/>
                  <a:pt x="6085931" y="84298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1816560"/>
            <a:ext cx="5307618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17E5E1C-F6F4-6C5C-8D69-5CC27F0A9C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330346" y="1816560"/>
            <a:ext cx="5307617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11459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807025" y="1964194"/>
            <a:ext cx="3965391" cy="363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8" y="1816560"/>
            <a:ext cx="5307618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 rot="10800000" flipH="1">
            <a:off x="8292230" y="5626359"/>
            <a:ext cx="3897512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 rot="10800000" flipH="1">
            <a:off x="9961816" y="6083827"/>
            <a:ext cx="2242710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5B9432-13A6-ACB1-F199-26AD869467F3}"/>
              </a:ext>
            </a:extLst>
          </p:cNvPr>
          <p:cNvSpPr/>
          <p:nvPr userDrawn="1"/>
        </p:nvSpPr>
        <p:spPr>
          <a:xfrm>
            <a:off x="5355403" y="4058110"/>
            <a:ext cx="1949886" cy="17870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CF7BC9-DA27-4BAD-BA7E-176926BDA410}"/>
              </a:ext>
            </a:extLst>
          </p:cNvPr>
          <p:cNvSpPr/>
          <p:nvPr userDrawn="1"/>
        </p:nvSpPr>
        <p:spPr>
          <a:xfrm>
            <a:off x="8292230" y="4741128"/>
            <a:ext cx="1710188" cy="156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17E5E1C-F6F4-6C5C-8D69-5CC27F0A9C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330346" y="1816560"/>
            <a:ext cx="5307617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9816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/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74935"/>
            <a:ext cx="12192000" cy="4471630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  <a:gd name="connsiteX0" fmla="*/ 7094336 w 12223102"/>
              <a:gd name="connsiteY0" fmla="*/ 88401 h 4582469"/>
              <a:gd name="connsiteX1" fmla="*/ 7658561 w 12223102"/>
              <a:gd name="connsiteY1" fmla="*/ 106589 h 4582469"/>
              <a:gd name="connsiteX2" fmla="*/ 12132909 w 12223102"/>
              <a:gd name="connsiteY2" fmla="*/ 2611461 h 4582469"/>
              <a:gd name="connsiteX3" fmla="*/ 12223102 w 12223102"/>
              <a:gd name="connsiteY3" fmla="*/ 2783796 h 4582469"/>
              <a:gd name="connsiteX4" fmla="*/ 12223102 w 12223102"/>
              <a:gd name="connsiteY4" fmla="*/ 4582469 h 4582469"/>
              <a:gd name="connsiteX5" fmla="*/ 0 w 12223102"/>
              <a:gd name="connsiteY5" fmla="*/ 4582469 h 4582469"/>
              <a:gd name="connsiteX6" fmla="*/ 0 w 12223102"/>
              <a:gd name="connsiteY6" fmla="*/ 1767392 h 4582469"/>
              <a:gd name="connsiteX7" fmla="*/ 203273 w 12223102"/>
              <a:gd name="connsiteY7" fmla="*/ 1645225 h 4582469"/>
              <a:gd name="connsiteX8" fmla="*/ 2781138 w 12223102"/>
              <a:gd name="connsiteY8" fmla="*/ 121775 h 4582469"/>
              <a:gd name="connsiteX9" fmla="*/ 7094336 w 12223102"/>
              <a:gd name="connsiteY9" fmla="*/ 88401 h 4582469"/>
              <a:gd name="connsiteX0" fmla="*/ 7094336 w 12223102"/>
              <a:gd name="connsiteY0" fmla="*/ 88401 h 4582469"/>
              <a:gd name="connsiteX1" fmla="*/ 9547031 w 12223102"/>
              <a:gd name="connsiteY1" fmla="*/ 748302 h 4582469"/>
              <a:gd name="connsiteX2" fmla="*/ 12132909 w 12223102"/>
              <a:gd name="connsiteY2" fmla="*/ 2611461 h 4582469"/>
              <a:gd name="connsiteX3" fmla="*/ 12223102 w 12223102"/>
              <a:gd name="connsiteY3" fmla="*/ 2783796 h 4582469"/>
              <a:gd name="connsiteX4" fmla="*/ 12223102 w 12223102"/>
              <a:gd name="connsiteY4" fmla="*/ 4582469 h 4582469"/>
              <a:gd name="connsiteX5" fmla="*/ 0 w 12223102"/>
              <a:gd name="connsiteY5" fmla="*/ 4582469 h 4582469"/>
              <a:gd name="connsiteX6" fmla="*/ 0 w 12223102"/>
              <a:gd name="connsiteY6" fmla="*/ 1767392 h 4582469"/>
              <a:gd name="connsiteX7" fmla="*/ 203273 w 12223102"/>
              <a:gd name="connsiteY7" fmla="*/ 1645225 h 4582469"/>
              <a:gd name="connsiteX8" fmla="*/ 2781138 w 12223102"/>
              <a:gd name="connsiteY8" fmla="*/ 121775 h 4582469"/>
              <a:gd name="connsiteX9" fmla="*/ 7094336 w 12223102"/>
              <a:gd name="connsiteY9" fmla="*/ 88401 h 4582469"/>
              <a:gd name="connsiteX0" fmla="*/ 6562632 w 12223102"/>
              <a:gd name="connsiteY0" fmla="*/ 1389123 h 4489758"/>
              <a:gd name="connsiteX1" fmla="*/ 9547031 w 12223102"/>
              <a:gd name="connsiteY1" fmla="*/ 655591 h 4489758"/>
              <a:gd name="connsiteX2" fmla="*/ 12132909 w 12223102"/>
              <a:gd name="connsiteY2" fmla="*/ 2518750 h 4489758"/>
              <a:gd name="connsiteX3" fmla="*/ 12223102 w 12223102"/>
              <a:gd name="connsiteY3" fmla="*/ 2691085 h 4489758"/>
              <a:gd name="connsiteX4" fmla="*/ 12223102 w 12223102"/>
              <a:gd name="connsiteY4" fmla="*/ 4489758 h 4489758"/>
              <a:gd name="connsiteX5" fmla="*/ 0 w 12223102"/>
              <a:gd name="connsiteY5" fmla="*/ 4489758 h 4489758"/>
              <a:gd name="connsiteX6" fmla="*/ 0 w 12223102"/>
              <a:gd name="connsiteY6" fmla="*/ 1674681 h 4489758"/>
              <a:gd name="connsiteX7" fmla="*/ 203273 w 12223102"/>
              <a:gd name="connsiteY7" fmla="*/ 1552514 h 4489758"/>
              <a:gd name="connsiteX8" fmla="*/ 2781138 w 12223102"/>
              <a:gd name="connsiteY8" fmla="*/ 29064 h 4489758"/>
              <a:gd name="connsiteX9" fmla="*/ 6562632 w 12223102"/>
              <a:gd name="connsiteY9" fmla="*/ 1389123 h 4489758"/>
              <a:gd name="connsiteX0" fmla="*/ 6562632 w 12223102"/>
              <a:gd name="connsiteY0" fmla="*/ 1389123 h 4489758"/>
              <a:gd name="connsiteX1" fmla="*/ 10133740 w 12223102"/>
              <a:gd name="connsiteY1" fmla="*/ 857272 h 4489758"/>
              <a:gd name="connsiteX2" fmla="*/ 12132909 w 12223102"/>
              <a:gd name="connsiteY2" fmla="*/ 2518750 h 4489758"/>
              <a:gd name="connsiteX3" fmla="*/ 12223102 w 12223102"/>
              <a:gd name="connsiteY3" fmla="*/ 2691085 h 4489758"/>
              <a:gd name="connsiteX4" fmla="*/ 12223102 w 12223102"/>
              <a:gd name="connsiteY4" fmla="*/ 4489758 h 4489758"/>
              <a:gd name="connsiteX5" fmla="*/ 0 w 12223102"/>
              <a:gd name="connsiteY5" fmla="*/ 4489758 h 4489758"/>
              <a:gd name="connsiteX6" fmla="*/ 0 w 12223102"/>
              <a:gd name="connsiteY6" fmla="*/ 1674681 h 4489758"/>
              <a:gd name="connsiteX7" fmla="*/ 203273 w 12223102"/>
              <a:gd name="connsiteY7" fmla="*/ 1552514 h 4489758"/>
              <a:gd name="connsiteX8" fmla="*/ 2781138 w 12223102"/>
              <a:gd name="connsiteY8" fmla="*/ 29064 h 4489758"/>
              <a:gd name="connsiteX9" fmla="*/ 6562632 w 12223102"/>
              <a:gd name="connsiteY9" fmla="*/ 1389123 h 4489758"/>
              <a:gd name="connsiteX0" fmla="*/ 6324281 w 12223102"/>
              <a:gd name="connsiteY0" fmla="*/ 1932441 h 4483037"/>
              <a:gd name="connsiteX1" fmla="*/ 10133740 w 12223102"/>
              <a:gd name="connsiteY1" fmla="*/ 850551 h 4483037"/>
              <a:gd name="connsiteX2" fmla="*/ 12132909 w 12223102"/>
              <a:gd name="connsiteY2" fmla="*/ 2512029 h 4483037"/>
              <a:gd name="connsiteX3" fmla="*/ 12223102 w 12223102"/>
              <a:gd name="connsiteY3" fmla="*/ 2684364 h 4483037"/>
              <a:gd name="connsiteX4" fmla="*/ 12223102 w 12223102"/>
              <a:gd name="connsiteY4" fmla="*/ 4483037 h 4483037"/>
              <a:gd name="connsiteX5" fmla="*/ 0 w 12223102"/>
              <a:gd name="connsiteY5" fmla="*/ 4483037 h 4483037"/>
              <a:gd name="connsiteX6" fmla="*/ 0 w 12223102"/>
              <a:gd name="connsiteY6" fmla="*/ 1667960 h 4483037"/>
              <a:gd name="connsiteX7" fmla="*/ 203273 w 12223102"/>
              <a:gd name="connsiteY7" fmla="*/ 1545793 h 4483037"/>
              <a:gd name="connsiteX8" fmla="*/ 2781138 w 12223102"/>
              <a:gd name="connsiteY8" fmla="*/ 22343 h 4483037"/>
              <a:gd name="connsiteX9" fmla="*/ 6324281 w 12223102"/>
              <a:gd name="connsiteY9" fmla="*/ 1932441 h 448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83037">
                <a:moveTo>
                  <a:pt x="6324281" y="1932441"/>
                </a:moveTo>
                <a:cubicBezTo>
                  <a:pt x="6506460" y="1929028"/>
                  <a:pt x="9165635" y="753953"/>
                  <a:pt x="10133740" y="850551"/>
                </a:cubicBezTo>
                <a:cubicBezTo>
                  <a:pt x="11101845" y="947149"/>
                  <a:pt x="11209251" y="942372"/>
                  <a:pt x="12132909" y="2512029"/>
                </a:cubicBezTo>
                <a:lnTo>
                  <a:pt x="12223102" y="2684364"/>
                </a:lnTo>
                <a:lnTo>
                  <a:pt x="12223102" y="4483037"/>
                </a:lnTo>
                <a:lnTo>
                  <a:pt x="0" y="4483037"/>
                </a:lnTo>
                <a:lnTo>
                  <a:pt x="0" y="1667960"/>
                </a:lnTo>
                <a:lnTo>
                  <a:pt x="203273" y="1545793"/>
                </a:lnTo>
                <a:cubicBezTo>
                  <a:pt x="1130500" y="1044158"/>
                  <a:pt x="1679041" y="245780"/>
                  <a:pt x="2781138" y="22343"/>
                </a:cubicBezTo>
                <a:cubicBezTo>
                  <a:pt x="4055895" y="-243814"/>
                  <a:pt x="5049025" y="1956333"/>
                  <a:pt x="6324281" y="193244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1825625"/>
            <a:ext cx="6761163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5E0053-868B-3341-2EF6-20E24DAF13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34656" y="1814189"/>
            <a:ext cx="4109657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6692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/3_Tex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7534656" y="2374935"/>
            <a:ext cx="4657344" cy="447163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1825625"/>
            <a:ext cx="6761163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0" y="5614924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0858FC-CC5D-118D-E0C9-0AC745DBBFD4}"/>
              </a:ext>
            </a:extLst>
          </p:cNvPr>
          <p:cNvSpPr/>
          <p:nvPr userDrawn="1"/>
        </p:nvSpPr>
        <p:spPr>
          <a:xfrm>
            <a:off x="547687" y="1825625"/>
            <a:ext cx="1847589" cy="17739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 flipH="1">
            <a:off x="0" y="0"/>
            <a:ext cx="1570720" cy="676405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5E0053-868B-3341-2EF6-20E24DAF13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34656" y="1814189"/>
            <a:ext cx="4109657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1100"/>
            </a:lvl1pPr>
            <a:lvl2pPr>
              <a:defRPr sz="1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895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51D2AC7-BB8D-E36B-EF33-A57E03B9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1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E9F23E-DC2B-A56B-B5FA-839AF3E2C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1" y="2272649"/>
            <a:ext cx="3468245" cy="747415"/>
          </a:xfrm>
          <a:solidFill>
            <a:schemeClr val="accent3"/>
          </a:solidFill>
        </p:spPr>
        <p:txBody>
          <a:bodyPr lIns="216000" rIns="72000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CBE420-3F31-E575-C2A6-36726461837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61877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FEAFB00-1D47-1908-BECD-4C204FAF1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61877" y="2272649"/>
            <a:ext cx="3468245" cy="747415"/>
          </a:xfrm>
          <a:solidFill>
            <a:schemeClr val="tx2"/>
          </a:solidFill>
        </p:spPr>
        <p:txBody>
          <a:bodyPr lIns="216000" rIns="72000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BEC06E4-E609-C6A5-1DD4-2791601C7E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72893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414179-2DE8-0773-D77B-3664542F9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2893" y="2272649"/>
            <a:ext cx="3468245" cy="747415"/>
          </a:xfrm>
          <a:solidFill>
            <a:schemeClr val="accent1"/>
          </a:solidFill>
        </p:spPr>
        <p:txBody>
          <a:bodyPr lIns="216000" rIns="72000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ECBFB9A0-3E0E-E422-871E-3CA94A242A4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285047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PL"/>
              <a:t>Icon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8B3B003-875D-3888-3DCA-FB2A4EE53A6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96063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PL"/>
              <a:t>Icon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AA41865-18A2-548E-5FDA-5CF50E8091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07079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PL"/>
              <a:t>Icon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4D9E28D-7884-2387-F23A-3865D752A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0863" y="4930775"/>
            <a:ext cx="11090275" cy="13779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1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3E6BFE3-56D0-E350-F911-073145A627C2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360676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25437C-A40E-C40C-40AE-5ACC8E51E447}"/>
              </a:ext>
            </a:extLst>
          </p:cNvPr>
          <p:cNvSpPr/>
          <p:nvPr userDrawn="1"/>
        </p:nvSpPr>
        <p:spPr>
          <a:xfrm>
            <a:off x="0" y="-9331"/>
            <a:ext cx="4074368" cy="68673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6ABB0-2B00-49BC-EC7B-26AF429385E3}"/>
              </a:ext>
            </a:extLst>
          </p:cNvPr>
          <p:cNvSpPr/>
          <p:nvPr userDrawn="1"/>
        </p:nvSpPr>
        <p:spPr>
          <a:xfrm>
            <a:off x="4074367" y="-9331"/>
            <a:ext cx="4074368" cy="6867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7BE5E-57EE-01FA-DC75-B5D8ACE84F58}"/>
              </a:ext>
            </a:extLst>
          </p:cNvPr>
          <p:cNvSpPr/>
          <p:nvPr userDrawn="1"/>
        </p:nvSpPr>
        <p:spPr>
          <a:xfrm>
            <a:off x="8148735" y="-4665"/>
            <a:ext cx="4043265" cy="6867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accent4">
                <a:alpha val="9504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A63E8409-D303-82F9-A976-A8D896A3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2599978"/>
            <a:ext cx="3149530" cy="37085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88C3E31-1373-ED98-F74B-0625680753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1970665"/>
            <a:ext cx="3149530" cy="444507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42A9DC-B0AD-69EB-B83C-76EFC9BE3F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491608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C4F168F-916B-2C8B-D271-76901003D4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91608" y="1970665"/>
            <a:ext cx="3149530" cy="444507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B323D17A-94C3-3DC3-68D3-7911DE9A60E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21235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6B63100-7AC9-1651-E1E1-A1A218970A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1235" y="1970665"/>
            <a:ext cx="3149530" cy="444507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D81181-6E76-CEF3-F63F-071DBF748063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bg2">
              <a:alpha val="9903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604381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3886859"/>
            <a:ext cx="5349876" cy="24218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3257546"/>
            <a:ext cx="5349876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038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EF02D6E-E8B2-4CB8-A223-00262EE2A4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261" y="3886859"/>
            <a:ext cx="5349876" cy="24218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5DB5DD6-596D-DC7B-3A2D-A53F70C97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261" y="3257546"/>
            <a:ext cx="5349876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8386418A-527B-EDE4-B826-37C3E8C937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1262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C6F15-A55D-CB9A-FA3D-FDF18B85343B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3447433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6" y="3881913"/>
            <a:ext cx="3468245" cy="2426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6" y="3252600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038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0012B09-3C1E-4293-DD0A-226BE8AFA9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72894" y="3881914"/>
            <a:ext cx="3468245" cy="24266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6B12A68-F898-618D-32AA-9FE63A3E98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72894" y="3252600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901340AB-6727-BD78-1C0C-A8649882F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72896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D2911BD-AC57-F3C1-CDA2-0B90A1677FD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61875" y="3881913"/>
            <a:ext cx="3468245" cy="2426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2218111-F043-D631-57EE-2E2E8F94EA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1875" y="3252600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3FE9BFF-228F-7329-1BFD-11E7B83971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1877" y="2033860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98979-465E-99CA-88EA-AC97AB729414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88988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4" y="549098"/>
            <a:ext cx="11086973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3" y="3881914"/>
            <a:ext cx="2479418" cy="24269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3" y="3252600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164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A414AA-9283-8D61-A1CA-63514B9767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61719" y="3880635"/>
            <a:ext cx="2479418" cy="2428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0341295-578E-2495-BE17-ED58E52BD0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1719" y="3251322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FC18901-31E1-68C4-8FD1-EEBA01BCCE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61720" y="203752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C7C58ED-5700-2A0E-B164-2C2FD51225C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421148" y="3883006"/>
            <a:ext cx="2479418" cy="24258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C8F57A7-616A-0877-A95F-697CDF8044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1148" y="3253693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6C89A7D9-92F6-0FCA-1B2E-B673F5F70B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21149" y="2039899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F49B1DC-1B91-85AC-AF4C-216C37D8409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91434" y="3880635"/>
            <a:ext cx="2479418" cy="2428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2C5C76-FF85-8B08-708C-942AB726AE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91434" y="3251322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E6BAA978-8D38-FD4D-A0AE-6D287281FAE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91435" y="203752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FCBC783-7DFD-891C-C22B-19ACB429CF40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0116335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5" y="549098"/>
            <a:ext cx="11086974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973" y="3075025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62973" y="2562674"/>
            <a:ext cx="4169994" cy="44450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877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C39A1A95-B810-1F4D-6914-2103EFDC15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470206" y="3075025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D87E0A3-9059-7636-85FF-92E6E36DE7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70206" y="2562674"/>
            <a:ext cx="4169994" cy="44450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9F59F56-4B57-CC91-9286-E42C148DEB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59033" y="2038806"/>
            <a:ext cx="969962" cy="9683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PL"/>
              <a:t>Icon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B046625-59B2-2C15-CD97-AF951ED78D8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51196" y="5279587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F9FA328-7538-92B0-728F-691A0926E7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51196" y="4767236"/>
            <a:ext cx="4169994" cy="44450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82FB5ED6-9A3F-B5A8-B624-042CC9B011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4877" y="424336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/>
              <a:t>Icon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03CB461-8560-9B20-7934-9714D934C9D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70206" y="5279587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7DE8F08-72E4-4788-507D-7C784566D5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70206" y="4767236"/>
            <a:ext cx="4169994" cy="44450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BBDB54C5-D56D-48C5-8D32-36C2D95E990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59033" y="4243368"/>
            <a:ext cx="969962" cy="9683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PL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6D5ACD-7B4A-5E9E-1941-F2C920E57DA6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2456014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5" y="549098"/>
            <a:ext cx="11086974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3" y="4859865"/>
            <a:ext cx="5349876" cy="14490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3" y="4230552"/>
            <a:ext cx="5349876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EF02D6E-E8B2-4CB8-A223-00262EE2A4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261" y="4859865"/>
            <a:ext cx="5349876" cy="14490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5DB5DD6-596D-DC7B-3A2D-A53F70C97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261" y="4230552"/>
            <a:ext cx="5349876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46C5585-BFB2-5295-8DA7-CC59F7C87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165" y="1892595"/>
            <a:ext cx="5349875" cy="2088274"/>
          </a:xfrm>
          <a:custGeom>
            <a:avLst/>
            <a:gdLst>
              <a:gd name="connsiteX0" fmla="*/ 60978 w 5349875"/>
              <a:gd name="connsiteY0" fmla="*/ 0 h 2088274"/>
              <a:gd name="connsiteX1" fmla="*/ 5288897 w 5349875"/>
              <a:gd name="connsiteY1" fmla="*/ 0 h 2088274"/>
              <a:gd name="connsiteX2" fmla="*/ 5349875 w 5349875"/>
              <a:gd name="connsiteY2" fmla="*/ 60978 h 2088274"/>
              <a:gd name="connsiteX3" fmla="*/ 5349875 w 5349875"/>
              <a:gd name="connsiteY3" fmla="*/ 2027296 h 2088274"/>
              <a:gd name="connsiteX4" fmla="*/ 5288897 w 5349875"/>
              <a:gd name="connsiteY4" fmla="*/ 2088274 h 2088274"/>
              <a:gd name="connsiteX5" fmla="*/ 60978 w 5349875"/>
              <a:gd name="connsiteY5" fmla="*/ 2088274 h 2088274"/>
              <a:gd name="connsiteX6" fmla="*/ 0 w 5349875"/>
              <a:gd name="connsiteY6" fmla="*/ 2027296 h 2088274"/>
              <a:gd name="connsiteX7" fmla="*/ 0 w 5349875"/>
              <a:gd name="connsiteY7" fmla="*/ 60978 h 2088274"/>
              <a:gd name="connsiteX8" fmla="*/ 60978 w 5349875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49875" h="2088274">
                <a:moveTo>
                  <a:pt x="60978" y="0"/>
                </a:moveTo>
                <a:lnTo>
                  <a:pt x="5288897" y="0"/>
                </a:lnTo>
                <a:cubicBezTo>
                  <a:pt x="5322574" y="0"/>
                  <a:pt x="5349875" y="27301"/>
                  <a:pt x="5349875" y="60978"/>
                </a:cubicBezTo>
                <a:lnTo>
                  <a:pt x="5349875" y="2027296"/>
                </a:lnTo>
                <a:cubicBezTo>
                  <a:pt x="5349875" y="2060973"/>
                  <a:pt x="5322574" y="2088274"/>
                  <a:pt x="5288897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15BF100-B52B-AC8D-5F0F-B2AA1840EF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1261" y="1892595"/>
            <a:ext cx="5349875" cy="2088274"/>
          </a:xfrm>
          <a:custGeom>
            <a:avLst/>
            <a:gdLst>
              <a:gd name="connsiteX0" fmla="*/ 60978 w 5349875"/>
              <a:gd name="connsiteY0" fmla="*/ 0 h 2088274"/>
              <a:gd name="connsiteX1" fmla="*/ 5288897 w 5349875"/>
              <a:gd name="connsiteY1" fmla="*/ 0 h 2088274"/>
              <a:gd name="connsiteX2" fmla="*/ 5349875 w 5349875"/>
              <a:gd name="connsiteY2" fmla="*/ 60978 h 2088274"/>
              <a:gd name="connsiteX3" fmla="*/ 5349875 w 5349875"/>
              <a:gd name="connsiteY3" fmla="*/ 2027296 h 2088274"/>
              <a:gd name="connsiteX4" fmla="*/ 5288897 w 5349875"/>
              <a:gd name="connsiteY4" fmla="*/ 2088274 h 2088274"/>
              <a:gd name="connsiteX5" fmla="*/ 60978 w 5349875"/>
              <a:gd name="connsiteY5" fmla="*/ 2088274 h 2088274"/>
              <a:gd name="connsiteX6" fmla="*/ 0 w 5349875"/>
              <a:gd name="connsiteY6" fmla="*/ 2027296 h 2088274"/>
              <a:gd name="connsiteX7" fmla="*/ 0 w 5349875"/>
              <a:gd name="connsiteY7" fmla="*/ 60978 h 2088274"/>
              <a:gd name="connsiteX8" fmla="*/ 60978 w 5349875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49875" h="2088274">
                <a:moveTo>
                  <a:pt x="60978" y="0"/>
                </a:moveTo>
                <a:lnTo>
                  <a:pt x="5288897" y="0"/>
                </a:lnTo>
                <a:cubicBezTo>
                  <a:pt x="5322574" y="0"/>
                  <a:pt x="5349875" y="27301"/>
                  <a:pt x="5349875" y="60978"/>
                </a:cubicBezTo>
                <a:lnTo>
                  <a:pt x="5349875" y="2027296"/>
                </a:lnTo>
                <a:cubicBezTo>
                  <a:pt x="5349875" y="2060973"/>
                  <a:pt x="5322574" y="2088274"/>
                  <a:pt x="5288897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B98D7-E358-C9AC-31B4-6F5F0530F15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6295483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4" y="549098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B63A24-445D-FCB7-15FF-C986A81041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4167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51D2AC7-BB8D-E36B-EF33-A57E03B9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2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E9F23E-DC2B-A56B-B5FA-839AF3E2C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2" y="4221815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D61E2653-BB8A-C31C-AD38-3C43142FA8C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72900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EFC013F-42AA-4361-D6D8-193E74F7A2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172895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279D1ED-4A4E-330F-B961-CDE713EF3E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72895" y="4221815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4C06C48-CC71-79CC-E419-FFF4B0DD89E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61881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64EF92C-E96B-4FA9-DD85-43C266CD5F49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361878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D429EFF-4276-75F2-759E-AC723CCC9AD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61876" y="4221815"/>
            <a:ext cx="3468245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FA838-DB61-536E-EB14-6328D1AE0558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437705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52651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3898955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3261121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EB4F83A-A12A-A3D4-3F35-3B8B87F518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4038" y="1690689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C336369-4672-25EF-0D52-0AA63F4021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61720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91F6897-4FBF-34C3-8D07-17047C5225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1720" y="3269642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46B1D23-3F88-94EB-2D20-2DDAE7E339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61721" y="1688681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2836B13-C131-73E8-6139-B105B0CE59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421148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21BA4D1-9D27-ACD1-776A-E09669531E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1553" y="3269642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46EE493-5E35-C1E3-E4F8-37EF950BC3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31554" y="1691856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64C5363D-C6AA-409B-3D71-76FA8D4507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91434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619863E9-9025-8CFC-7208-A307ED9B3E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1029" y="3269642"/>
            <a:ext cx="247941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95FDC0D-8635-F688-00AD-1CCF19561BF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81030" y="1688681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EC0BE0-BD10-C993-B79D-23517752162A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5805526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52651"/>
            <a:ext cx="11090275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2723948"/>
            <a:ext cx="5545138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2119540"/>
            <a:ext cx="5545138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1079142">
            <a:off x="7446735" y="2111281"/>
            <a:ext cx="3943210" cy="4241562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tx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PL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32769" y="2003126"/>
            <a:ext cx="4217369" cy="4320742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981A08C-E4C2-3E97-A30E-88871BBAB11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374380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1079142">
            <a:off x="1576799" y="2111281"/>
            <a:ext cx="3943210" cy="4241562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tx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62833" y="2003126"/>
            <a:ext cx="4217369" cy="4320742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1EE9C37-7807-0EAE-B8FC-2EC38AFA118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96420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71" y="549476"/>
            <a:ext cx="5541929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71" y="2723948"/>
            <a:ext cx="5541929" cy="35871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71" y="2119540"/>
            <a:ext cx="5541929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>
            <a:off x="6893260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ABAEECC-CEEE-7426-95F0-433CD5D0628E}"/>
              </a:ext>
            </a:extLst>
          </p:cNvPr>
          <p:cNvSpPr/>
          <p:nvPr userDrawn="1"/>
        </p:nvSpPr>
        <p:spPr>
          <a:xfrm>
            <a:off x="7288693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5AB918B-2E59-DAB9-A333-D1C66DCE70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74694" y="0"/>
            <a:ext cx="4617306" cy="6858000"/>
          </a:xfrm>
          <a:custGeom>
            <a:avLst/>
            <a:gdLst>
              <a:gd name="connsiteX0" fmla="*/ 719981 w 4617306"/>
              <a:gd name="connsiteY0" fmla="*/ 0 h 6858000"/>
              <a:gd name="connsiteX1" fmla="*/ 4617306 w 4617306"/>
              <a:gd name="connsiteY1" fmla="*/ 0 h 6858000"/>
              <a:gd name="connsiteX2" fmla="*/ 4617306 w 4617306"/>
              <a:gd name="connsiteY2" fmla="*/ 6858000 h 6858000"/>
              <a:gd name="connsiteX3" fmla="*/ 251282 w 4617306"/>
              <a:gd name="connsiteY3" fmla="*/ 6858000 h 6858000"/>
              <a:gd name="connsiteX4" fmla="*/ 236245 w 4617306"/>
              <a:gd name="connsiteY4" fmla="*/ 6776573 h 6858000"/>
              <a:gd name="connsiteX5" fmla="*/ 55246 w 4617306"/>
              <a:gd name="connsiteY5" fmla="*/ 4176390 h 6858000"/>
              <a:gd name="connsiteX6" fmla="*/ 723846 w 4617306"/>
              <a:gd name="connsiteY6" fmla="*/ 3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17306" h="6858000">
                <a:moveTo>
                  <a:pt x="719981" y="0"/>
                </a:moveTo>
                <a:lnTo>
                  <a:pt x="4617306" y="0"/>
                </a:lnTo>
                <a:lnTo>
                  <a:pt x="4617306" y="6858000"/>
                </a:lnTo>
                <a:lnTo>
                  <a:pt x="251282" y="6858000"/>
                </a:lnTo>
                <a:lnTo>
                  <a:pt x="236245" y="6776573"/>
                </a:lnTo>
                <a:cubicBezTo>
                  <a:pt x="81750" y="5981827"/>
                  <a:pt x="-90781" y="5221592"/>
                  <a:pt x="55246" y="4176390"/>
                </a:cubicBezTo>
                <a:cubicBezTo>
                  <a:pt x="225619" y="2956996"/>
                  <a:pt x="830446" y="1344814"/>
                  <a:pt x="723846" y="3131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776870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9476"/>
            <a:ext cx="5545138" cy="1131687"/>
          </a:xfrm>
        </p:spPr>
        <p:txBody>
          <a:bodyPr/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 flipH="1">
            <a:off x="4130148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40030E4-B36C-592E-E057-414B265596F4}"/>
              </a:ext>
            </a:extLst>
          </p:cNvPr>
          <p:cNvSpPr/>
          <p:nvPr userDrawn="1"/>
        </p:nvSpPr>
        <p:spPr>
          <a:xfrm flipH="1">
            <a:off x="3880422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9DE43-31F4-89E5-CCA5-DB3D1A8047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26938" cy="6858000"/>
          </a:xfrm>
          <a:custGeom>
            <a:avLst/>
            <a:gdLst>
              <a:gd name="connsiteX0" fmla="*/ 0 w 4626938"/>
              <a:gd name="connsiteY0" fmla="*/ 0 h 6858000"/>
              <a:gd name="connsiteX1" fmla="*/ 3906958 w 4626938"/>
              <a:gd name="connsiteY1" fmla="*/ 0 h 6858000"/>
              <a:gd name="connsiteX2" fmla="*/ 3903093 w 4626938"/>
              <a:gd name="connsiteY2" fmla="*/ 31316 h 6858000"/>
              <a:gd name="connsiteX3" fmla="*/ 4571693 w 4626938"/>
              <a:gd name="connsiteY3" fmla="*/ 4176390 h 6858000"/>
              <a:gd name="connsiteX4" fmla="*/ 4390694 w 4626938"/>
              <a:gd name="connsiteY4" fmla="*/ 6776573 h 6858000"/>
              <a:gd name="connsiteX5" fmla="*/ 4375657 w 4626938"/>
              <a:gd name="connsiteY5" fmla="*/ 6858000 h 6858000"/>
              <a:gd name="connsiteX6" fmla="*/ 0 w 46269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6938" h="6858000">
                <a:moveTo>
                  <a:pt x="0" y="0"/>
                </a:moveTo>
                <a:lnTo>
                  <a:pt x="3906958" y="0"/>
                </a:lnTo>
                <a:lnTo>
                  <a:pt x="3903093" y="31316"/>
                </a:lnTo>
                <a:cubicBezTo>
                  <a:pt x="3796493" y="1344814"/>
                  <a:pt x="4401320" y="2956996"/>
                  <a:pt x="4571693" y="4176390"/>
                </a:cubicBezTo>
                <a:cubicBezTo>
                  <a:pt x="4717720" y="5221592"/>
                  <a:pt x="4545189" y="5981827"/>
                  <a:pt x="4390694" y="6776573"/>
                </a:cubicBezTo>
                <a:lnTo>
                  <a:pt x="4375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210241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19540"/>
            <a:ext cx="5545138" cy="4189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B1CA08-AF2E-AF4C-4EE2-FB1DA96A83BF}"/>
              </a:ext>
            </a:extLst>
          </p:cNvPr>
          <p:cNvGrpSpPr/>
          <p:nvPr userDrawn="1"/>
        </p:nvGrpSpPr>
        <p:grpSpPr>
          <a:xfrm>
            <a:off x="0" y="0"/>
            <a:ext cx="5304742" cy="6858000"/>
            <a:chOff x="0" y="0"/>
            <a:chExt cx="5304742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7D28C3-F495-E6AF-431F-8B305AC99669}"/>
                </a:ext>
              </a:extLst>
            </p:cNvPr>
            <p:cNvSpPr/>
            <p:nvPr userDrawn="1"/>
          </p:nvSpPr>
          <p:spPr>
            <a:xfrm>
              <a:off x="0" y="0"/>
              <a:ext cx="4452425" cy="6858000"/>
            </a:xfrm>
            <a:prstGeom prst="rect">
              <a:avLst/>
            </a:prstGeom>
            <a:solidFill>
              <a:srgbClr val="6C1C60"/>
            </a:solidFill>
            <a:ln>
              <a:solidFill>
                <a:srgbClr val="6C1C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A243FFF-8D05-DB6D-9184-BB0FF22C1C35}"/>
                </a:ext>
              </a:extLst>
            </p:cNvPr>
            <p:cNvSpPr/>
            <p:nvPr userDrawn="1"/>
          </p:nvSpPr>
          <p:spPr>
            <a:xfrm flipH="1">
              <a:off x="488916" y="0"/>
              <a:ext cx="4815826" cy="6858000"/>
            </a:xfrm>
            <a:custGeom>
              <a:avLst/>
              <a:gdLst>
                <a:gd name="connsiteX0" fmla="*/ 771494 w 1174594"/>
                <a:gd name="connsiteY0" fmla="*/ 0 h 6858000"/>
                <a:gd name="connsiteX1" fmla="*/ 1174594 w 1174594"/>
                <a:gd name="connsiteY1" fmla="*/ 0 h 6858000"/>
                <a:gd name="connsiteX2" fmla="*/ 1161444 w 1174594"/>
                <a:gd name="connsiteY2" fmla="*/ 144397 h 6858000"/>
                <a:gd name="connsiteX3" fmla="*/ 472003 w 1174594"/>
                <a:gd name="connsiteY3" fmla="*/ 3402712 h 6858000"/>
                <a:gd name="connsiteX4" fmla="*/ 748093 w 1174594"/>
                <a:gd name="connsiteY4" fmla="*/ 6824530 h 6858000"/>
                <a:gd name="connsiteX5" fmla="*/ 750748 w 1174594"/>
                <a:gd name="connsiteY5" fmla="*/ 6858000 h 6858000"/>
                <a:gd name="connsiteX6" fmla="*/ 217344 w 1174594"/>
                <a:gd name="connsiteY6" fmla="*/ 6858000 h 6858000"/>
                <a:gd name="connsiteX7" fmla="*/ 214865 w 1174594"/>
                <a:gd name="connsiteY7" fmla="*/ 6843618 h 6858000"/>
                <a:gd name="connsiteX8" fmla="*/ 64995 w 1174594"/>
                <a:gd name="connsiteY8" fmla="*/ 4241454 h 6858000"/>
                <a:gd name="connsiteX9" fmla="*/ 783146 w 1174594"/>
                <a:gd name="connsiteY9" fmla="*/ 104685 h 6858000"/>
                <a:gd name="connsiteX0" fmla="*/ 771494 w 2192640"/>
                <a:gd name="connsiteY0" fmla="*/ 0 h 6858000"/>
                <a:gd name="connsiteX1" fmla="*/ 1174594 w 2192640"/>
                <a:gd name="connsiteY1" fmla="*/ 0 h 6858000"/>
                <a:gd name="connsiteX2" fmla="*/ 1161444 w 2192640"/>
                <a:gd name="connsiteY2" fmla="*/ 144397 h 6858000"/>
                <a:gd name="connsiteX3" fmla="*/ 2181228 w 2192640"/>
                <a:gd name="connsiteY3" fmla="*/ 3423814 h 6858000"/>
                <a:gd name="connsiteX4" fmla="*/ 748093 w 2192640"/>
                <a:gd name="connsiteY4" fmla="*/ 6824530 h 6858000"/>
                <a:gd name="connsiteX5" fmla="*/ 750748 w 2192640"/>
                <a:gd name="connsiteY5" fmla="*/ 6858000 h 6858000"/>
                <a:gd name="connsiteX6" fmla="*/ 217344 w 2192640"/>
                <a:gd name="connsiteY6" fmla="*/ 6858000 h 6858000"/>
                <a:gd name="connsiteX7" fmla="*/ 214865 w 2192640"/>
                <a:gd name="connsiteY7" fmla="*/ 6843618 h 6858000"/>
                <a:gd name="connsiteX8" fmla="*/ 64995 w 2192640"/>
                <a:gd name="connsiteY8" fmla="*/ 4241454 h 6858000"/>
                <a:gd name="connsiteX9" fmla="*/ 783146 w 2192640"/>
                <a:gd name="connsiteY9" fmla="*/ 104685 h 6858000"/>
                <a:gd name="connsiteX10" fmla="*/ 771494 w 2192640"/>
                <a:gd name="connsiteY10" fmla="*/ 0 h 6858000"/>
                <a:gd name="connsiteX0" fmla="*/ 771494 w 4815826"/>
                <a:gd name="connsiteY0" fmla="*/ 0 h 6858000"/>
                <a:gd name="connsiteX1" fmla="*/ 1174594 w 4815826"/>
                <a:gd name="connsiteY1" fmla="*/ 0 h 6858000"/>
                <a:gd name="connsiteX2" fmla="*/ 1161444 w 4815826"/>
                <a:gd name="connsiteY2" fmla="*/ 144397 h 6858000"/>
                <a:gd name="connsiteX3" fmla="*/ 4811886 w 4815826"/>
                <a:gd name="connsiteY3" fmla="*/ 3494153 h 6858000"/>
                <a:gd name="connsiteX4" fmla="*/ 748093 w 4815826"/>
                <a:gd name="connsiteY4" fmla="*/ 6824530 h 6858000"/>
                <a:gd name="connsiteX5" fmla="*/ 750748 w 4815826"/>
                <a:gd name="connsiteY5" fmla="*/ 6858000 h 6858000"/>
                <a:gd name="connsiteX6" fmla="*/ 217344 w 4815826"/>
                <a:gd name="connsiteY6" fmla="*/ 6858000 h 6858000"/>
                <a:gd name="connsiteX7" fmla="*/ 214865 w 4815826"/>
                <a:gd name="connsiteY7" fmla="*/ 6843618 h 6858000"/>
                <a:gd name="connsiteX8" fmla="*/ 64995 w 4815826"/>
                <a:gd name="connsiteY8" fmla="*/ 4241454 h 6858000"/>
                <a:gd name="connsiteX9" fmla="*/ 783146 w 4815826"/>
                <a:gd name="connsiteY9" fmla="*/ 104685 h 6858000"/>
                <a:gd name="connsiteX10" fmla="*/ 771494 w 4815826"/>
                <a:gd name="connsiteY10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15826" h="6858000">
                  <a:moveTo>
                    <a:pt x="771494" y="0"/>
                  </a:moveTo>
                  <a:lnTo>
                    <a:pt x="1174594" y="0"/>
                  </a:lnTo>
                  <a:lnTo>
                    <a:pt x="1161444" y="144397"/>
                  </a:lnTo>
                  <a:cubicBezTo>
                    <a:pt x="1033733" y="1250609"/>
                    <a:pt x="4957205" y="2537727"/>
                    <a:pt x="4811886" y="3494153"/>
                  </a:cubicBezTo>
                  <a:cubicBezTo>
                    <a:pt x="4600513" y="4885326"/>
                    <a:pt x="621619" y="5685263"/>
                    <a:pt x="748093" y="6824530"/>
                  </a:cubicBezTo>
                  <a:lnTo>
                    <a:pt x="750748" y="6858000"/>
                  </a:lnTo>
                  <a:lnTo>
                    <a:pt x="217344" y="6858000"/>
                  </a:lnTo>
                  <a:lnTo>
                    <a:pt x="214865" y="6843618"/>
                  </a:lnTo>
                  <a:cubicBezTo>
                    <a:pt x="69890" y="6047077"/>
                    <a:pt x="-93534" y="5284828"/>
                    <a:pt x="64995" y="4241454"/>
                  </a:cubicBezTo>
                  <a:cubicBezTo>
                    <a:pt x="249947" y="3024186"/>
                    <a:pt x="874015" y="1419367"/>
                    <a:pt x="783146" y="104685"/>
                  </a:cubicBezTo>
                  <a:lnTo>
                    <a:pt x="771494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C40030E4-B36C-592E-E057-414B265596F4}"/>
              </a:ext>
            </a:extLst>
          </p:cNvPr>
          <p:cNvSpPr/>
          <p:nvPr userDrawn="1"/>
        </p:nvSpPr>
        <p:spPr>
          <a:xfrm flipH="1">
            <a:off x="3880422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16" y="1279573"/>
            <a:ext cx="3604619" cy="6407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351343A-2803-F4E2-5E33-B9B8916F1E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88916" y="2276398"/>
            <a:ext cx="3604619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10485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righ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71" y="549476"/>
            <a:ext cx="5541929" cy="113168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71" y="2723948"/>
            <a:ext cx="5541929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71" y="2119540"/>
            <a:ext cx="5541929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>
            <a:off x="6881685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ABAEECC-CEEE-7426-95F0-433CD5D0628E}"/>
              </a:ext>
            </a:extLst>
          </p:cNvPr>
          <p:cNvSpPr/>
          <p:nvPr userDrawn="1"/>
        </p:nvSpPr>
        <p:spPr>
          <a:xfrm>
            <a:off x="7288693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5AB918B-2E59-DAB9-A333-D1C66DCE70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74694" y="0"/>
            <a:ext cx="4617306" cy="6858000"/>
          </a:xfrm>
          <a:custGeom>
            <a:avLst/>
            <a:gdLst>
              <a:gd name="connsiteX0" fmla="*/ 719981 w 4617306"/>
              <a:gd name="connsiteY0" fmla="*/ 0 h 6858000"/>
              <a:gd name="connsiteX1" fmla="*/ 4617306 w 4617306"/>
              <a:gd name="connsiteY1" fmla="*/ 0 h 6858000"/>
              <a:gd name="connsiteX2" fmla="*/ 4617306 w 4617306"/>
              <a:gd name="connsiteY2" fmla="*/ 6858000 h 6858000"/>
              <a:gd name="connsiteX3" fmla="*/ 251282 w 4617306"/>
              <a:gd name="connsiteY3" fmla="*/ 6858000 h 6858000"/>
              <a:gd name="connsiteX4" fmla="*/ 236245 w 4617306"/>
              <a:gd name="connsiteY4" fmla="*/ 6776573 h 6858000"/>
              <a:gd name="connsiteX5" fmla="*/ 55246 w 4617306"/>
              <a:gd name="connsiteY5" fmla="*/ 4176390 h 6858000"/>
              <a:gd name="connsiteX6" fmla="*/ 723846 w 4617306"/>
              <a:gd name="connsiteY6" fmla="*/ 3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17306" h="6858000">
                <a:moveTo>
                  <a:pt x="719981" y="0"/>
                </a:moveTo>
                <a:lnTo>
                  <a:pt x="4617306" y="0"/>
                </a:lnTo>
                <a:lnTo>
                  <a:pt x="4617306" y="6858000"/>
                </a:lnTo>
                <a:lnTo>
                  <a:pt x="251282" y="6858000"/>
                </a:lnTo>
                <a:lnTo>
                  <a:pt x="236245" y="6776573"/>
                </a:lnTo>
                <a:cubicBezTo>
                  <a:pt x="81750" y="5981827"/>
                  <a:pt x="-90781" y="5221592"/>
                  <a:pt x="55246" y="4176390"/>
                </a:cubicBezTo>
                <a:cubicBezTo>
                  <a:pt x="225619" y="2956996"/>
                  <a:pt x="830446" y="1344814"/>
                  <a:pt x="723846" y="3131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8046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lef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9476"/>
            <a:ext cx="5545138" cy="113168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 flipH="1">
            <a:off x="4130148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40030E4-B36C-592E-E057-414B265596F4}"/>
              </a:ext>
            </a:extLst>
          </p:cNvPr>
          <p:cNvSpPr/>
          <p:nvPr userDrawn="1"/>
        </p:nvSpPr>
        <p:spPr>
          <a:xfrm flipH="1">
            <a:off x="3880422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9DE43-31F4-89E5-CCA5-DB3D1A8047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26938" cy="6858000"/>
          </a:xfrm>
          <a:custGeom>
            <a:avLst/>
            <a:gdLst>
              <a:gd name="connsiteX0" fmla="*/ 0 w 4626938"/>
              <a:gd name="connsiteY0" fmla="*/ 0 h 6858000"/>
              <a:gd name="connsiteX1" fmla="*/ 3906958 w 4626938"/>
              <a:gd name="connsiteY1" fmla="*/ 0 h 6858000"/>
              <a:gd name="connsiteX2" fmla="*/ 3903093 w 4626938"/>
              <a:gd name="connsiteY2" fmla="*/ 31316 h 6858000"/>
              <a:gd name="connsiteX3" fmla="*/ 4571693 w 4626938"/>
              <a:gd name="connsiteY3" fmla="*/ 4176390 h 6858000"/>
              <a:gd name="connsiteX4" fmla="*/ 4390694 w 4626938"/>
              <a:gd name="connsiteY4" fmla="*/ 6776573 h 6858000"/>
              <a:gd name="connsiteX5" fmla="*/ 4375657 w 4626938"/>
              <a:gd name="connsiteY5" fmla="*/ 6858000 h 6858000"/>
              <a:gd name="connsiteX6" fmla="*/ 0 w 46269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6938" h="6858000">
                <a:moveTo>
                  <a:pt x="0" y="0"/>
                </a:moveTo>
                <a:lnTo>
                  <a:pt x="3906958" y="0"/>
                </a:lnTo>
                <a:lnTo>
                  <a:pt x="3903093" y="31316"/>
                </a:lnTo>
                <a:cubicBezTo>
                  <a:pt x="3796493" y="1344814"/>
                  <a:pt x="4401320" y="2956996"/>
                  <a:pt x="4571693" y="4176390"/>
                </a:cubicBezTo>
                <a:cubicBezTo>
                  <a:pt x="4717720" y="5221592"/>
                  <a:pt x="4545189" y="5981827"/>
                  <a:pt x="4390694" y="6776573"/>
                </a:cubicBezTo>
                <a:lnTo>
                  <a:pt x="4375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57131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6999517">
            <a:off x="852903" y="1204759"/>
            <a:ext cx="4758926" cy="5118997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tx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433" y="1222310"/>
            <a:ext cx="4651685" cy="4765704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1FEEDD8-28AA-BE3E-02E2-170FFB40470C}"/>
              </a:ext>
            </a:extLst>
          </p:cNvPr>
          <p:cNvSpPr/>
          <p:nvPr userDrawn="1"/>
        </p:nvSpPr>
        <p:spPr>
          <a:xfrm>
            <a:off x="6296481" y="-351"/>
            <a:ext cx="5895520" cy="1951072"/>
          </a:xfrm>
          <a:custGeom>
            <a:avLst/>
            <a:gdLst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58756 w 9855101"/>
              <a:gd name="connsiteY7" fmla="*/ 8327921 h 12126752"/>
              <a:gd name="connsiteX8" fmla="*/ 592520 w 9855101"/>
              <a:gd name="connsiteY8" fmla="*/ 5251217 h 12126752"/>
              <a:gd name="connsiteX9" fmla="*/ 1635363 w 9855101"/>
              <a:gd name="connsiteY9" fmla="*/ 1999091 h 12126752"/>
              <a:gd name="connsiteX10" fmla="*/ 4494042 w 9855101"/>
              <a:gd name="connsiteY10" fmla="*/ 81983 h 12126752"/>
              <a:gd name="connsiteX11" fmla="*/ 7570489 w 9855101"/>
              <a:gd name="connsiteY11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1732972 w 9855101"/>
              <a:gd name="connsiteY0" fmla="*/ 10121772 h 12126752"/>
              <a:gd name="connsiteX1" fmla="*/ 58756 w 9855101"/>
              <a:gd name="connsiteY1" fmla="*/ 8327921 h 12126752"/>
              <a:gd name="connsiteX2" fmla="*/ 592520 w 9855101"/>
              <a:gd name="connsiteY2" fmla="*/ 5251217 h 12126752"/>
              <a:gd name="connsiteX3" fmla="*/ 1635363 w 9855101"/>
              <a:gd name="connsiteY3" fmla="*/ 1999091 h 12126752"/>
              <a:gd name="connsiteX4" fmla="*/ 4494042 w 9855101"/>
              <a:gd name="connsiteY4" fmla="*/ 81983 h 12126752"/>
              <a:gd name="connsiteX5" fmla="*/ 7570489 w 9855101"/>
              <a:gd name="connsiteY5" fmla="*/ 1003774 h 12126752"/>
              <a:gd name="connsiteX6" fmla="*/ 8284143 w 9855101"/>
              <a:gd name="connsiteY6" fmla="*/ 4475255 h 12126752"/>
              <a:gd name="connsiteX7" fmla="*/ 9328763 w 9855101"/>
              <a:gd name="connsiteY7" fmla="*/ 6829838 h 12126752"/>
              <a:gd name="connsiteX8" fmla="*/ 9809249 w 9855101"/>
              <a:gd name="connsiteY8" fmla="*/ 9689785 h 12126752"/>
              <a:gd name="connsiteX9" fmla="*/ 8188160 w 9855101"/>
              <a:gd name="connsiteY9" fmla="*/ 12097161 h 12126752"/>
              <a:gd name="connsiteX10" fmla="*/ 5048943 w 9855101"/>
              <a:gd name="connsiteY10" fmla="*/ 11120830 h 12126752"/>
              <a:gd name="connsiteX11" fmla="*/ 2105409 w 9855101"/>
              <a:gd name="connsiteY11" fmla="*/ 10306958 h 12126752"/>
              <a:gd name="connsiteX12" fmla="*/ 1824412 w 9855101"/>
              <a:gd name="connsiteY12" fmla="*/ 10213212 h 12126752"/>
              <a:gd name="connsiteX0" fmla="*/ 962938 w 9806427"/>
              <a:gd name="connsiteY0" fmla="*/ 10203052 h 12126752"/>
              <a:gd name="connsiteX1" fmla="*/ 10082 w 9806427"/>
              <a:gd name="connsiteY1" fmla="*/ 8327921 h 12126752"/>
              <a:gd name="connsiteX2" fmla="*/ 543846 w 9806427"/>
              <a:gd name="connsiteY2" fmla="*/ 5251217 h 12126752"/>
              <a:gd name="connsiteX3" fmla="*/ 1586689 w 9806427"/>
              <a:gd name="connsiteY3" fmla="*/ 1999091 h 12126752"/>
              <a:gd name="connsiteX4" fmla="*/ 4445368 w 9806427"/>
              <a:gd name="connsiteY4" fmla="*/ 81983 h 12126752"/>
              <a:gd name="connsiteX5" fmla="*/ 7521815 w 9806427"/>
              <a:gd name="connsiteY5" fmla="*/ 1003774 h 12126752"/>
              <a:gd name="connsiteX6" fmla="*/ 8235469 w 9806427"/>
              <a:gd name="connsiteY6" fmla="*/ 4475255 h 12126752"/>
              <a:gd name="connsiteX7" fmla="*/ 9280089 w 9806427"/>
              <a:gd name="connsiteY7" fmla="*/ 6829838 h 12126752"/>
              <a:gd name="connsiteX8" fmla="*/ 9760575 w 9806427"/>
              <a:gd name="connsiteY8" fmla="*/ 9689785 h 12126752"/>
              <a:gd name="connsiteX9" fmla="*/ 8139486 w 9806427"/>
              <a:gd name="connsiteY9" fmla="*/ 12097161 h 12126752"/>
              <a:gd name="connsiteX10" fmla="*/ 5000269 w 9806427"/>
              <a:gd name="connsiteY10" fmla="*/ 11120830 h 12126752"/>
              <a:gd name="connsiteX11" fmla="*/ 2056735 w 9806427"/>
              <a:gd name="connsiteY11" fmla="*/ 10306958 h 12126752"/>
              <a:gd name="connsiteX12" fmla="*/ 1775738 w 9806427"/>
              <a:gd name="connsiteY12" fmla="*/ 10213212 h 1212675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10082 w 9806427"/>
              <a:gd name="connsiteY0" fmla="*/ 8327921 h 12319912"/>
              <a:gd name="connsiteX1" fmla="*/ 543846 w 9806427"/>
              <a:gd name="connsiteY1" fmla="*/ 5251217 h 12319912"/>
              <a:gd name="connsiteX2" fmla="*/ 1586689 w 9806427"/>
              <a:gd name="connsiteY2" fmla="*/ 1999091 h 12319912"/>
              <a:gd name="connsiteX3" fmla="*/ 4445368 w 9806427"/>
              <a:gd name="connsiteY3" fmla="*/ 81983 h 12319912"/>
              <a:gd name="connsiteX4" fmla="*/ 7521815 w 9806427"/>
              <a:gd name="connsiteY4" fmla="*/ 1003774 h 12319912"/>
              <a:gd name="connsiteX5" fmla="*/ 8235469 w 9806427"/>
              <a:gd name="connsiteY5" fmla="*/ 4475255 h 12319912"/>
              <a:gd name="connsiteX6" fmla="*/ 9280089 w 9806427"/>
              <a:gd name="connsiteY6" fmla="*/ 6829838 h 12319912"/>
              <a:gd name="connsiteX7" fmla="*/ 9760575 w 9806427"/>
              <a:gd name="connsiteY7" fmla="*/ 9689785 h 12319912"/>
              <a:gd name="connsiteX8" fmla="*/ 8139486 w 9806427"/>
              <a:gd name="connsiteY8" fmla="*/ 12097161 h 12319912"/>
              <a:gd name="connsiteX9" fmla="*/ 7566938 w 9806427"/>
              <a:gd name="connsiteY9" fmla="*/ 12102972 h 12319912"/>
              <a:gd name="connsiteX10" fmla="*/ 5000269 w 9806427"/>
              <a:gd name="connsiteY10" fmla="*/ 11120830 h 12319912"/>
              <a:gd name="connsiteX11" fmla="*/ 2056735 w 9806427"/>
              <a:gd name="connsiteY11" fmla="*/ 10306958 h 12319912"/>
              <a:gd name="connsiteX12" fmla="*/ 1775738 w 9806427"/>
              <a:gd name="connsiteY12" fmla="*/ 10213212 h 12319912"/>
              <a:gd name="connsiteX0" fmla="*/ 0 w 9262581"/>
              <a:gd name="connsiteY0" fmla="*/ 5251217 h 12319912"/>
              <a:gd name="connsiteX1" fmla="*/ 1042843 w 9262581"/>
              <a:gd name="connsiteY1" fmla="*/ 1999091 h 12319912"/>
              <a:gd name="connsiteX2" fmla="*/ 3901522 w 9262581"/>
              <a:gd name="connsiteY2" fmla="*/ 81983 h 12319912"/>
              <a:gd name="connsiteX3" fmla="*/ 6977969 w 9262581"/>
              <a:gd name="connsiteY3" fmla="*/ 1003774 h 12319912"/>
              <a:gd name="connsiteX4" fmla="*/ 7691623 w 9262581"/>
              <a:gd name="connsiteY4" fmla="*/ 4475255 h 12319912"/>
              <a:gd name="connsiteX5" fmla="*/ 8736243 w 9262581"/>
              <a:gd name="connsiteY5" fmla="*/ 6829838 h 12319912"/>
              <a:gd name="connsiteX6" fmla="*/ 9216729 w 9262581"/>
              <a:gd name="connsiteY6" fmla="*/ 9689785 h 12319912"/>
              <a:gd name="connsiteX7" fmla="*/ 7595640 w 9262581"/>
              <a:gd name="connsiteY7" fmla="*/ 12097161 h 12319912"/>
              <a:gd name="connsiteX8" fmla="*/ 7023092 w 9262581"/>
              <a:gd name="connsiteY8" fmla="*/ 12102972 h 12319912"/>
              <a:gd name="connsiteX9" fmla="*/ 4456423 w 9262581"/>
              <a:gd name="connsiteY9" fmla="*/ 11120830 h 12319912"/>
              <a:gd name="connsiteX10" fmla="*/ 1512889 w 9262581"/>
              <a:gd name="connsiteY10" fmla="*/ 10306958 h 12319912"/>
              <a:gd name="connsiteX11" fmla="*/ 1231892 w 9262581"/>
              <a:gd name="connsiteY11" fmla="*/ 10213212 h 12319912"/>
              <a:gd name="connsiteX0" fmla="*/ 0 w 8219738"/>
              <a:gd name="connsiteY0" fmla="*/ 1999091 h 12319912"/>
              <a:gd name="connsiteX1" fmla="*/ 2858679 w 8219738"/>
              <a:gd name="connsiteY1" fmla="*/ 81983 h 12319912"/>
              <a:gd name="connsiteX2" fmla="*/ 5935126 w 8219738"/>
              <a:gd name="connsiteY2" fmla="*/ 1003774 h 12319912"/>
              <a:gd name="connsiteX3" fmla="*/ 6648780 w 8219738"/>
              <a:gd name="connsiteY3" fmla="*/ 4475255 h 12319912"/>
              <a:gd name="connsiteX4" fmla="*/ 7693400 w 8219738"/>
              <a:gd name="connsiteY4" fmla="*/ 6829838 h 12319912"/>
              <a:gd name="connsiteX5" fmla="*/ 8173886 w 8219738"/>
              <a:gd name="connsiteY5" fmla="*/ 9689785 h 12319912"/>
              <a:gd name="connsiteX6" fmla="*/ 6552797 w 8219738"/>
              <a:gd name="connsiteY6" fmla="*/ 12097161 h 12319912"/>
              <a:gd name="connsiteX7" fmla="*/ 5980249 w 8219738"/>
              <a:gd name="connsiteY7" fmla="*/ 12102972 h 12319912"/>
              <a:gd name="connsiteX8" fmla="*/ 3413580 w 8219738"/>
              <a:gd name="connsiteY8" fmla="*/ 11120830 h 12319912"/>
              <a:gd name="connsiteX9" fmla="*/ 470046 w 8219738"/>
              <a:gd name="connsiteY9" fmla="*/ 10306958 h 12319912"/>
              <a:gd name="connsiteX10" fmla="*/ 189049 w 8219738"/>
              <a:gd name="connsiteY10" fmla="*/ 10213212 h 12319912"/>
              <a:gd name="connsiteX0" fmla="*/ 2773950 w 8135009"/>
              <a:gd name="connsiteY0" fmla="*/ 81983 h 12319912"/>
              <a:gd name="connsiteX1" fmla="*/ 5850397 w 8135009"/>
              <a:gd name="connsiteY1" fmla="*/ 1003774 h 12319912"/>
              <a:gd name="connsiteX2" fmla="*/ 6564051 w 8135009"/>
              <a:gd name="connsiteY2" fmla="*/ 4475255 h 12319912"/>
              <a:gd name="connsiteX3" fmla="*/ 7608671 w 8135009"/>
              <a:gd name="connsiteY3" fmla="*/ 6829838 h 12319912"/>
              <a:gd name="connsiteX4" fmla="*/ 8089157 w 8135009"/>
              <a:gd name="connsiteY4" fmla="*/ 9689785 h 12319912"/>
              <a:gd name="connsiteX5" fmla="*/ 6468068 w 8135009"/>
              <a:gd name="connsiteY5" fmla="*/ 12097161 h 12319912"/>
              <a:gd name="connsiteX6" fmla="*/ 5895520 w 8135009"/>
              <a:gd name="connsiteY6" fmla="*/ 12102972 h 12319912"/>
              <a:gd name="connsiteX7" fmla="*/ 3328851 w 8135009"/>
              <a:gd name="connsiteY7" fmla="*/ 11120830 h 12319912"/>
              <a:gd name="connsiteX8" fmla="*/ 385317 w 8135009"/>
              <a:gd name="connsiteY8" fmla="*/ 10306958 h 12319912"/>
              <a:gd name="connsiteX9" fmla="*/ 104320 w 8135009"/>
              <a:gd name="connsiteY9" fmla="*/ 10213212 h 12319912"/>
              <a:gd name="connsiteX0" fmla="*/ 2773950 w 8135323"/>
              <a:gd name="connsiteY0" fmla="*/ 81983 h 12319912"/>
              <a:gd name="connsiteX1" fmla="*/ 5850397 w 8135323"/>
              <a:gd name="connsiteY1" fmla="*/ 1003774 h 12319912"/>
              <a:gd name="connsiteX2" fmla="*/ 7608671 w 8135323"/>
              <a:gd name="connsiteY2" fmla="*/ 6829838 h 12319912"/>
              <a:gd name="connsiteX3" fmla="*/ 8089157 w 8135323"/>
              <a:gd name="connsiteY3" fmla="*/ 9689785 h 12319912"/>
              <a:gd name="connsiteX4" fmla="*/ 6468068 w 8135323"/>
              <a:gd name="connsiteY4" fmla="*/ 12097161 h 12319912"/>
              <a:gd name="connsiteX5" fmla="*/ 5895520 w 8135323"/>
              <a:gd name="connsiteY5" fmla="*/ 12102972 h 12319912"/>
              <a:gd name="connsiteX6" fmla="*/ 3328851 w 8135323"/>
              <a:gd name="connsiteY6" fmla="*/ 11120830 h 12319912"/>
              <a:gd name="connsiteX7" fmla="*/ 385317 w 8135323"/>
              <a:gd name="connsiteY7" fmla="*/ 10306958 h 12319912"/>
              <a:gd name="connsiteX8" fmla="*/ 104320 w 8135323"/>
              <a:gd name="connsiteY8" fmla="*/ 10213212 h 12319912"/>
              <a:gd name="connsiteX0" fmla="*/ 2773950 w 8089157"/>
              <a:gd name="connsiteY0" fmla="*/ 81983 h 12319912"/>
              <a:gd name="connsiteX1" fmla="*/ 5850397 w 8089157"/>
              <a:gd name="connsiteY1" fmla="*/ 1003774 h 12319912"/>
              <a:gd name="connsiteX2" fmla="*/ 8089157 w 8089157"/>
              <a:gd name="connsiteY2" fmla="*/ 9689785 h 12319912"/>
              <a:gd name="connsiteX3" fmla="*/ 6468068 w 8089157"/>
              <a:gd name="connsiteY3" fmla="*/ 12097161 h 12319912"/>
              <a:gd name="connsiteX4" fmla="*/ 5895520 w 8089157"/>
              <a:gd name="connsiteY4" fmla="*/ 12102972 h 12319912"/>
              <a:gd name="connsiteX5" fmla="*/ 3328851 w 8089157"/>
              <a:gd name="connsiteY5" fmla="*/ 11120830 h 12319912"/>
              <a:gd name="connsiteX6" fmla="*/ 385317 w 8089157"/>
              <a:gd name="connsiteY6" fmla="*/ 10306958 h 12319912"/>
              <a:gd name="connsiteX7" fmla="*/ 104320 w 8089157"/>
              <a:gd name="connsiteY7" fmla="*/ 10213212 h 12319912"/>
              <a:gd name="connsiteX0" fmla="*/ 5850397 w 8089157"/>
              <a:gd name="connsiteY0" fmla="*/ 0 h 11316138"/>
              <a:gd name="connsiteX1" fmla="*/ 8089157 w 8089157"/>
              <a:gd name="connsiteY1" fmla="*/ 8686011 h 11316138"/>
              <a:gd name="connsiteX2" fmla="*/ 6468068 w 8089157"/>
              <a:gd name="connsiteY2" fmla="*/ 11093387 h 11316138"/>
              <a:gd name="connsiteX3" fmla="*/ 5895520 w 8089157"/>
              <a:gd name="connsiteY3" fmla="*/ 11099198 h 11316138"/>
              <a:gd name="connsiteX4" fmla="*/ 3328851 w 8089157"/>
              <a:gd name="connsiteY4" fmla="*/ 10117056 h 11316138"/>
              <a:gd name="connsiteX5" fmla="*/ 385317 w 8089157"/>
              <a:gd name="connsiteY5" fmla="*/ 9303184 h 11316138"/>
              <a:gd name="connsiteX6" fmla="*/ 104320 w 8089157"/>
              <a:gd name="connsiteY6" fmla="*/ 9209438 h 11316138"/>
              <a:gd name="connsiteX0" fmla="*/ 8089157 w 8089157"/>
              <a:gd name="connsiteY0" fmla="*/ 0 h 2630127"/>
              <a:gd name="connsiteX1" fmla="*/ 6468068 w 8089157"/>
              <a:gd name="connsiteY1" fmla="*/ 2407376 h 2630127"/>
              <a:gd name="connsiteX2" fmla="*/ 5895520 w 8089157"/>
              <a:gd name="connsiteY2" fmla="*/ 2413187 h 2630127"/>
              <a:gd name="connsiteX3" fmla="*/ 3328851 w 8089157"/>
              <a:gd name="connsiteY3" fmla="*/ 1431045 h 2630127"/>
              <a:gd name="connsiteX4" fmla="*/ 385317 w 8089157"/>
              <a:gd name="connsiteY4" fmla="*/ 617173 h 2630127"/>
              <a:gd name="connsiteX5" fmla="*/ 104320 w 8089157"/>
              <a:gd name="connsiteY5" fmla="*/ 523427 h 2630127"/>
              <a:gd name="connsiteX0" fmla="*/ 6468068 w 6468068"/>
              <a:gd name="connsiteY0" fmla="*/ 1945261 h 2168012"/>
              <a:gd name="connsiteX1" fmla="*/ 5895520 w 6468068"/>
              <a:gd name="connsiteY1" fmla="*/ 1951072 h 2168012"/>
              <a:gd name="connsiteX2" fmla="*/ 3328851 w 6468068"/>
              <a:gd name="connsiteY2" fmla="*/ 968930 h 2168012"/>
              <a:gd name="connsiteX3" fmla="*/ 385317 w 6468068"/>
              <a:gd name="connsiteY3" fmla="*/ 155058 h 2168012"/>
              <a:gd name="connsiteX4" fmla="*/ 104320 w 6468068"/>
              <a:gd name="connsiteY4" fmla="*/ 61312 h 2168012"/>
              <a:gd name="connsiteX0" fmla="*/ 5895520 w 5895520"/>
              <a:gd name="connsiteY0" fmla="*/ 1951072 h 1951072"/>
              <a:gd name="connsiteX1" fmla="*/ 3328851 w 5895520"/>
              <a:gd name="connsiteY1" fmla="*/ 968930 h 1951072"/>
              <a:gd name="connsiteX2" fmla="*/ 385317 w 5895520"/>
              <a:gd name="connsiteY2" fmla="*/ 155058 h 1951072"/>
              <a:gd name="connsiteX3" fmla="*/ 104320 w 5895520"/>
              <a:gd name="connsiteY3" fmla="*/ 61312 h 195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5520" h="1951072">
                <a:moveTo>
                  <a:pt x="5895520" y="1951072"/>
                </a:moveTo>
                <a:cubicBezTo>
                  <a:pt x="5138637" y="1828990"/>
                  <a:pt x="4247218" y="1268266"/>
                  <a:pt x="3328851" y="968930"/>
                </a:cubicBezTo>
                <a:cubicBezTo>
                  <a:pt x="2260922" y="568539"/>
                  <a:pt x="1310983" y="530558"/>
                  <a:pt x="385317" y="155058"/>
                </a:cubicBezTo>
                <a:cubicBezTo>
                  <a:pt x="-167345" y="-11452"/>
                  <a:pt x="8549" y="-45729"/>
                  <a:pt x="104320" y="61312"/>
                </a:cubicBezTo>
              </a:path>
            </a:pathLst>
          </a:custGeom>
          <a:noFill/>
          <a:ln w="19110" cap="flat">
            <a:solidFill>
              <a:srgbClr val="6C1D5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E1DB3D8-9AE0-A93F-1CB2-11A243F896F9}"/>
              </a:ext>
            </a:extLst>
          </p:cNvPr>
          <p:cNvSpPr/>
          <p:nvPr userDrawn="1"/>
        </p:nvSpPr>
        <p:spPr>
          <a:xfrm>
            <a:off x="8539686" y="0"/>
            <a:ext cx="3652315" cy="1538876"/>
          </a:xfrm>
          <a:custGeom>
            <a:avLst/>
            <a:gdLst>
              <a:gd name="connsiteX0" fmla="*/ 0 w 3652315"/>
              <a:gd name="connsiteY0" fmla="*/ 0 h 1538876"/>
              <a:gd name="connsiteX1" fmla="*/ 3652315 w 3652315"/>
              <a:gd name="connsiteY1" fmla="*/ 0 h 1538876"/>
              <a:gd name="connsiteX2" fmla="*/ 3652315 w 3652315"/>
              <a:gd name="connsiteY2" fmla="*/ 1537398 h 1538876"/>
              <a:gd name="connsiteX3" fmla="*/ 3596909 w 3652315"/>
              <a:gd name="connsiteY3" fmla="*/ 1538876 h 1538876"/>
              <a:gd name="connsiteX4" fmla="*/ 2266115 w 3652315"/>
              <a:gd name="connsiteY4" fmla="*/ 1064401 h 1538876"/>
              <a:gd name="connsiteX5" fmla="*/ 864418 w 3652315"/>
              <a:gd name="connsiteY5" fmla="*/ 681134 h 1538876"/>
              <a:gd name="connsiteX6" fmla="*/ 23705 w 3652315"/>
              <a:gd name="connsiteY6" fmla="*/ 42529 h 15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315" h="1538876">
                <a:moveTo>
                  <a:pt x="0" y="0"/>
                </a:moveTo>
                <a:lnTo>
                  <a:pt x="3652315" y="0"/>
                </a:lnTo>
                <a:lnTo>
                  <a:pt x="3652315" y="1537398"/>
                </a:lnTo>
                <a:lnTo>
                  <a:pt x="3596909" y="1538876"/>
                </a:lnTo>
                <a:cubicBezTo>
                  <a:pt x="3199795" y="1528044"/>
                  <a:pt x="2711216" y="1229830"/>
                  <a:pt x="2266115" y="1064401"/>
                </a:cubicBezTo>
                <a:cubicBezTo>
                  <a:pt x="1757427" y="875333"/>
                  <a:pt x="1305335" y="858549"/>
                  <a:pt x="864418" y="681134"/>
                </a:cubicBezTo>
                <a:cubicBezTo>
                  <a:pt x="534562" y="547937"/>
                  <a:pt x="210299" y="324487"/>
                  <a:pt x="23705" y="4252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913EB00-D2E9-21B0-3E3E-92D27834CFA0}"/>
              </a:ext>
            </a:extLst>
          </p:cNvPr>
          <p:cNvSpPr/>
          <p:nvPr userDrawn="1"/>
        </p:nvSpPr>
        <p:spPr>
          <a:xfrm>
            <a:off x="6128485" y="5340478"/>
            <a:ext cx="6063515" cy="1517522"/>
          </a:xfrm>
          <a:custGeom>
            <a:avLst/>
            <a:gdLst>
              <a:gd name="connsiteX0" fmla="*/ 2791805 w 6063515"/>
              <a:gd name="connsiteY0" fmla="*/ 1179 h 1517522"/>
              <a:gd name="connsiteX1" fmla="*/ 5921767 w 6063515"/>
              <a:gd name="connsiteY1" fmla="*/ 743898 h 1517522"/>
              <a:gd name="connsiteX2" fmla="*/ 6063515 w 6063515"/>
              <a:gd name="connsiteY2" fmla="*/ 814265 h 1517522"/>
              <a:gd name="connsiteX3" fmla="*/ 6063515 w 6063515"/>
              <a:gd name="connsiteY3" fmla="*/ 1517522 h 1517522"/>
              <a:gd name="connsiteX4" fmla="*/ 0 w 6063515"/>
              <a:gd name="connsiteY4" fmla="*/ 1517522 h 1517522"/>
              <a:gd name="connsiteX5" fmla="*/ 186263 w 6063515"/>
              <a:gd name="connsiteY5" fmla="*/ 1335076 h 1517522"/>
              <a:gd name="connsiteX6" fmla="*/ 2063296 w 6063515"/>
              <a:gd name="connsiteY6" fmla="*/ 98044 h 1517522"/>
              <a:gd name="connsiteX7" fmla="*/ 2791805 w 6063515"/>
              <a:gd name="connsiteY7" fmla="*/ 1179 h 151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515" h="1517522">
                <a:moveTo>
                  <a:pt x="2791805" y="1179"/>
                </a:moveTo>
                <a:cubicBezTo>
                  <a:pt x="3678329" y="-19512"/>
                  <a:pt x="4843583" y="232300"/>
                  <a:pt x="5921767" y="743898"/>
                </a:cubicBezTo>
                <a:lnTo>
                  <a:pt x="6063515" y="814265"/>
                </a:lnTo>
                <a:lnTo>
                  <a:pt x="6063515" y="1517522"/>
                </a:lnTo>
                <a:lnTo>
                  <a:pt x="0" y="1517522"/>
                </a:lnTo>
                <a:lnTo>
                  <a:pt x="186263" y="1335076"/>
                </a:lnTo>
                <a:cubicBezTo>
                  <a:pt x="702354" y="824474"/>
                  <a:pt x="1225941" y="331388"/>
                  <a:pt x="2063296" y="98044"/>
                </a:cubicBezTo>
                <a:cubicBezTo>
                  <a:pt x="2272640" y="39710"/>
                  <a:pt x="2519028" y="7545"/>
                  <a:pt x="2791805" y="11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BD63F1-7387-8016-1A7E-B60E66B40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35242"/>
            <a:ext cx="5540400" cy="79809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6DC2B1A-1B13-5F1D-A951-E71FF2869A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23948"/>
            <a:ext cx="5540400" cy="2689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Chapter number</a:t>
            </a:r>
          </a:p>
        </p:txBody>
      </p:sp>
    </p:spTree>
    <p:extLst>
      <p:ext uri="{BB962C8B-B14F-4D97-AF65-F5344CB8AC3E}">
        <p14:creationId xmlns:p14="http://schemas.microsoft.com/office/powerpoint/2010/main" val="41503409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35242"/>
            <a:ext cx="5540400" cy="7980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23948"/>
            <a:ext cx="5540400" cy="2689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Chapter number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6999517">
            <a:off x="852903" y="1204759"/>
            <a:ext cx="4758926" cy="5118997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accent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433" y="1222310"/>
            <a:ext cx="4651685" cy="4765704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1FEEDD8-28AA-BE3E-02E2-170FFB40470C}"/>
              </a:ext>
            </a:extLst>
          </p:cNvPr>
          <p:cNvSpPr/>
          <p:nvPr userDrawn="1"/>
        </p:nvSpPr>
        <p:spPr>
          <a:xfrm>
            <a:off x="6296481" y="-351"/>
            <a:ext cx="5895520" cy="1951072"/>
          </a:xfrm>
          <a:custGeom>
            <a:avLst/>
            <a:gdLst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58756 w 9855101"/>
              <a:gd name="connsiteY7" fmla="*/ 8327921 h 12126752"/>
              <a:gd name="connsiteX8" fmla="*/ 592520 w 9855101"/>
              <a:gd name="connsiteY8" fmla="*/ 5251217 h 12126752"/>
              <a:gd name="connsiteX9" fmla="*/ 1635363 w 9855101"/>
              <a:gd name="connsiteY9" fmla="*/ 1999091 h 12126752"/>
              <a:gd name="connsiteX10" fmla="*/ 4494042 w 9855101"/>
              <a:gd name="connsiteY10" fmla="*/ 81983 h 12126752"/>
              <a:gd name="connsiteX11" fmla="*/ 7570489 w 9855101"/>
              <a:gd name="connsiteY11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1732972 w 9855101"/>
              <a:gd name="connsiteY0" fmla="*/ 10121772 h 12126752"/>
              <a:gd name="connsiteX1" fmla="*/ 58756 w 9855101"/>
              <a:gd name="connsiteY1" fmla="*/ 8327921 h 12126752"/>
              <a:gd name="connsiteX2" fmla="*/ 592520 w 9855101"/>
              <a:gd name="connsiteY2" fmla="*/ 5251217 h 12126752"/>
              <a:gd name="connsiteX3" fmla="*/ 1635363 w 9855101"/>
              <a:gd name="connsiteY3" fmla="*/ 1999091 h 12126752"/>
              <a:gd name="connsiteX4" fmla="*/ 4494042 w 9855101"/>
              <a:gd name="connsiteY4" fmla="*/ 81983 h 12126752"/>
              <a:gd name="connsiteX5" fmla="*/ 7570489 w 9855101"/>
              <a:gd name="connsiteY5" fmla="*/ 1003774 h 12126752"/>
              <a:gd name="connsiteX6" fmla="*/ 8284143 w 9855101"/>
              <a:gd name="connsiteY6" fmla="*/ 4475255 h 12126752"/>
              <a:gd name="connsiteX7" fmla="*/ 9328763 w 9855101"/>
              <a:gd name="connsiteY7" fmla="*/ 6829838 h 12126752"/>
              <a:gd name="connsiteX8" fmla="*/ 9809249 w 9855101"/>
              <a:gd name="connsiteY8" fmla="*/ 9689785 h 12126752"/>
              <a:gd name="connsiteX9" fmla="*/ 8188160 w 9855101"/>
              <a:gd name="connsiteY9" fmla="*/ 12097161 h 12126752"/>
              <a:gd name="connsiteX10" fmla="*/ 5048943 w 9855101"/>
              <a:gd name="connsiteY10" fmla="*/ 11120830 h 12126752"/>
              <a:gd name="connsiteX11" fmla="*/ 2105409 w 9855101"/>
              <a:gd name="connsiteY11" fmla="*/ 10306958 h 12126752"/>
              <a:gd name="connsiteX12" fmla="*/ 1824412 w 9855101"/>
              <a:gd name="connsiteY12" fmla="*/ 10213212 h 12126752"/>
              <a:gd name="connsiteX0" fmla="*/ 962938 w 9806427"/>
              <a:gd name="connsiteY0" fmla="*/ 10203052 h 12126752"/>
              <a:gd name="connsiteX1" fmla="*/ 10082 w 9806427"/>
              <a:gd name="connsiteY1" fmla="*/ 8327921 h 12126752"/>
              <a:gd name="connsiteX2" fmla="*/ 543846 w 9806427"/>
              <a:gd name="connsiteY2" fmla="*/ 5251217 h 12126752"/>
              <a:gd name="connsiteX3" fmla="*/ 1586689 w 9806427"/>
              <a:gd name="connsiteY3" fmla="*/ 1999091 h 12126752"/>
              <a:gd name="connsiteX4" fmla="*/ 4445368 w 9806427"/>
              <a:gd name="connsiteY4" fmla="*/ 81983 h 12126752"/>
              <a:gd name="connsiteX5" fmla="*/ 7521815 w 9806427"/>
              <a:gd name="connsiteY5" fmla="*/ 1003774 h 12126752"/>
              <a:gd name="connsiteX6" fmla="*/ 8235469 w 9806427"/>
              <a:gd name="connsiteY6" fmla="*/ 4475255 h 12126752"/>
              <a:gd name="connsiteX7" fmla="*/ 9280089 w 9806427"/>
              <a:gd name="connsiteY7" fmla="*/ 6829838 h 12126752"/>
              <a:gd name="connsiteX8" fmla="*/ 9760575 w 9806427"/>
              <a:gd name="connsiteY8" fmla="*/ 9689785 h 12126752"/>
              <a:gd name="connsiteX9" fmla="*/ 8139486 w 9806427"/>
              <a:gd name="connsiteY9" fmla="*/ 12097161 h 12126752"/>
              <a:gd name="connsiteX10" fmla="*/ 5000269 w 9806427"/>
              <a:gd name="connsiteY10" fmla="*/ 11120830 h 12126752"/>
              <a:gd name="connsiteX11" fmla="*/ 2056735 w 9806427"/>
              <a:gd name="connsiteY11" fmla="*/ 10306958 h 12126752"/>
              <a:gd name="connsiteX12" fmla="*/ 1775738 w 9806427"/>
              <a:gd name="connsiteY12" fmla="*/ 10213212 h 1212675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10082 w 9806427"/>
              <a:gd name="connsiteY0" fmla="*/ 8327921 h 12319912"/>
              <a:gd name="connsiteX1" fmla="*/ 543846 w 9806427"/>
              <a:gd name="connsiteY1" fmla="*/ 5251217 h 12319912"/>
              <a:gd name="connsiteX2" fmla="*/ 1586689 w 9806427"/>
              <a:gd name="connsiteY2" fmla="*/ 1999091 h 12319912"/>
              <a:gd name="connsiteX3" fmla="*/ 4445368 w 9806427"/>
              <a:gd name="connsiteY3" fmla="*/ 81983 h 12319912"/>
              <a:gd name="connsiteX4" fmla="*/ 7521815 w 9806427"/>
              <a:gd name="connsiteY4" fmla="*/ 1003774 h 12319912"/>
              <a:gd name="connsiteX5" fmla="*/ 8235469 w 9806427"/>
              <a:gd name="connsiteY5" fmla="*/ 4475255 h 12319912"/>
              <a:gd name="connsiteX6" fmla="*/ 9280089 w 9806427"/>
              <a:gd name="connsiteY6" fmla="*/ 6829838 h 12319912"/>
              <a:gd name="connsiteX7" fmla="*/ 9760575 w 9806427"/>
              <a:gd name="connsiteY7" fmla="*/ 9689785 h 12319912"/>
              <a:gd name="connsiteX8" fmla="*/ 8139486 w 9806427"/>
              <a:gd name="connsiteY8" fmla="*/ 12097161 h 12319912"/>
              <a:gd name="connsiteX9" fmla="*/ 7566938 w 9806427"/>
              <a:gd name="connsiteY9" fmla="*/ 12102972 h 12319912"/>
              <a:gd name="connsiteX10" fmla="*/ 5000269 w 9806427"/>
              <a:gd name="connsiteY10" fmla="*/ 11120830 h 12319912"/>
              <a:gd name="connsiteX11" fmla="*/ 2056735 w 9806427"/>
              <a:gd name="connsiteY11" fmla="*/ 10306958 h 12319912"/>
              <a:gd name="connsiteX12" fmla="*/ 1775738 w 9806427"/>
              <a:gd name="connsiteY12" fmla="*/ 10213212 h 12319912"/>
              <a:gd name="connsiteX0" fmla="*/ 0 w 9262581"/>
              <a:gd name="connsiteY0" fmla="*/ 5251217 h 12319912"/>
              <a:gd name="connsiteX1" fmla="*/ 1042843 w 9262581"/>
              <a:gd name="connsiteY1" fmla="*/ 1999091 h 12319912"/>
              <a:gd name="connsiteX2" fmla="*/ 3901522 w 9262581"/>
              <a:gd name="connsiteY2" fmla="*/ 81983 h 12319912"/>
              <a:gd name="connsiteX3" fmla="*/ 6977969 w 9262581"/>
              <a:gd name="connsiteY3" fmla="*/ 1003774 h 12319912"/>
              <a:gd name="connsiteX4" fmla="*/ 7691623 w 9262581"/>
              <a:gd name="connsiteY4" fmla="*/ 4475255 h 12319912"/>
              <a:gd name="connsiteX5" fmla="*/ 8736243 w 9262581"/>
              <a:gd name="connsiteY5" fmla="*/ 6829838 h 12319912"/>
              <a:gd name="connsiteX6" fmla="*/ 9216729 w 9262581"/>
              <a:gd name="connsiteY6" fmla="*/ 9689785 h 12319912"/>
              <a:gd name="connsiteX7" fmla="*/ 7595640 w 9262581"/>
              <a:gd name="connsiteY7" fmla="*/ 12097161 h 12319912"/>
              <a:gd name="connsiteX8" fmla="*/ 7023092 w 9262581"/>
              <a:gd name="connsiteY8" fmla="*/ 12102972 h 12319912"/>
              <a:gd name="connsiteX9" fmla="*/ 4456423 w 9262581"/>
              <a:gd name="connsiteY9" fmla="*/ 11120830 h 12319912"/>
              <a:gd name="connsiteX10" fmla="*/ 1512889 w 9262581"/>
              <a:gd name="connsiteY10" fmla="*/ 10306958 h 12319912"/>
              <a:gd name="connsiteX11" fmla="*/ 1231892 w 9262581"/>
              <a:gd name="connsiteY11" fmla="*/ 10213212 h 12319912"/>
              <a:gd name="connsiteX0" fmla="*/ 0 w 8219738"/>
              <a:gd name="connsiteY0" fmla="*/ 1999091 h 12319912"/>
              <a:gd name="connsiteX1" fmla="*/ 2858679 w 8219738"/>
              <a:gd name="connsiteY1" fmla="*/ 81983 h 12319912"/>
              <a:gd name="connsiteX2" fmla="*/ 5935126 w 8219738"/>
              <a:gd name="connsiteY2" fmla="*/ 1003774 h 12319912"/>
              <a:gd name="connsiteX3" fmla="*/ 6648780 w 8219738"/>
              <a:gd name="connsiteY3" fmla="*/ 4475255 h 12319912"/>
              <a:gd name="connsiteX4" fmla="*/ 7693400 w 8219738"/>
              <a:gd name="connsiteY4" fmla="*/ 6829838 h 12319912"/>
              <a:gd name="connsiteX5" fmla="*/ 8173886 w 8219738"/>
              <a:gd name="connsiteY5" fmla="*/ 9689785 h 12319912"/>
              <a:gd name="connsiteX6" fmla="*/ 6552797 w 8219738"/>
              <a:gd name="connsiteY6" fmla="*/ 12097161 h 12319912"/>
              <a:gd name="connsiteX7" fmla="*/ 5980249 w 8219738"/>
              <a:gd name="connsiteY7" fmla="*/ 12102972 h 12319912"/>
              <a:gd name="connsiteX8" fmla="*/ 3413580 w 8219738"/>
              <a:gd name="connsiteY8" fmla="*/ 11120830 h 12319912"/>
              <a:gd name="connsiteX9" fmla="*/ 470046 w 8219738"/>
              <a:gd name="connsiteY9" fmla="*/ 10306958 h 12319912"/>
              <a:gd name="connsiteX10" fmla="*/ 189049 w 8219738"/>
              <a:gd name="connsiteY10" fmla="*/ 10213212 h 12319912"/>
              <a:gd name="connsiteX0" fmla="*/ 2773950 w 8135009"/>
              <a:gd name="connsiteY0" fmla="*/ 81983 h 12319912"/>
              <a:gd name="connsiteX1" fmla="*/ 5850397 w 8135009"/>
              <a:gd name="connsiteY1" fmla="*/ 1003774 h 12319912"/>
              <a:gd name="connsiteX2" fmla="*/ 6564051 w 8135009"/>
              <a:gd name="connsiteY2" fmla="*/ 4475255 h 12319912"/>
              <a:gd name="connsiteX3" fmla="*/ 7608671 w 8135009"/>
              <a:gd name="connsiteY3" fmla="*/ 6829838 h 12319912"/>
              <a:gd name="connsiteX4" fmla="*/ 8089157 w 8135009"/>
              <a:gd name="connsiteY4" fmla="*/ 9689785 h 12319912"/>
              <a:gd name="connsiteX5" fmla="*/ 6468068 w 8135009"/>
              <a:gd name="connsiteY5" fmla="*/ 12097161 h 12319912"/>
              <a:gd name="connsiteX6" fmla="*/ 5895520 w 8135009"/>
              <a:gd name="connsiteY6" fmla="*/ 12102972 h 12319912"/>
              <a:gd name="connsiteX7" fmla="*/ 3328851 w 8135009"/>
              <a:gd name="connsiteY7" fmla="*/ 11120830 h 12319912"/>
              <a:gd name="connsiteX8" fmla="*/ 385317 w 8135009"/>
              <a:gd name="connsiteY8" fmla="*/ 10306958 h 12319912"/>
              <a:gd name="connsiteX9" fmla="*/ 104320 w 8135009"/>
              <a:gd name="connsiteY9" fmla="*/ 10213212 h 12319912"/>
              <a:gd name="connsiteX0" fmla="*/ 2773950 w 8135323"/>
              <a:gd name="connsiteY0" fmla="*/ 81983 h 12319912"/>
              <a:gd name="connsiteX1" fmla="*/ 5850397 w 8135323"/>
              <a:gd name="connsiteY1" fmla="*/ 1003774 h 12319912"/>
              <a:gd name="connsiteX2" fmla="*/ 7608671 w 8135323"/>
              <a:gd name="connsiteY2" fmla="*/ 6829838 h 12319912"/>
              <a:gd name="connsiteX3" fmla="*/ 8089157 w 8135323"/>
              <a:gd name="connsiteY3" fmla="*/ 9689785 h 12319912"/>
              <a:gd name="connsiteX4" fmla="*/ 6468068 w 8135323"/>
              <a:gd name="connsiteY4" fmla="*/ 12097161 h 12319912"/>
              <a:gd name="connsiteX5" fmla="*/ 5895520 w 8135323"/>
              <a:gd name="connsiteY5" fmla="*/ 12102972 h 12319912"/>
              <a:gd name="connsiteX6" fmla="*/ 3328851 w 8135323"/>
              <a:gd name="connsiteY6" fmla="*/ 11120830 h 12319912"/>
              <a:gd name="connsiteX7" fmla="*/ 385317 w 8135323"/>
              <a:gd name="connsiteY7" fmla="*/ 10306958 h 12319912"/>
              <a:gd name="connsiteX8" fmla="*/ 104320 w 8135323"/>
              <a:gd name="connsiteY8" fmla="*/ 10213212 h 12319912"/>
              <a:gd name="connsiteX0" fmla="*/ 2773950 w 8089157"/>
              <a:gd name="connsiteY0" fmla="*/ 81983 h 12319912"/>
              <a:gd name="connsiteX1" fmla="*/ 5850397 w 8089157"/>
              <a:gd name="connsiteY1" fmla="*/ 1003774 h 12319912"/>
              <a:gd name="connsiteX2" fmla="*/ 8089157 w 8089157"/>
              <a:gd name="connsiteY2" fmla="*/ 9689785 h 12319912"/>
              <a:gd name="connsiteX3" fmla="*/ 6468068 w 8089157"/>
              <a:gd name="connsiteY3" fmla="*/ 12097161 h 12319912"/>
              <a:gd name="connsiteX4" fmla="*/ 5895520 w 8089157"/>
              <a:gd name="connsiteY4" fmla="*/ 12102972 h 12319912"/>
              <a:gd name="connsiteX5" fmla="*/ 3328851 w 8089157"/>
              <a:gd name="connsiteY5" fmla="*/ 11120830 h 12319912"/>
              <a:gd name="connsiteX6" fmla="*/ 385317 w 8089157"/>
              <a:gd name="connsiteY6" fmla="*/ 10306958 h 12319912"/>
              <a:gd name="connsiteX7" fmla="*/ 104320 w 8089157"/>
              <a:gd name="connsiteY7" fmla="*/ 10213212 h 12319912"/>
              <a:gd name="connsiteX0" fmla="*/ 5850397 w 8089157"/>
              <a:gd name="connsiteY0" fmla="*/ 0 h 11316138"/>
              <a:gd name="connsiteX1" fmla="*/ 8089157 w 8089157"/>
              <a:gd name="connsiteY1" fmla="*/ 8686011 h 11316138"/>
              <a:gd name="connsiteX2" fmla="*/ 6468068 w 8089157"/>
              <a:gd name="connsiteY2" fmla="*/ 11093387 h 11316138"/>
              <a:gd name="connsiteX3" fmla="*/ 5895520 w 8089157"/>
              <a:gd name="connsiteY3" fmla="*/ 11099198 h 11316138"/>
              <a:gd name="connsiteX4" fmla="*/ 3328851 w 8089157"/>
              <a:gd name="connsiteY4" fmla="*/ 10117056 h 11316138"/>
              <a:gd name="connsiteX5" fmla="*/ 385317 w 8089157"/>
              <a:gd name="connsiteY5" fmla="*/ 9303184 h 11316138"/>
              <a:gd name="connsiteX6" fmla="*/ 104320 w 8089157"/>
              <a:gd name="connsiteY6" fmla="*/ 9209438 h 11316138"/>
              <a:gd name="connsiteX0" fmla="*/ 8089157 w 8089157"/>
              <a:gd name="connsiteY0" fmla="*/ 0 h 2630127"/>
              <a:gd name="connsiteX1" fmla="*/ 6468068 w 8089157"/>
              <a:gd name="connsiteY1" fmla="*/ 2407376 h 2630127"/>
              <a:gd name="connsiteX2" fmla="*/ 5895520 w 8089157"/>
              <a:gd name="connsiteY2" fmla="*/ 2413187 h 2630127"/>
              <a:gd name="connsiteX3" fmla="*/ 3328851 w 8089157"/>
              <a:gd name="connsiteY3" fmla="*/ 1431045 h 2630127"/>
              <a:gd name="connsiteX4" fmla="*/ 385317 w 8089157"/>
              <a:gd name="connsiteY4" fmla="*/ 617173 h 2630127"/>
              <a:gd name="connsiteX5" fmla="*/ 104320 w 8089157"/>
              <a:gd name="connsiteY5" fmla="*/ 523427 h 2630127"/>
              <a:gd name="connsiteX0" fmla="*/ 6468068 w 6468068"/>
              <a:gd name="connsiteY0" fmla="*/ 1945261 h 2168012"/>
              <a:gd name="connsiteX1" fmla="*/ 5895520 w 6468068"/>
              <a:gd name="connsiteY1" fmla="*/ 1951072 h 2168012"/>
              <a:gd name="connsiteX2" fmla="*/ 3328851 w 6468068"/>
              <a:gd name="connsiteY2" fmla="*/ 968930 h 2168012"/>
              <a:gd name="connsiteX3" fmla="*/ 385317 w 6468068"/>
              <a:gd name="connsiteY3" fmla="*/ 155058 h 2168012"/>
              <a:gd name="connsiteX4" fmla="*/ 104320 w 6468068"/>
              <a:gd name="connsiteY4" fmla="*/ 61312 h 2168012"/>
              <a:gd name="connsiteX0" fmla="*/ 5895520 w 5895520"/>
              <a:gd name="connsiteY0" fmla="*/ 1951072 h 1951072"/>
              <a:gd name="connsiteX1" fmla="*/ 3328851 w 5895520"/>
              <a:gd name="connsiteY1" fmla="*/ 968930 h 1951072"/>
              <a:gd name="connsiteX2" fmla="*/ 385317 w 5895520"/>
              <a:gd name="connsiteY2" fmla="*/ 155058 h 1951072"/>
              <a:gd name="connsiteX3" fmla="*/ 104320 w 5895520"/>
              <a:gd name="connsiteY3" fmla="*/ 61312 h 195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5520" h="1951072">
                <a:moveTo>
                  <a:pt x="5895520" y="1951072"/>
                </a:moveTo>
                <a:cubicBezTo>
                  <a:pt x="5138637" y="1828990"/>
                  <a:pt x="4247218" y="1268266"/>
                  <a:pt x="3328851" y="968930"/>
                </a:cubicBezTo>
                <a:cubicBezTo>
                  <a:pt x="2260922" y="568539"/>
                  <a:pt x="1310983" y="530558"/>
                  <a:pt x="385317" y="155058"/>
                </a:cubicBezTo>
                <a:cubicBezTo>
                  <a:pt x="-167345" y="-11452"/>
                  <a:pt x="8549" y="-45729"/>
                  <a:pt x="104320" y="61312"/>
                </a:cubicBezTo>
              </a:path>
            </a:pathLst>
          </a:custGeom>
          <a:noFill/>
          <a:ln w="1911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913EB00-D2E9-21B0-3E3E-92D27834CFA0}"/>
              </a:ext>
            </a:extLst>
          </p:cNvPr>
          <p:cNvSpPr/>
          <p:nvPr userDrawn="1"/>
        </p:nvSpPr>
        <p:spPr>
          <a:xfrm>
            <a:off x="6128485" y="5340478"/>
            <a:ext cx="6063515" cy="1517522"/>
          </a:xfrm>
          <a:custGeom>
            <a:avLst/>
            <a:gdLst>
              <a:gd name="connsiteX0" fmla="*/ 2791805 w 6063515"/>
              <a:gd name="connsiteY0" fmla="*/ 1179 h 1517522"/>
              <a:gd name="connsiteX1" fmla="*/ 5921767 w 6063515"/>
              <a:gd name="connsiteY1" fmla="*/ 743898 h 1517522"/>
              <a:gd name="connsiteX2" fmla="*/ 6063515 w 6063515"/>
              <a:gd name="connsiteY2" fmla="*/ 814265 h 1517522"/>
              <a:gd name="connsiteX3" fmla="*/ 6063515 w 6063515"/>
              <a:gd name="connsiteY3" fmla="*/ 1517522 h 1517522"/>
              <a:gd name="connsiteX4" fmla="*/ 0 w 6063515"/>
              <a:gd name="connsiteY4" fmla="*/ 1517522 h 1517522"/>
              <a:gd name="connsiteX5" fmla="*/ 186263 w 6063515"/>
              <a:gd name="connsiteY5" fmla="*/ 1335076 h 1517522"/>
              <a:gd name="connsiteX6" fmla="*/ 2063296 w 6063515"/>
              <a:gd name="connsiteY6" fmla="*/ 98044 h 1517522"/>
              <a:gd name="connsiteX7" fmla="*/ 2791805 w 6063515"/>
              <a:gd name="connsiteY7" fmla="*/ 1179 h 151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515" h="1517522">
                <a:moveTo>
                  <a:pt x="2791805" y="1179"/>
                </a:moveTo>
                <a:cubicBezTo>
                  <a:pt x="3678329" y="-19512"/>
                  <a:pt x="4843583" y="232300"/>
                  <a:pt x="5921767" y="743898"/>
                </a:cubicBezTo>
                <a:lnTo>
                  <a:pt x="6063515" y="814265"/>
                </a:lnTo>
                <a:lnTo>
                  <a:pt x="6063515" y="1517522"/>
                </a:lnTo>
                <a:lnTo>
                  <a:pt x="0" y="1517522"/>
                </a:lnTo>
                <a:lnTo>
                  <a:pt x="186263" y="1335076"/>
                </a:lnTo>
                <a:cubicBezTo>
                  <a:pt x="702354" y="824474"/>
                  <a:pt x="1225941" y="331388"/>
                  <a:pt x="2063296" y="98044"/>
                </a:cubicBezTo>
                <a:cubicBezTo>
                  <a:pt x="2272640" y="39710"/>
                  <a:pt x="2519028" y="7545"/>
                  <a:pt x="2791805" y="11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0C03FA6-F573-5B32-84D9-EA5B6229F780}"/>
              </a:ext>
            </a:extLst>
          </p:cNvPr>
          <p:cNvSpPr/>
          <p:nvPr userDrawn="1"/>
        </p:nvSpPr>
        <p:spPr>
          <a:xfrm>
            <a:off x="8539686" y="0"/>
            <a:ext cx="3652315" cy="1538876"/>
          </a:xfrm>
          <a:custGeom>
            <a:avLst/>
            <a:gdLst>
              <a:gd name="connsiteX0" fmla="*/ 0 w 3652315"/>
              <a:gd name="connsiteY0" fmla="*/ 0 h 1538876"/>
              <a:gd name="connsiteX1" fmla="*/ 3652315 w 3652315"/>
              <a:gd name="connsiteY1" fmla="*/ 0 h 1538876"/>
              <a:gd name="connsiteX2" fmla="*/ 3652315 w 3652315"/>
              <a:gd name="connsiteY2" fmla="*/ 1537398 h 1538876"/>
              <a:gd name="connsiteX3" fmla="*/ 3596909 w 3652315"/>
              <a:gd name="connsiteY3" fmla="*/ 1538876 h 1538876"/>
              <a:gd name="connsiteX4" fmla="*/ 2266115 w 3652315"/>
              <a:gd name="connsiteY4" fmla="*/ 1064401 h 1538876"/>
              <a:gd name="connsiteX5" fmla="*/ 864418 w 3652315"/>
              <a:gd name="connsiteY5" fmla="*/ 681134 h 1538876"/>
              <a:gd name="connsiteX6" fmla="*/ 23705 w 3652315"/>
              <a:gd name="connsiteY6" fmla="*/ 42529 h 15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315" h="1538876">
                <a:moveTo>
                  <a:pt x="0" y="0"/>
                </a:moveTo>
                <a:lnTo>
                  <a:pt x="3652315" y="0"/>
                </a:lnTo>
                <a:lnTo>
                  <a:pt x="3652315" y="1537398"/>
                </a:lnTo>
                <a:lnTo>
                  <a:pt x="3596909" y="1538876"/>
                </a:lnTo>
                <a:cubicBezTo>
                  <a:pt x="3199795" y="1528044"/>
                  <a:pt x="2711216" y="1229830"/>
                  <a:pt x="2266115" y="1064401"/>
                </a:cubicBezTo>
                <a:cubicBezTo>
                  <a:pt x="1757427" y="875333"/>
                  <a:pt x="1305335" y="858549"/>
                  <a:pt x="864418" y="681134"/>
                </a:cubicBezTo>
                <a:cubicBezTo>
                  <a:pt x="534562" y="547937"/>
                  <a:pt x="210299" y="324487"/>
                  <a:pt x="23705" y="42529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6605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-contac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46270-C3AA-4994-9449-4F2D9BB8B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9570-D3FC-6D43-AC32-D988B1849109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4A8B277-D638-318B-92A8-028D67937AC2}"/>
              </a:ext>
            </a:extLst>
          </p:cNvPr>
          <p:cNvSpPr/>
          <p:nvPr userDrawn="1"/>
        </p:nvSpPr>
        <p:spPr>
          <a:xfrm>
            <a:off x="4737315" y="0"/>
            <a:ext cx="2195750" cy="6858000"/>
          </a:xfrm>
          <a:custGeom>
            <a:avLst/>
            <a:gdLst>
              <a:gd name="connsiteX0" fmla="*/ 1969084 w 2195750"/>
              <a:gd name="connsiteY0" fmla="*/ 0 h 6858000"/>
              <a:gd name="connsiteX1" fmla="*/ 2195750 w 2195750"/>
              <a:gd name="connsiteY1" fmla="*/ 0 h 6858000"/>
              <a:gd name="connsiteX2" fmla="*/ 2161525 w 2195750"/>
              <a:gd name="connsiteY2" fmla="*/ 65203 h 6858000"/>
              <a:gd name="connsiteX3" fmla="*/ 1923048 w 2195750"/>
              <a:gd name="connsiteY3" fmla="*/ 564173 h 6858000"/>
              <a:gd name="connsiteX4" fmla="*/ 1313940 w 2195750"/>
              <a:gd name="connsiteY4" fmla="*/ 3942588 h 6858000"/>
              <a:gd name="connsiteX5" fmla="*/ 201511 w 2195750"/>
              <a:gd name="connsiteY5" fmla="*/ 6832245 h 6858000"/>
              <a:gd name="connsiteX6" fmla="*/ 182865 w 2195750"/>
              <a:gd name="connsiteY6" fmla="*/ 6858000 h 6858000"/>
              <a:gd name="connsiteX7" fmla="*/ 0 w 2195750"/>
              <a:gd name="connsiteY7" fmla="*/ 6858000 h 6858000"/>
              <a:gd name="connsiteX8" fmla="*/ 18654 w 2195750"/>
              <a:gd name="connsiteY8" fmla="*/ 6824101 h 6858000"/>
              <a:gd name="connsiteX9" fmla="*/ 705793 w 2195750"/>
              <a:gd name="connsiteY9" fmla="*/ 4649039 h 6858000"/>
              <a:gd name="connsiteX10" fmla="*/ 1314901 w 2195750"/>
              <a:gd name="connsiteY10" fmla="*/ 1270626 h 6858000"/>
              <a:gd name="connsiteX11" fmla="*/ 1833431 w 2195750"/>
              <a:gd name="connsiteY11" fmla="*/ 246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5750" h="6858000">
                <a:moveTo>
                  <a:pt x="1969084" y="0"/>
                </a:moveTo>
                <a:lnTo>
                  <a:pt x="2195750" y="0"/>
                </a:lnTo>
                <a:lnTo>
                  <a:pt x="2161525" y="65203"/>
                </a:lnTo>
                <a:cubicBezTo>
                  <a:pt x="2073851" y="236177"/>
                  <a:pt x="1993106" y="402849"/>
                  <a:pt x="1923048" y="564173"/>
                </a:cubicBezTo>
                <a:cubicBezTo>
                  <a:pt x="1362597" y="1854765"/>
                  <a:pt x="1483348" y="2808922"/>
                  <a:pt x="1313940" y="3942588"/>
                </a:cubicBezTo>
                <a:cubicBezTo>
                  <a:pt x="1173913" y="4862569"/>
                  <a:pt x="844277" y="5901971"/>
                  <a:pt x="201511" y="6832245"/>
                </a:cubicBezTo>
                <a:lnTo>
                  <a:pt x="182865" y="6858000"/>
                </a:lnTo>
                <a:lnTo>
                  <a:pt x="0" y="6858000"/>
                </a:lnTo>
                <a:lnTo>
                  <a:pt x="18654" y="6824101"/>
                </a:lnTo>
                <a:cubicBezTo>
                  <a:pt x="389098" y="6096186"/>
                  <a:pt x="600773" y="5339025"/>
                  <a:pt x="705793" y="4649039"/>
                </a:cubicBezTo>
                <a:cubicBezTo>
                  <a:pt x="875192" y="3515373"/>
                  <a:pt x="754440" y="2561216"/>
                  <a:pt x="1314901" y="1270626"/>
                </a:cubicBezTo>
                <a:cubicBezTo>
                  <a:pt x="1455017" y="947978"/>
                  <a:pt x="1637882" y="603935"/>
                  <a:pt x="1833431" y="24687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37278615-7553-2C74-7514-E58F0F9C319C}"/>
              </a:ext>
            </a:extLst>
          </p:cNvPr>
          <p:cNvSpPr/>
          <p:nvPr userDrawn="1"/>
        </p:nvSpPr>
        <p:spPr>
          <a:xfrm>
            <a:off x="4908605" y="0"/>
            <a:ext cx="2503877" cy="6858000"/>
          </a:xfrm>
          <a:custGeom>
            <a:avLst/>
            <a:gdLst>
              <a:gd name="connsiteX0" fmla="*/ 2012930 w 2503877"/>
              <a:gd name="connsiteY0" fmla="*/ 0 h 6858000"/>
              <a:gd name="connsiteX1" fmla="*/ 2503877 w 2503877"/>
              <a:gd name="connsiteY1" fmla="*/ 0 h 6858000"/>
              <a:gd name="connsiteX2" fmla="*/ 2315406 w 2503877"/>
              <a:gd name="connsiteY2" fmla="*/ 352946 h 6858000"/>
              <a:gd name="connsiteX3" fmla="*/ 1809165 w 2503877"/>
              <a:gd name="connsiteY3" fmla="*/ 1382831 h 6858000"/>
              <a:gd name="connsiteX4" fmla="*/ 1240526 w 2503877"/>
              <a:gd name="connsiteY4" fmla="*/ 4768301 h 6858000"/>
              <a:gd name="connsiteX5" fmla="*/ 660130 w 2503877"/>
              <a:gd name="connsiteY5" fmla="*/ 6782002 h 6858000"/>
              <a:gd name="connsiteX6" fmla="*/ 623493 w 2503877"/>
              <a:gd name="connsiteY6" fmla="*/ 6858000 h 6858000"/>
              <a:gd name="connsiteX7" fmla="*/ 0 w 2503877"/>
              <a:gd name="connsiteY7" fmla="*/ 6858000 h 6858000"/>
              <a:gd name="connsiteX8" fmla="*/ 18646 w 2503877"/>
              <a:gd name="connsiteY8" fmla="*/ 6832245 h 6858000"/>
              <a:gd name="connsiteX9" fmla="*/ 1131075 w 2503877"/>
              <a:gd name="connsiteY9" fmla="*/ 3942588 h 6858000"/>
              <a:gd name="connsiteX10" fmla="*/ 1740183 w 2503877"/>
              <a:gd name="connsiteY10" fmla="*/ 564173 h 6858000"/>
              <a:gd name="connsiteX11" fmla="*/ 1946115 w 2503877"/>
              <a:gd name="connsiteY11" fmla="*/ 12911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3877" h="6858000">
                <a:moveTo>
                  <a:pt x="2012930" y="0"/>
                </a:moveTo>
                <a:lnTo>
                  <a:pt x="2503877" y="0"/>
                </a:lnTo>
                <a:lnTo>
                  <a:pt x="2315406" y="352946"/>
                </a:lnTo>
                <a:cubicBezTo>
                  <a:pt x="2124143" y="712320"/>
                  <a:pt x="1945409" y="1058528"/>
                  <a:pt x="1809165" y="1382831"/>
                </a:cubicBezTo>
                <a:cubicBezTo>
                  <a:pt x="1264183" y="2680040"/>
                  <a:pt x="1396349" y="3632683"/>
                  <a:pt x="1240526" y="4768301"/>
                </a:cubicBezTo>
                <a:cubicBezTo>
                  <a:pt x="1151210" y="5406326"/>
                  <a:pt x="971709" y="6102673"/>
                  <a:pt x="660130" y="6782002"/>
                </a:cubicBezTo>
                <a:lnTo>
                  <a:pt x="623493" y="6858000"/>
                </a:lnTo>
                <a:lnTo>
                  <a:pt x="0" y="6858000"/>
                </a:lnTo>
                <a:lnTo>
                  <a:pt x="18646" y="6832245"/>
                </a:lnTo>
                <a:cubicBezTo>
                  <a:pt x="661412" y="5901971"/>
                  <a:pt x="991048" y="4862569"/>
                  <a:pt x="1131075" y="3942588"/>
                </a:cubicBezTo>
                <a:cubicBezTo>
                  <a:pt x="1300483" y="2808922"/>
                  <a:pt x="1179732" y="1854765"/>
                  <a:pt x="1740183" y="564173"/>
                </a:cubicBezTo>
                <a:cubicBezTo>
                  <a:pt x="1801484" y="423015"/>
                  <a:pt x="1870967" y="277761"/>
                  <a:pt x="1946115" y="12911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F3E8D10-1FC1-0D74-F938-96FDB84FC28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20523" y="0"/>
            <a:ext cx="6671477" cy="6858000"/>
          </a:xfrm>
          <a:custGeom>
            <a:avLst/>
            <a:gdLst>
              <a:gd name="connsiteX0" fmla="*/ 1880384 w 6671477"/>
              <a:gd name="connsiteY0" fmla="*/ 0 h 6858000"/>
              <a:gd name="connsiteX1" fmla="*/ 6671477 w 6671477"/>
              <a:gd name="connsiteY1" fmla="*/ 0 h 6858000"/>
              <a:gd name="connsiteX2" fmla="*/ 6671477 w 6671477"/>
              <a:gd name="connsiteY2" fmla="*/ 6858000 h 6858000"/>
              <a:gd name="connsiteX3" fmla="*/ 0 w 6671477"/>
              <a:gd name="connsiteY3" fmla="*/ 6858000 h 6858000"/>
              <a:gd name="connsiteX4" fmla="*/ 36637 w 6671477"/>
              <a:gd name="connsiteY4" fmla="*/ 6782002 h 6858000"/>
              <a:gd name="connsiteX5" fmla="*/ 617033 w 6671477"/>
              <a:gd name="connsiteY5" fmla="*/ 4768301 h 6858000"/>
              <a:gd name="connsiteX6" fmla="*/ 1185672 w 6671477"/>
              <a:gd name="connsiteY6" fmla="*/ 1382831 h 6858000"/>
              <a:gd name="connsiteX7" fmla="*/ 1691913 w 6671477"/>
              <a:gd name="connsiteY7" fmla="*/ 3529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1477" h="6858000">
                <a:moveTo>
                  <a:pt x="1880384" y="0"/>
                </a:moveTo>
                <a:lnTo>
                  <a:pt x="6671477" y="0"/>
                </a:lnTo>
                <a:lnTo>
                  <a:pt x="6671477" y="6858000"/>
                </a:lnTo>
                <a:lnTo>
                  <a:pt x="0" y="6858000"/>
                </a:lnTo>
                <a:lnTo>
                  <a:pt x="36637" y="6782002"/>
                </a:lnTo>
                <a:cubicBezTo>
                  <a:pt x="348216" y="6102673"/>
                  <a:pt x="527717" y="5406326"/>
                  <a:pt x="617033" y="4768301"/>
                </a:cubicBezTo>
                <a:cubicBezTo>
                  <a:pt x="772856" y="3632683"/>
                  <a:pt x="640690" y="2680040"/>
                  <a:pt x="1185672" y="1382831"/>
                </a:cubicBezTo>
                <a:cubicBezTo>
                  <a:pt x="1321916" y="1058528"/>
                  <a:pt x="1500650" y="712320"/>
                  <a:pt x="1691913" y="35294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2E535BBA-2598-39AE-4E7D-44C2A1A397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4546709" cy="6374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 of contents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AB880D4A-6A89-A7D6-31B7-F532E7C6AE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9437" y="2714758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0A006DDE-B64B-8B19-DFF3-E607D57AB8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9437" y="3059440"/>
            <a:ext cx="3028137" cy="617795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tx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8" name="Picture Placeholder 16">
            <a:extLst>
              <a:ext uri="{FF2B5EF4-FFF2-40B4-BE49-F238E27FC236}">
                <a16:creationId xmlns:a16="http://schemas.microsoft.com/office/drawing/2014/main" id="{73C3C1F6-F992-417D-143B-7E77D670A9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2488602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D76AAECC-C78F-4EAB-C71D-EAF920E500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1340835"/>
            <a:ext cx="4546709" cy="1030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C4F833B2-80F2-8B5E-74E6-4DE0B2BE168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69436" y="4229976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sz="1400" b="1">
                <a:solidFill>
                  <a:schemeClr val="tx2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385C593F-0148-B961-F8EA-3B4EAE6883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69436" y="4574658"/>
            <a:ext cx="3028137" cy="617795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tx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Picture Placeholder 16">
            <a:extLst>
              <a:ext uri="{FF2B5EF4-FFF2-40B4-BE49-F238E27FC236}">
                <a16:creationId xmlns:a16="http://schemas.microsoft.com/office/drawing/2014/main" id="{2AAE7C54-897F-3CD6-EBFA-79FA853D284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0862" y="4003820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5360794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-contac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AEEF-C972-07E1-F031-12D8A0025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4546709" cy="6374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of 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46270-C3AA-4994-9449-4F2D9BB8B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9570-D3FC-6D43-AC32-D988B1849109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2FF3968-7AE7-99D2-FA96-EEF9B47DDC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9437" y="2714758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sz="1400" b="1">
                <a:solidFill>
                  <a:schemeClr val="bg1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5DC0C73-3BEF-3DE0-F265-C0E2374CFA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9437" y="3059440"/>
            <a:ext cx="3028137" cy="617795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300CF974-0906-8F0C-2D3F-ADA25BB8DC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2488602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54C358-1D39-8F4B-5097-87722769D5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1340835"/>
            <a:ext cx="4546709" cy="103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4A8B277-D638-318B-92A8-028D67937AC2}"/>
              </a:ext>
            </a:extLst>
          </p:cNvPr>
          <p:cNvSpPr/>
          <p:nvPr userDrawn="1"/>
        </p:nvSpPr>
        <p:spPr>
          <a:xfrm>
            <a:off x="4737315" y="0"/>
            <a:ext cx="2195750" cy="6858000"/>
          </a:xfrm>
          <a:custGeom>
            <a:avLst/>
            <a:gdLst>
              <a:gd name="connsiteX0" fmla="*/ 1969084 w 2195750"/>
              <a:gd name="connsiteY0" fmla="*/ 0 h 6858000"/>
              <a:gd name="connsiteX1" fmla="*/ 2195750 w 2195750"/>
              <a:gd name="connsiteY1" fmla="*/ 0 h 6858000"/>
              <a:gd name="connsiteX2" fmla="*/ 2161525 w 2195750"/>
              <a:gd name="connsiteY2" fmla="*/ 65203 h 6858000"/>
              <a:gd name="connsiteX3" fmla="*/ 1923048 w 2195750"/>
              <a:gd name="connsiteY3" fmla="*/ 564173 h 6858000"/>
              <a:gd name="connsiteX4" fmla="*/ 1313940 w 2195750"/>
              <a:gd name="connsiteY4" fmla="*/ 3942588 h 6858000"/>
              <a:gd name="connsiteX5" fmla="*/ 201511 w 2195750"/>
              <a:gd name="connsiteY5" fmla="*/ 6832245 h 6858000"/>
              <a:gd name="connsiteX6" fmla="*/ 182865 w 2195750"/>
              <a:gd name="connsiteY6" fmla="*/ 6858000 h 6858000"/>
              <a:gd name="connsiteX7" fmla="*/ 0 w 2195750"/>
              <a:gd name="connsiteY7" fmla="*/ 6858000 h 6858000"/>
              <a:gd name="connsiteX8" fmla="*/ 18654 w 2195750"/>
              <a:gd name="connsiteY8" fmla="*/ 6824101 h 6858000"/>
              <a:gd name="connsiteX9" fmla="*/ 705793 w 2195750"/>
              <a:gd name="connsiteY9" fmla="*/ 4649039 h 6858000"/>
              <a:gd name="connsiteX10" fmla="*/ 1314901 w 2195750"/>
              <a:gd name="connsiteY10" fmla="*/ 1270626 h 6858000"/>
              <a:gd name="connsiteX11" fmla="*/ 1833431 w 2195750"/>
              <a:gd name="connsiteY11" fmla="*/ 246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5750" h="6858000">
                <a:moveTo>
                  <a:pt x="1969084" y="0"/>
                </a:moveTo>
                <a:lnTo>
                  <a:pt x="2195750" y="0"/>
                </a:lnTo>
                <a:lnTo>
                  <a:pt x="2161525" y="65203"/>
                </a:lnTo>
                <a:cubicBezTo>
                  <a:pt x="2073851" y="236177"/>
                  <a:pt x="1993106" y="402849"/>
                  <a:pt x="1923048" y="564173"/>
                </a:cubicBezTo>
                <a:cubicBezTo>
                  <a:pt x="1362597" y="1854765"/>
                  <a:pt x="1483348" y="2808922"/>
                  <a:pt x="1313940" y="3942588"/>
                </a:cubicBezTo>
                <a:cubicBezTo>
                  <a:pt x="1173913" y="4862569"/>
                  <a:pt x="844277" y="5901971"/>
                  <a:pt x="201511" y="6832245"/>
                </a:cubicBezTo>
                <a:lnTo>
                  <a:pt x="182865" y="6858000"/>
                </a:lnTo>
                <a:lnTo>
                  <a:pt x="0" y="6858000"/>
                </a:lnTo>
                <a:lnTo>
                  <a:pt x="18654" y="6824101"/>
                </a:lnTo>
                <a:cubicBezTo>
                  <a:pt x="389098" y="6096186"/>
                  <a:pt x="600773" y="5339025"/>
                  <a:pt x="705793" y="4649039"/>
                </a:cubicBezTo>
                <a:cubicBezTo>
                  <a:pt x="875192" y="3515373"/>
                  <a:pt x="754440" y="2561216"/>
                  <a:pt x="1314901" y="1270626"/>
                </a:cubicBezTo>
                <a:cubicBezTo>
                  <a:pt x="1455017" y="947978"/>
                  <a:pt x="1637882" y="603935"/>
                  <a:pt x="1833431" y="246878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84FE5AE-1FB1-89DD-A40C-59B25366566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69436" y="4229976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sz="1400" b="1">
                <a:solidFill>
                  <a:schemeClr val="bg1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/>
              <a:t>Name and Surname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91C4C70-0E17-5D48-03A1-9D3740F8BB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69436" y="4574658"/>
            <a:ext cx="3028137" cy="617795"/>
          </a:xfrm>
        </p:spPr>
        <p:txBody>
          <a:bodyPr>
            <a:norm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16">
            <a:extLst>
              <a:ext uri="{FF2B5EF4-FFF2-40B4-BE49-F238E27FC236}">
                <a16:creationId xmlns:a16="http://schemas.microsoft.com/office/drawing/2014/main" id="{CD1C416C-0F6B-DFA1-4B7B-70B455EFD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0862" y="4003820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PL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37278615-7553-2C74-7514-E58F0F9C319C}"/>
              </a:ext>
            </a:extLst>
          </p:cNvPr>
          <p:cNvSpPr/>
          <p:nvPr userDrawn="1"/>
        </p:nvSpPr>
        <p:spPr>
          <a:xfrm>
            <a:off x="4908605" y="0"/>
            <a:ext cx="2503877" cy="6858000"/>
          </a:xfrm>
          <a:custGeom>
            <a:avLst/>
            <a:gdLst>
              <a:gd name="connsiteX0" fmla="*/ 2012930 w 2503877"/>
              <a:gd name="connsiteY0" fmla="*/ 0 h 6858000"/>
              <a:gd name="connsiteX1" fmla="*/ 2503877 w 2503877"/>
              <a:gd name="connsiteY1" fmla="*/ 0 h 6858000"/>
              <a:gd name="connsiteX2" fmla="*/ 2315406 w 2503877"/>
              <a:gd name="connsiteY2" fmla="*/ 352946 h 6858000"/>
              <a:gd name="connsiteX3" fmla="*/ 1809165 w 2503877"/>
              <a:gd name="connsiteY3" fmla="*/ 1382831 h 6858000"/>
              <a:gd name="connsiteX4" fmla="*/ 1240526 w 2503877"/>
              <a:gd name="connsiteY4" fmla="*/ 4768301 h 6858000"/>
              <a:gd name="connsiteX5" fmla="*/ 660130 w 2503877"/>
              <a:gd name="connsiteY5" fmla="*/ 6782002 h 6858000"/>
              <a:gd name="connsiteX6" fmla="*/ 623493 w 2503877"/>
              <a:gd name="connsiteY6" fmla="*/ 6858000 h 6858000"/>
              <a:gd name="connsiteX7" fmla="*/ 0 w 2503877"/>
              <a:gd name="connsiteY7" fmla="*/ 6858000 h 6858000"/>
              <a:gd name="connsiteX8" fmla="*/ 18646 w 2503877"/>
              <a:gd name="connsiteY8" fmla="*/ 6832245 h 6858000"/>
              <a:gd name="connsiteX9" fmla="*/ 1131075 w 2503877"/>
              <a:gd name="connsiteY9" fmla="*/ 3942588 h 6858000"/>
              <a:gd name="connsiteX10" fmla="*/ 1740183 w 2503877"/>
              <a:gd name="connsiteY10" fmla="*/ 564173 h 6858000"/>
              <a:gd name="connsiteX11" fmla="*/ 1946115 w 2503877"/>
              <a:gd name="connsiteY11" fmla="*/ 12911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3877" h="6858000">
                <a:moveTo>
                  <a:pt x="2012930" y="0"/>
                </a:moveTo>
                <a:lnTo>
                  <a:pt x="2503877" y="0"/>
                </a:lnTo>
                <a:lnTo>
                  <a:pt x="2315406" y="352946"/>
                </a:lnTo>
                <a:cubicBezTo>
                  <a:pt x="2124143" y="712320"/>
                  <a:pt x="1945409" y="1058528"/>
                  <a:pt x="1809165" y="1382831"/>
                </a:cubicBezTo>
                <a:cubicBezTo>
                  <a:pt x="1264183" y="2680040"/>
                  <a:pt x="1396349" y="3632683"/>
                  <a:pt x="1240526" y="4768301"/>
                </a:cubicBezTo>
                <a:cubicBezTo>
                  <a:pt x="1151210" y="5406326"/>
                  <a:pt x="971709" y="6102673"/>
                  <a:pt x="660130" y="6782002"/>
                </a:cubicBezTo>
                <a:lnTo>
                  <a:pt x="623493" y="6858000"/>
                </a:lnTo>
                <a:lnTo>
                  <a:pt x="0" y="6858000"/>
                </a:lnTo>
                <a:lnTo>
                  <a:pt x="18646" y="6832245"/>
                </a:lnTo>
                <a:cubicBezTo>
                  <a:pt x="661412" y="5901971"/>
                  <a:pt x="991048" y="4862569"/>
                  <a:pt x="1131075" y="3942588"/>
                </a:cubicBezTo>
                <a:cubicBezTo>
                  <a:pt x="1300483" y="2808922"/>
                  <a:pt x="1179732" y="1854765"/>
                  <a:pt x="1740183" y="564173"/>
                </a:cubicBezTo>
                <a:cubicBezTo>
                  <a:pt x="1801484" y="423015"/>
                  <a:pt x="1870967" y="277761"/>
                  <a:pt x="1946115" y="12911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F3E8D10-1FC1-0D74-F938-96FDB84FC28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20523" y="0"/>
            <a:ext cx="6671477" cy="6858000"/>
          </a:xfrm>
          <a:custGeom>
            <a:avLst/>
            <a:gdLst>
              <a:gd name="connsiteX0" fmla="*/ 1880384 w 6671477"/>
              <a:gd name="connsiteY0" fmla="*/ 0 h 6858000"/>
              <a:gd name="connsiteX1" fmla="*/ 6671477 w 6671477"/>
              <a:gd name="connsiteY1" fmla="*/ 0 h 6858000"/>
              <a:gd name="connsiteX2" fmla="*/ 6671477 w 6671477"/>
              <a:gd name="connsiteY2" fmla="*/ 6858000 h 6858000"/>
              <a:gd name="connsiteX3" fmla="*/ 0 w 6671477"/>
              <a:gd name="connsiteY3" fmla="*/ 6858000 h 6858000"/>
              <a:gd name="connsiteX4" fmla="*/ 36637 w 6671477"/>
              <a:gd name="connsiteY4" fmla="*/ 6782002 h 6858000"/>
              <a:gd name="connsiteX5" fmla="*/ 617033 w 6671477"/>
              <a:gd name="connsiteY5" fmla="*/ 4768301 h 6858000"/>
              <a:gd name="connsiteX6" fmla="*/ 1185672 w 6671477"/>
              <a:gd name="connsiteY6" fmla="*/ 1382831 h 6858000"/>
              <a:gd name="connsiteX7" fmla="*/ 1691913 w 6671477"/>
              <a:gd name="connsiteY7" fmla="*/ 3529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1477" h="6858000">
                <a:moveTo>
                  <a:pt x="1880384" y="0"/>
                </a:moveTo>
                <a:lnTo>
                  <a:pt x="6671477" y="0"/>
                </a:lnTo>
                <a:lnTo>
                  <a:pt x="6671477" y="6858000"/>
                </a:lnTo>
                <a:lnTo>
                  <a:pt x="0" y="6858000"/>
                </a:lnTo>
                <a:lnTo>
                  <a:pt x="36637" y="6782002"/>
                </a:lnTo>
                <a:cubicBezTo>
                  <a:pt x="348216" y="6102673"/>
                  <a:pt x="527717" y="5406326"/>
                  <a:pt x="617033" y="4768301"/>
                </a:cubicBezTo>
                <a:cubicBezTo>
                  <a:pt x="772856" y="3632683"/>
                  <a:pt x="640690" y="2680040"/>
                  <a:pt x="1185672" y="1382831"/>
                </a:cubicBezTo>
                <a:cubicBezTo>
                  <a:pt x="1321916" y="1058528"/>
                  <a:pt x="1500650" y="712320"/>
                  <a:pt x="1691913" y="35294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876119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4016436"/>
            <a:ext cx="4252632" cy="9954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429000"/>
            <a:ext cx="4252632" cy="58426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Thanks!</a:t>
            </a:r>
            <a:endParaRPr lang="en-PL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FF42E6-A456-BD1D-C4C7-A3ADF1EF66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735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cov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4016436"/>
            <a:ext cx="4252632" cy="9954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429000"/>
            <a:ext cx="4252632" cy="58426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Thanks!</a:t>
            </a:r>
            <a:endParaRPr lang="en-PL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500E9-9A83-15DB-09B2-5C18BB6C1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EBE05B2-472D-8F57-7F6F-2254CEA0D9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601" y="502871"/>
            <a:ext cx="16637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894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00%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C8EAFD7-4018-4F2E-1624-7FB04E25B0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462" y="1239385"/>
            <a:ext cx="4815104" cy="5072515"/>
          </a:xfrm>
          <a:prstGeom prst="rect">
            <a:avLst/>
          </a:prstGeom>
        </p:spPr>
      </p:pic>
      <p:sp>
        <p:nvSpPr>
          <p:cNvPr id="5" name="Tekstvak 4"/>
          <p:cNvSpPr txBox="1"/>
          <p:nvPr userDrawn="1"/>
        </p:nvSpPr>
        <p:spPr>
          <a:xfrm>
            <a:off x="-10750" y="-66229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spc="50" baseline="0" err="1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Text</a:t>
            </a:r>
            <a:r>
              <a:rPr lang="en-US" sz="2400" b="0" spc="50" baseline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 100% #2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F890D5-1E16-302C-E521-66CE28608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31" y="728663"/>
            <a:ext cx="10801344" cy="900112"/>
          </a:xfrm>
        </p:spPr>
        <p:txBody>
          <a:bodyPr/>
          <a:lstStyle/>
          <a:p>
            <a:r>
              <a:rPr lang="en-US" err="1"/>
              <a:t>Place</a:t>
            </a:r>
            <a:r>
              <a:rPr lang="en-US"/>
              <a:t> a </a:t>
            </a:r>
            <a:r>
              <a:rPr lang="en-US" err="1"/>
              <a:t>title</a:t>
            </a:r>
            <a:r>
              <a:rPr lang="en-US"/>
              <a:t> </a:t>
            </a:r>
            <a:r>
              <a:rPr lang="en-US" err="1"/>
              <a:t>here</a:t>
            </a:r>
            <a:br>
              <a:rPr lang="en-US"/>
            </a:br>
            <a:r>
              <a:rPr lang="en-US"/>
              <a:t>max. 2 </a:t>
            </a:r>
            <a:r>
              <a:rPr lang="en-US" err="1"/>
              <a:t>lines</a:t>
            </a:r>
            <a:endParaRPr lang="en-US"/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20A39BA8-D7F3-C666-A9D5-B2A06694DE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331" y="1808163"/>
            <a:ext cx="10801343" cy="3971925"/>
          </a:xfrm>
        </p:spPr>
        <p:txBody>
          <a:bodyPr/>
          <a:lstStyle>
            <a:lvl4pPr>
              <a:defRPr b="1" i="0">
                <a:solidFill>
                  <a:srgbClr val="6C1D5F"/>
                </a:solidFill>
                <a:latin typeface="Proxima Nova Rg" panose="02000506030000020004" pitchFamily="2" charset="0"/>
              </a:defRPr>
            </a:lvl4pPr>
          </a:lstStyle>
          <a:p>
            <a:pPr lvl="0"/>
            <a:r>
              <a:rPr lang="en-US" err="1"/>
              <a:t>Plain</a:t>
            </a:r>
            <a:r>
              <a:rPr lang="en-US"/>
              <a:t> </a:t>
            </a:r>
            <a:r>
              <a:rPr lang="en-US" err="1"/>
              <a:t>text</a:t>
            </a:r>
            <a:endParaRPr lang="en-US"/>
          </a:p>
          <a:p>
            <a:pPr lvl="1"/>
            <a:r>
              <a:rPr lang="en-US" err="1"/>
              <a:t>Bullets</a:t>
            </a:r>
            <a:endParaRPr lang="en-US"/>
          </a:p>
          <a:p>
            <a:pPr lvl="2"/>
            <a:r>
              <a:rPr lang="en-US"/>
              <a:t>Sub-</a:t>
            </a:r>
            <a:r>
              <a:rPr lang="en-US" err="1"/>
              <a:t>bullets</a:t>
            </a:r>
            <a:endParaRPr lang="en-US"/>
          </a:p>
          <a:p>
            <a:pPr lvl="3"/>
            <a:r>
              <a:rPr lang="en-US" err="1"/>
              <a:t>Subtitle</a:t>
            </a:r>
            <a:endParaRPr lang="en-US"/>
          </a:p>
          <a:p>
            <a:pPr lvl="4"/>
            <a:r>
              <a:rPr lang="en-US" err="1"/>
              <a:t>Numeric</a:t>
            </a:r>
            <a:r>
              <a:rPr lang="en-US"/>
              <a:t> </a:t>
            </a:r>
            <a:r>
              <a:rPr lang="en-US" err="1"/>
              <a:t>bullets</a:t>
            </a:r>
            <a:endParaRPr lang="en-US"/>
          </a:p>
          <a:p>
            <a:pPr lvl="5"/>
            <a:r>
              <a:rPr lang="en-US"/>
              <a:t># Abc</a:t>
            </a:r>
          </a:p>
          <a:p>
            <a:pPr lvl="6"/>
            <a:r>
              <a:rPr lang="en-US"/>
              <a:t># </a:t>
            </a:r>
            <a:r>
              <a:rPr lang="en-US" err="1"/>
              <a:t>Bullets</a:t>
            </a:r>
            <a:endParaRPr lang="en-US"/>
          </a:p>
          <a:p>
            <a:pPr lvl="7"/>
            <a:r>
              <a:rPr lang="en-US" err="1"/>
              <a:t>Cursive</a:t>
            </a:r>
            <a:endParaRPr lang="en-US"/>
          </a:p>
          <a:p>
            <a:pPr lvl="8"/>
            <a:r>
              <a:rPr lang="en-US"/>
              <a:t>Alt. Subtitel</a:t>
            </a:r>
          </a:p>
        </p:txBody>
      </p:sp>
      <p:grpSp>
        <p:nvGrpSpPr>
          <p:cNvPr id="4" name="INSTRUCTION">
            <a:extLst>
              <a:ext uri="{FF2B5EF4-FFF2-40B4-BE49-F238E27FC236}">
                <a16:creationId xmlns:a16="http://schemas.microsoft.com/office/drawing/2014/main" id="{0FC10949-F449-3D6F-DB96-ED89B55C0C2F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7" name="Rechthoek 329">
              <a:extLst>
                <a:ext uri="{FF2B5EF4-FFF2-40B4-BE49-F238E27FC236}">
                  <a16:creationId xmlns:a16="http://schemas.microsoft.com/office/drawing/2014/main" id="{4045B5DF-6F7F-BF14-0F8C-51F3664E6CD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8" name="Ovaal 317">
              <a:extLst>
                <a:ext uri="{FF2B5EF4-FFF2-40B4-BE49-F238E27FC236}">
                  <a16:creationId xmlns:a16="http://schemas.microsoft.com/office/drawing/2014/main" id="{DA92982B-8485-60C9-9AE2-AB17DEF3F0D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319">
              <a:extLst>
                <a:ext uri="{FF2B5EF4-FFF2-40B4-BE49-F238E27FC236}">
                  <a16:creationId xmlns:a16="http://schemas.microsoft.com/office/drawing/2014/main" id="{D008EA3D-850F-9D97-B961-BFA775846208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Plain text</a:t>
              </a:r>
            </a:p>
          </p:txBody>
        </p:sp>
        <p:sp>
          <p:nvSpPr>
            <p:cNvPr id="10" name="Ovaal 320">
              <a:extLst>
                <a:ext uri="{FF2B5EF4-FFF2-40B4-BE49-F238E27FC236}">
                  <a16:creationId xmlns:a16="http://schemas.microsoft.com/office/drawing/2014/main" id="{95E7D273-365D-A772-4B01-DDB7386F77DF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echthoek 328">
              <a:extLst>
                <a:ext uri="{FF2B5EF4-FFF2-40B4-BE49-F238E27FC236}">
                  <a16:creationId xmlns:a16="http://schemas.microsoft.com/office/drawing/2014/main" id="{7616E9A6-23DA-769B-2A08-272C7CEC66D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" name="Rechthoek 180">
              <a:extLst>
                <a:ext uri="{FF2B5EF4-FFF2-40B4-BE49-F238E27FC236}">
                  <a16:creationId xmlns:a16="http://schemas.microsoft.com/office/drawing/2014/main" id="{1197B5FB-A00C-86A8-EDE2-375F90CD0E2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</a:p>
          </p:txBody>
        </p:sp>
        <p:sp>
          <p:nvSpPr>
            <p:cNvPr id="13" name="Ovaal 182">
              <a:extLst>
                <a:ext uri="{FF2B5EF4-FFF2-40B4-BE49-F238E27FC236}">
                  <a16:creationId xmlns:a16="http://schemas.microsoft.com/office/drawing/2014/main" id="{D3D3F96B-E64D-F0AD-C989-C93F034F459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4" name="Rechthoek 183">
              <a:extLst>
                <a:ext uri="{FF2B5EF4-FFF2-40B4-BE49-F238E27FC236}">
                  <a16:creationId xmlns:a16="http://schemas.microsoft.com/office/drawing/2014/main" id="{EB4476CD-283C-05F3-B8F3-3042772F3B82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Sub-bullets</a:t>
              </a:r>
            </a:p>
          </p:txBody>
        </p:sp>
        <p:sp>
          <p:nvSpPr>
            <p:cNvPr id="15" name="Ovaal 185">
              <a:extLst>
                <a:ext uri="{FF2B5EF4-FFF2-40B4-BE49-F238E27FC236}">
                  <a16:creationId xmlns:a16="http://schemas.microsoft.com/office/drawing/2014/main" id="{0E448CA3-21BB-F968-BDA6-63B738A7401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2" name="Rechthoek 186">
              <a:extLst>
                <a:ext uri="{FF2B5EF4-FFF2-40B4-BE49-F238E27FC236}">
                  <a16:creationId xmlns:a16="http://schemas.microsoft.com/office/drawing/2014/main" id="{BE578A48-1F52-5599-B912-55FCB2BF915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Subtitle</a:t>
              </a:r>
            </a:p>
          </p:txBody>
        </p:sp>
        <p:sp>
          <p:nvSpPr>
            <p:cNvPr id="83" name="Ovaal 188">
              <a:extLst>
                <a:ext uri="{FF2B5EF4-FFF2-40B4-BE49-F238E27FC236}">
                  <a16:creationId xmlns:a16="http://schemas.microsoft.com/office/drawing/2014/main" id="{6F510B66-4305-73C0-68DC-A179E7C778F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84" name="Rechthoek 189">
              <a:extLst>
                <a:ext uri="{FF2B5EF4-FFF2-40B4-BE49-F238E27FC236}">
                  <a16:creationId xmlns:a16="http://schemas.microsoft.com/office/drawing/2014/main" id="{E4AF964F-C4EB-9EE7-4565-BBCB20405472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6C1D5F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rPr>
                <a:t>Numeric bullet</a:t>
              </a:r>
            </a:p>
          </p:txBody>
        </p:sp>
        <p:sp>
          <p:nvSpPr>
            <p:cNvPr id="85" name="Ovaal 191">
              <a:extLst>
                <a:ext uri="{FF2B5EF4-FFF2-40B4-BE49-F238E27FC236}">
                  <a16:creationId xmlns:a16="http://schemas.microsoft.com/office/drawing/2014/main" id="{3631D582-F127-CD60-B443-E6A15660D980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86" name="Rechthoek 192">
              <a:extLst>
                <a:ext uri="{FF2B5EF4-FFF2-40B4-BE49-F238E27FC236}">
                  <a16:creationId xmlns:a16="http://schemas.microsoft.com/office/drawing/2014/main" id="{0A491C9D-D35B-3F8D-D5B5-9ECD1666124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749300" marR="0" lvl="0" indent="-2159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# Bullets</a:t>
              </a:r>
            </a:p>
          </p:txBody>
        </p:sp>
        <p:sp>
          <p:nvSpPr>
            <p:cNvPr id="87" name="Ovaal 195">
              <a:extLst>
                <a:ext uri="{FF2B5EF4-FFF2-40B4-BE49-F238E27FC236}">
                  <a16:creationId xmlns:a16="http://schemas.microsoft.com/office/drawing/2014/main" id="{2358FDE9-9CCF-2520-CBC4-309650335D8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88" name="Rechthoek 196">
              <a:extLst>
                <a:ext uri="{FF2B5EF4-FFF2-40B4-BE49-F238E27FC236}">
                  <a16:creationId xmlns:a16="http://schemas.microsoft.com/office/drawing/2014/main" id="{DA25C4E5-3282-65B4-C3E9-FBE3DAED18C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7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Source Sans Pro ExtraLight" panose="020B0604020202020204" pitchFamily="34" charset="0"/>
                  <a:ea typeface="+mn-ea"/>
                  <a:cs typeface="+mn-cs"/>
                </a:rPr>
                <a:t>Cursive</a:t>
              </a:r>
            </a:p>
          </p:txBody>
        </p:sp>
        <p:sp>
          <p:nvSpPr>
            <p:cNvPr id="89" name="Ovaal 197">
              <a:extLst>
                <a:ext uri="{FF2B5EF4-FFF2-40B4-BE49-F238E27FC236}">
                  <a16:creationId xmlns:a16="http://schemas.microsoft.com/office/drawing/2014/main" id="{6C55AC6E-8A17-AA70-0C73-548023DF712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0" name="Rechthoek 198">
              <a:extLst>
                <a:ext uri="{FF2B5EF4-FFF2-40B4-BE49-F238E27FC236}">
                  <a16:creationId xmlns:a16="http://schemas.microsoft.com/office/drawing/2014/main" id="{5C026B31-B8E7-E065-6245-DE2A56B96A2B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8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600" b="0" kern="1200" spc="0" baseline="0" noProof="0">
                  <a:solidFill>
                    <a:schemeClr val="accent2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Alt. Subtitle</a:t>
              </a:r>
            </a:p>
          </p:txBody>
        </p:sp>
        <p:sp>
          <p:nvSpPr>
            <p:cNvPr id="91" name="Ovaal 200">
              <a:extLst>
                <a:ext uri="{FF2B5EF4-FFF2-40B4-BE49-F238E27FC236}">
                  <a16:creationId xmlns:a16="http://schemas.microsoft.com/office/drawing/2014/main" id="{9B00392F-2B83-A1C6-686C-F750F1EE9C3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92" name="Rechthoek 202">
              <a:extLst>
                <a:ext uri="{FF2B5EF4-FFF2-40B4-BE49-F238E27FC236}">
                  <a16:creationId xmlns:a16="http://schemas.microsoft.com/office/drawing/2014/main" id="{723C9D4F-D2FA-17EE-BBDD-BFF50C513CC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3400" marR="0" lvl="0" indent="-2667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6C1D5F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rPr>
                <a:t># </a:t>
              </a:r>
              <a:r>
                <a:rPr kumimoji="0" lang="en-GB" sz="1200" b="0" i="0" u="none" strike="noStrike" kern="0" cap="none" spc="0" normalizeH="0" baseline="0" noProof="0" err="1">
                  <a:ln>
                    <a:noFill/>
                  </a:ln>
                  <a:solidFill>
                    <a:srgbClr val="5A5A5A"/>
                  </a:solidFill>
                  <a:effectLst/>
                  <a:uLnTx/>
                  <a:uFillTx/>
                  <a:latin typeface="+mn-lt"/>
                  <a:ea typeface="+mn-ea"/>
                  <a:cs typeface="Calibri" panose="020F0502020204030204" pitchFamily="34" charset="0"/>
                </a:rPr>
                <a:t>Abc</a:t>
              </a: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+mn-lt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93" name="Rechthoek 331">
              <a:extLst>
                <a:ext uri="{FF2B5EF4-FFF2-40B4-BE49-F238E27FC236}">
                  <a16:creationId xmlns:a16="http://schemas.microsoft.com/office/drawing/2014/main" id="{5CFAEFDE-AA36-3B0C-111D-70E56358A10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94" name="ICOON_info">
              <a:extLst>
                <a:ext uri="{FF2B5EF4-FFF2-40B4-BE49-F238E27FC236}">
                  <a16:creationId xmlns:a16="http://schemas.microsoft.com/office/drawing/2014/main" id="{ED137036-E71F-2658-8240-3BCFEA54FCA9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36" name="Ovaal 1">
                <a:extLst>
                  <a:ext uri="{FF2B5EF4-FFF2-40B4-BE49-F238E27FC236}">
                    <a16:creationId xmlns:a16="http://schemas.microsoft.com/office/drawing/2014/main" id="{C8F040C9-89E5-4C34-E90E-B5F8739C56C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Graphic 163" descr="Informatie">
                <a:extLst>
                  <a:ext uri="{FF2B5EF4-FFF2-40B4-BE49-F238E27FC236}">
                    <a16:creationId xmlns:a16="http://schemas.microsoft.com/office/drawing/2014/main" id="{530EEC0A-AAB5-14CF-F116-08DF266D26D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VOORBEELD">
              <a:extLst>
                <a:ext uri="{FF2B5EF4-FFF2-40B4-BE49-F238E27FC236}">
                  <a16:creationId xmlns:a16="http://schemas.microsoft.com/office/drawing/2014/main" id="{9567EE20-C1CB-9E6C-0D82-779B4BA009E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96" name="Rechthoek 335">
                <a:extLst>
                  <a:ext uri="{FF2B5EF4-FFF2-40B4-BE49-F238E27FC236}">
                    <a16:creationId xmlns:a16="http://schemas.microsoft.com/office/drawing/2014/main" id="{FC8B592B-B223-35D0-8E31-A6BF0575F3D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97" name="Rechthoek 337">
                <a:extLst>
                  <a:ext uri="{FF2B5EF4-FFF2-40B4-BE49-F238E27FC236}">
                    <a16:creationId xmlns:a16="http://schemas.microsoft.com/office/drawing/2014/main" id="{AEBCCC0A-C172-19BA-6A3A-32D68D454995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8" name="Groep 230">
                <a:extLst>
                  <a:ext uri="{FF2B5EF4-FFF2-40B4-BE49-F238E27FC236}">
                    <a16:creationId xmlns:a16="http://schemas.microsoft.com/office/drawing/2014/main" id="{FCAB7E9F-1DA5-EECD-C52E-F9CE0176F46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29" name="Groep 232">
                  <a:extLst>
                    <a:ext uri="{FF2B5EF4-FFF2-40B4-BE49-F238E27FC236}">
                      <a16:creationId xmlns:a16="http://schemas.microsoft.com/office/drawing/2014/main" id="{02BF093F-36F1-32A1-B4F1-D061E463F56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1" name="Rechte verbindingslijn 234">
                    <a:extLst>
                      <a:ext uri="{FF2B5EF4-FFF2-40B4-BE49-F238E27FC236}">
                        <a16:creationId xmlns:a16="http://schemas.microsoft.com/office/drawing/2014/main" id="{7940423F-C894-EF69-0509-6A81BB27B7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235">
                    <a:extLst>
                      <a:ext uri="{FF2B5EF4-FFF2-40B4-BE49-F238E27FC236}">
                        <a16:creationId xmlns:a16="http://schemas.microsoft.com/office/drawing/2014/main" id="{1BC380FF-173A-AA88-46EB-DC3F55553F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236">
                    <a:extLst>
                      <a:ext uri="{FF2B5EF4-FFF2-40B4-BE49-F238E27FC236}">
                        <a16:creationId xmlns:a16="http://schemas.microsoft.com/office/drawing/2014/main" id="{B27BB0A5-C599-08EE-376B-7436469B7C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237">
                    <a:extLst>
                      <a:ext uri="{FF2B5EF4-FFF2-40B4-BE49-F238E27FC236}">
                        <a16:creationId xmlns:a16="http://schemas.microsoft.com/office/drawing/2014/main" id="{DBDA873B-9FD3-D50E-6A94-1F86E9A2CB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238">
                    <a:extLst>
                      <a:ext uri="{FF2B5EF4-FFF2-40B4-BE49-F238E27FC236}">
                        <a16:creationId xmlns:a16="http://schemas.microsoft.com/office/drawing/2014/main" id="{DCEF67F3-4C25-B751-4079-A2FF78D5F7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0" name="Pijl: rechts 233">
                  <a:extLst>
                    <a:ext uri="{FF2B5EF4-FFF2-40B4-BE49-F238E27FC236}">
                      <a16:creationId xmlns:a16="http://schemas.microsoft.com/office/drawing/2014/main" id="{85134F85-1CB0-A961-6FEC-A41030F6D79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9" name="Groep 239">
                <a:extLst>
                  <a:ext uri="{FF2B5EF4-FFF2-40B4-BE49-F238E27FC236}">
                    <a16:creationId xmlns:a16="http://schemas.microsoft.com/office/drawing/2014/main" id="{195E5405-4EDE-8089-463C-CF39A9428D2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22" name="Groep 241">
                  <a:extLst>
                    <a:ext uri="{FF2B5EF4-FFF2-40B4-BE49-F238E27FC236}">
                      <a16:creationId xmlns:a16="http://schemas.microsoft.com/office/drawing/2014/main" id="{B2BDBEE5-093E-D134-9965-65DDC23B5C5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4" name="Rechte verbindingslijn 243">
                    <a:extLst>
                      <a:ext uri="{FF2B5EF4-FFF2-40B4-BE49-F238E27FC236}">
                        <a16:creationId xmlns:a16="http://schemas.microsoft.com/office/drawing/2014/main" id="{247F4DE0-2F0C-7A17-41CB-2E9F9E9E508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244">
                    <a:extLst>
                      <a:ext uri="{FF2B5EF4-FFF2-40B4-BE49-F238E27FC236}">
                        <a16:creationId xmlns:a16="http://schemas.microsoft.com/office/drawing/2014/main" id="{FC17F7D7-F5EE-ADA5-39D1-50A5B1EE49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6" name="Rechte verbindingslijn 245">
                    <a:extLst>
                      <a:ext uri="{FF2B5EF4-FFF2-40B4-BE49-F238E27FC236}">
                        <a16:creationId xmlns:a16="http://schemas.microsoft.com/office/drawing/2014/main" id="{13DD4964-660A-8337-3D20-D19E737BF6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246">
                    <a:extLst>
                      <a:ext uri="{FF2B5EF4-FFF2-40B4-BE49-F238E27FC236}">
                        <a16:creationId xmlns:a16="http://schemas.microsoft.com/office/drawing/2014/main" id="{60875A40-CD94-946F-684C-9FC0A181A0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247">
                    <a:extLst>
                      <a:ext uri="{FF2B5EF4-FFF2-40B4-BE49-F238E27FC236}">
                        <a16:creationId xmlns:a16="http://schemas.microsoft.com/office/drawing/2014/main" id="{B7BC3EA6-7E2E-0156-04E3-CC9F78FDCA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3" name="Pijl: rechts 242">
                  <a:extLst>
                    <a:ext uri="{FF2B5EF4-FFF2-40B4-BE49-F238E27FC236}">
                      <a16:creationId xmlns:a16="http://schemas.microsoft.com/office/drawing/2014/main" id="{C75C2C83-8668-7D53-157F-111CDD36FD7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00" name="Rechte verbindingslijn 340">
                <a:extLst>
                  <a:ext uri="{FF2B5EF4-FFF2-40B4-BE49-F238E27FC236}">
                    <a16:creationId xmlns:a16="http://schemas.microsoft.com/office/drawing/2014/main" id="{D69611E7-3666-71F5-7C0D-7E384859A67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01" name="Rechte verbindingslijn 341">
                <a:extLst>
                  <a:ext uri="{FF2B5EF4-FFF2-40B4-BE49-F238E27FC236}">
                    <a16:creationId xmlns:a16="http://schemas.microsoft.com/office/drawing/2014/main" id="{25CD1E27-6424-6FAA-84BF-55B92039998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02" name="Rechthoek 344">
                <a:extLst>
                  <a:ext uri="{FF2B5EF4-FFF2-40B4-BE49-F238E27FC236}">
                    <a16:creationId xmlns:a16="http://schemas.microsoft.com/office/drawing/2014/main" id="{3C49436F-B568-D4C9-0E8E-CD25D5BF3A4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03" name="Rechthoek 345">
                <a:extLst>
                  <a:ext uri="{FF2B5EF4-FFF2-40B4-BE49-F238E27FC236}">
                    <a16:creationId xmlns:a16="http://schemas.microsoft.com/office/drawing/2014/main" id="{68119680-AAC0-AE52-0618-356C384FE3C4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04" name="Groep 11">
                <a:extLst>
                  <a:ext uri="{FF2B5EF4-FFF2-40B4-BE49-F238E27FC236}">
                    <a16:creationId xmlns:a16="http://schemas.microsoft.com/office/drawing/2014/main" id="{84F47DAC-EB3C-ECC8-F48E-247ABB8CC71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14" name="Rechthoek 346">
                  <a:extLst>
                    <a:ext uri="{FF2B5EF4-FFF2-40B4-BE49-F238E27FC236}">
                      <a16:creationId xmlns:a16="http://schemas.microsoft.com/office/drawing/2014/main" id="{DFF6CB04-62FD-16F8-1405-78CCC6BFC92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5" name="Groep 6">
                  <a:extLst>
                    <a:ext uri="{FF2B5EF4-FFF2-40B4-BE49-F238E27FC236}">
                      <a16:creationId xmlns:a16="http://schemas.microsoft.com/office/drawing/2014/main" id="{9047BDB1-D4A2-CFE1-E96B-433BE14A255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17" name="Rechte verbindingslijn 225">
                    <a:extLst>
                      <a:ext uri="{FF2B5EF4-FFF2-40B4-BE49-F238E27FC236}">
                        <a16:creationId xmlns:a16="http://schemas.microsoft.com/office/drawing/2014/main" id="{2055AF4A-A972-3956-73F5-A4609A8236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8" name="Rechte verbindingslijn 226">
                    <a:extLst>
                      <a:ext uri="{FF2B5EF4-FFF2-40B4-BE49-F238E27FC236}">
                        <a16:creationId xmlns:a16="http://schemas.microsoft.com/office/drawing/2014/main" id="{3907FFA3-5E62-63D5-17EB-3F04F091A9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9" name="Rechte verbindingslijn 227">
                    <a:extLst>
                      <a:ext uri="{FF2B5EF4-FFF2-40B4-BE49-F238E27FC236}">
                        <a16:creationId xmlns:a16="http://schemas.microsoft.com/office/drawing/2014/main" id="{98193DBB-15E9-A70B-FD4B-F823208A1C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0" name="Rechte verbindingslijn 228">
                    <a:extLst>
                      <a:ext uri="{FF2B5EF4-FFF2-40B4-BE49-F238E27FC236}">
                        <a16:creationId xmlns:a16="http://schemas.microsoft.com/office/drawing/2014/main" id="{249A8CEB-79A7-E8FF-58AD-368257B61C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1" name="Rechte verbindingslijn 229">
                    <a:extLst>
                      <a:ext uri="{FF2B5EF4-FFF2-40B4-BE49-F238E27FC236}">
                        <a16:creationId xmlns:a16="http://schemas.microsoft.com/office/drawing/2014/main" id="{C4BF9DEA-CF1D-995A-5AAD-24E8A5421F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16" name="Pijl: rechts 217">
                  <a:extLst>
                    <a:ext uri="{FF2B5EF4-FFF2-40B4-BE49-F238E27FC236}">
                      <a16:creationId xmlns:a16="http://schemas.microsoft.com/office/drawing/2014/main" id="{65DD18CB-D903-BCC4-8746-C0FA3821D6E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5" name="Groep 9">
                <a:extLst>
                  <a:ext uri="{FF2B5EF4-FFF2-40B4-BE49-F238E27FC236}">
                    <a16:creationId xmlns:a16="http://schemas.microsoft.com/office/drawing/2014/main" id="{3400C299-1E77-8B49-B778-9D1310FF6D1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06" name="Rechthoek 357">
                  <a:extLst>
                    <a:ext uri="{FF2B5EF4-FFF2-40B4-BE49-F238E27FC236}">
                      <a16:creationId xmlns:a16="http://schemas.microsoft.com/office/drawing/2014/main" id="{31698E11-F726-C742-342B-AAA5A7F1DDC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7" name="Groep 5">
                  <a:extLst>
                    <a:ext uri="{FF2B5EF4-FFF2-40B4-BE49-F238E27FC236}">
                      <a16:creationId xmlns:a16="http://schemas.microsoft.com/office/drawing/2014/main" id="{6AB4A1DC-FCCA-FC2A-F5E0-3AE00371527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9" name="Rechte verbindingslijn 220">
                    <a:extLst>
                      <a:ext uri="{FF2B5EF4-FFF2-40B4-BE49-F238E27FC236}">
                        <a16:creationId xmlns:a16="http://schemas.microsoft.com/office/drawing/2014/main" id="{9FAA284A-0720-2A8D-DC77-B1D6FF75D3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221">
                    <a:extLst>
                      <a:ext uri="{FF2B5EF4-FFF2-40B4-BE49-F238E27FC236}">
                        <a16:creationId xmlns:a16="http://schemas.microsoft.com/office/drawing/2014/main" id="{7FBFDAA7-90E9-9198-DBCC-1F5AB8AB57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222">
                    <a:extLst>
                      <a:ext uri="{FF2B5EF4-FFF2-40B4-BE49-F238E27FC236}">
                        <a16:creationId xmlns:a16="http://schemas.microsoft.com/office/drawing/2014/main" id="{D7BC72C4-BACD-B71C-B164-A457FBD368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2" name="Rechte verbindingslijn 223">
                    <a:extLst>
                      <a:ext uri="{FF2B5EF4-FFF2-40B4-BE49-F238E27FC236}">
                        <a16:creationId xmlns:a16="http://schemas.microsoft.com/office/drawing/2014/main" id="{85901F39-02F1-7650-66DD-996B10D311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3" name="Rechte verbindingslijn 224">
                    <a:extLst>
                      <a:ext uri="{FF2B5EF4-FFF2-40B4-BE49-F238E27FC236}">
                        <a16:creationId xmlns:a16="http://schemas.microsoft.com/office/drawing/2014/main" id="{F9A162EF-4B61-8984-5307-0F232913CA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Pijl: rechts 219">
                  <a:extLst>
                    <a:ext uri="{FF2B5EF4-FFF2-40B4-BE49-F238E27FC236}">
                      <a16:creationId xmlns:a16="http://schemas.microsoft.com/office/drawing/2014/main" id="{631985FD-0322-F3F9-26B7-E50E4131121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15279525-D79D-F15F-3751-95850C37C16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FD93B338-2124-5BB2-5578-0E7C03449CC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CFF0FF09-7044-915F-BE45-4F3935CCBF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753474" y="6356350"/>
            <a:ext cx="2743200" cy="365125"/>
          </a:xfrm>
        </p:spPr>
        <p:txBody>
          <a:bodyPr/>
          <a:lstStyle/>
          <a:p>
            <a:fld id="{777AFEB4-8B2A-E745-AC2E-BDD48ED040C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2275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839945CB-4203-0121-004E-374BB2FD75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506" y="-70456"/>
            <a:ext cx="12496800" cy="702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82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/>
          <p:cNvSpPr txBox="1"/>
          <p:nvPr userDrawn="1"/>
        </p:nvSpPr>
        <p:spPr>
          <a:xfrm>
            <a:off x="-10750" y="-66229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spc="50" baseline="0" err="1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Titleslide</a:t>
            </a:r>
            <a:r>
              <a:rPr lang="en-US" sz="2400" b="0" spc="50" baseline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 #7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97AB69-A4AD-471C-B0B2-35F97CE2E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18937" y="2439194"/>
            <a:ext cx="3877738" cy="900112"/>
          </a:xfrm>
        </p:spPr>
        <p:txBody>
          <a:bodyPr/>
          <a:lstStyle/>
          <a:p>
            <a:r>
              <a:rPr lang="en-US" err="1"/>
              <a:t>Place</a:t>
            </a:r>
            <a:r>
              <a:rPr lang="en-US"/>
              <a:t> a </a:t>
            </a:r>
            <a:r>
              <a:rPr lang="en-US" err="1"/>
              <a:t>title</a:t>
            </a:r>
            <a:r>
              <a:rPr lang="en-US"/>
              <a:t> </a:t>
            </a:r>
            <a:r>
              <a:rPr lang="en-US" err="1"/>
              <a:t>here</a:t>
            </a:r>
            <a:br>
              <a:rPr lang="en-US"/>
            </a:br>
            <a:r>
              <a:rPr lang="en-US"/>
              <a:t>max. 2 </a:t>
            </a:r>
            <a:r>
              <a:rPr lang="en-US" err="1"/>
              <a:t>lines</a:t>
            </a:r>
            <a:endParaRPr lang="en-US"/>
          </a:p>
        </p:txBody>
      </p:sp>
      <p:sp>
        <p:nvSpPr>
          <p:cNvPr id="12" name="Tijdelijke aanduiding voor tekst 10">
            <a:extLst>
              <a:ext uri="{FF2B5EF4-FFF2-40B4-BE49-F238E27FC236}">
                <a16:creationId xmlns:a16="http://schemas.microsoft.com/office/drawing/2014/main" id="{4006C81B-109F-BA40-77DC-5E10A33A30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18936" y="3518695"/>
            <a:ext cx="3877739" cy="9001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err="1"/>
              <a:t>Subtitle</a:t>
            </a:r>
            <a:endParaRPr lang="en-US"/>
          </a:p>
        </p:txBody>
      </p:sp>
      <p:sp>
        <p:nvSpPr>
          <p:cNvPr id="3" name="Vrije vorm 2">
            <a:extLst>
              <a:ext uri="{FF2B5EF4-FFF2-40B4-BE49-F238E27FC236}">
                <a16:creationId xmlns:a16="http://schemas.microsoft.com/office/drawing/2014/main" id="{EF0893FF-C0C5-9315-FEA0-BC23E709FCB2}"/>
              </a:ext>
            </a:extLst>
          </p:cNvPr>
          <p:cNvSpPr/>
          <p:nvPr userDrawn="1"/>
        </p:nvSpPr>
        <p:spPr>
          <a:xfrm>
            <a:off x="8671237" y="-38420"/>
            <a:ext cx="3559183" cy="2681934"/>
          </a:xfrm>
          <a:custGeom>
            <a:avLst/>
            <a:gdLst>
              <a:gd name="connsiteX0" fmla="*/ 0 w 3559183"/>
              <a:gd name="connsiteY0" fmla="*/ 0 h 2681934"/>
              <a:gd name="connsiteX1" fmla="*/ 1142936 w 3559183"/>
              <a:gd name="connsiteY1" fmla="*/ 676430 h 2681934"/>
              <a:gd name="connsiteX2" fmla="*/ 2559947 w 3559183"/>
              <a:gd name="connsiteY2" fmla="*/ 1600218 h 2681934"/>
              <a:gd name="connsiteX3" fmla="*/ 3559183 w 3559183"/>
              <a:gd name="connsiteY3" fmla="*/ 2681935 h 26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59183" h="2681934">
                <a:moveTo>
                  <a:pt x="0" y="0"/>
                </a:moveTo>
                <a:cubicBezTo>
                  <a:pt x="0" y="0"/>
                  <a:pt x="355918" y="333934"/>
                  <a:pt x="1142936" y="676430"/>
                </a:cubicBezTo>
                <a:cubicBezTo>
                  <a:pt x="1929953" y="1018926"/>
                  <a:pt x="2142172" y="1155924"/>
                  <a:pt x="2559947" y="1600218"/>
                </a:cubicBezTo>
                <a:cubicBezTo>
                  <a:pt x="2977724" y="2045463"/>
                  <a:pt x="3559183" y="2681935"/>
                  <a:pt x="3559183" y="2681935"/>
                </a:cubicBezTo>
              </a:path>
            </a:pathLst>
          </a:custGeom>
          <a:noFill/>
          <a:ln w="50800" cap="flat">
            <a:solidFill>
              <a:srgbClr val="6C1D5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jdelijke aanduiding voor afbeelding 172">
            <a:extLst>
              <a:ext uri="{FF2B5EF4-FFF2-40B4-BE49-F238E27FC236}">
                <a16:creationId xmlns:a16="http://schemas.microsoft.com/office/drawing/2014/main" id="{45327FBB-E346-3E4A-28DF-6462F87B0D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"/>
            <a:ext cx="6535933" cy="6858000"/>
          </a:xfrm>
          <a:custGeom>
            <a:avLst/>
            <a:gdLst>
              <a:gd name="connsiteX0" fmla="*/ 0 w 6535933"/>
              <a:gd name="connsiteY0" fmla="*/ 0 h 6858000"/>
              <a:gd name="connsiteX1" fmla="*/ 975 w 6535933"/>
              <a:gd name="connsiteY1" fmla="*/ 0 h 6858000"/>
              <a:gd name="connsiteX2" fmla="*/ 5552272 w 6535933"/>
              <a:gd name="connsiteY2" fmla="*/ 16931 h 6858000"/>
              <a:gd name="connsiteX3" fmla="*/ 6535933 w 6535933"/>
              <a:gd name="connsiteY3" fmla="*/ 3214874 h 6858000"/>
              <a:gd name="connsiteX4" fmla="*/ 5793396 w 6535933"/>
              <a:gd name="connsiteY4" fmla="*/ 5816296 h 6858000"/>
              <a:gd name="connsiteX5" fmla="*/ 5171501 w 6535933"/>
              <a:gd name="connsiteY5" fmla="*/ 6769981 h 6858000"/>
              <a:gd name="connsiteX6" fmla="*/ 5096677 w 6535933"/>
              <a:gd name="connsiteY6" fmla="*/ 6858000 h 6858000"/>
              <a:gd name="connsiteX7" fmla="*/ 213846 w 6535933"/>
              <a:gd name="connsiteY7" fmla="*/ 6858000 h 6858000"/>
              <a:gd name="connsiteX8" fmla="*/ 213679 w 6535933"/>
              <a:gd name="connsiteY8" fmla="*/ 6857757 h 6858000"/>
              <a:gd name="connsiteX9" fmla="*/ 0 w 6535933"/>
              <a:gd name="connsiteY9" fmla="*/ 6857757 h 6858000"/>
              <a:gd name="connsiteX10" fmla="*/ 0 w 6535933"/>
              <a:gd name="connsiteY10" fmla="*/ 6537736 h 6858000"/>
              <a:gd name="connsiteX11" fmla="*/ 0 w 6535933"/>
              <a:gd name="connsiteY11" fmla="*/ 3428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35933" h="6858000">
                <a:moveTo>
                  <a:pt x="0" y="0"/>
                </a:moveTo>
                <a:lnTo>
                  <a:pt x="975" y="0"/>
                </a:lnTo>
                <a:lnTo>
                  <a:pt x="5552272" y="16931"/>
                </a:lnTo>
                <a:cubicBezTo>
                  <a:pt x="6172600" y="1182961"/>
                  <a:pt x="6501843" y="1849089"/>
                  <a:pt x="6535933" y="3214874"/>
                </a:cubicBezTo>
                <a:cubicBezTo>
                  <a:pt x="6500589" y="4405111"/>
                  <a:pt x="6138545" y="5221721"/>
                  <a:pt x="5793396" y="5816296"/>
                </a:cubicBezTo>
                <a:cubicBezTo>
                  <a:pt x="5491390" y="6336549"/>
                  <a:pt x="5381282" y="6517222"/>
                  <a:pt x="5171501" y="6769981"/>
                </a:cubicBezTo>
                <a:lnTo>
                  <a:pt x="5096677" y="6858000"/>
                </a:lnTo>
                <a:lnTo>
                  <a:pt x="213846" y="6858000"/>
                </a:lnTo>
                <a:lnTo>
                  <a:pt x="213679" y="6857757"/>
                </a:lnTo>
                <a:lnTo>
                  <a:pt x="0" y="6857757"/>
                </a:lnTo>
                <a:lnTo>
                  <a:pt x="0" y="6537736"/>
                </a:lnTo>
                <a:lnTo>
                  <a:pt x="0" y="3428997"/>
                </a:lnTo>
                <a:close/>
              </a:path>
            </a:pathLst>
          </a:custGeom>
          <a:solidFill>
            <a:srgbClr val="F7F8FC"/>
          </a:solidFill>
          <a:ln>
            <a:noFill/>
          </a:ln>
        </p:spPr>
        <p:txBody>
          <a:bodyPr wrap="square" bIns="162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Klik op het onderstaand icoon </a:t>
            </a:r>
            <a:br>
              <a:rPr lang="en-US"/>
            </a:br>
            <a:r>
              <a:rPr lang="en-US"/>
              <a:t>om een foto in te voegen.</a:t>
            </a:r>
            <a:br>
              <a:rPr lang="en-US"/>
            </a:br>
            <a:br>
              <a:rPr lang="en-US"/>
            </a:br>
            <a:r>
              <a:rPr lang="en-US"/>
              <a:t>Meer hulp nodig? </a:t>
            </a:r>
            <a:br>
              <a:rPr lang="en-US"/>
            </a:br>
            <a:r>
              <a:rPr lang="en-US"/>
              <a:t>Aan de zijkanten van de dia's zijn instructies </a:t>
            </a:r>
            <a:br>
              <a:rPr lang="en-US"/>
            </a:br>
            <a:r>
              <a:rPr lang="en-US"/>
              <a:t>geplaatst voor verdere informatie.</a:t>
            </a:r>
          </a:p>
        </p:txBody>
      </p:sp>
      <p:grpSp>
        <p:nvGrpSpPr>
          <p:cNvPr id="6" name="INSTRUCTION">
            <a:extLst>
              <a:ext uri="{FF2B5EF4-FFF2-40B4-BE49-F238E27FC236}">
                <a16:creationId xmlns:a16="http://schemas.microsoft.com/office/drawing/2014/main" id="{EE04508A-C002-D356-31E3-9387F1C812E4}"/>
              </a:ext>
            </a:extLst>
          </p:cNvPr>
          <p:cNvGrpSpPr/>
          <p:nvPr userDrawn="1"/>
        </p:nvGrpSpPr>
        <p:grpSpPr>
          <a:xfrm>
            <a:off x="12377595" y="0"/>
            <a:ext cx="3693386" cy="6669007"/>
            <a:chOff x="-3786437" y="0"/>
            <a:chExt cx="3693386" cy="6669007"/>
          </a:xfrm>
        </p:grpSpPr>
        <p:sp>
          <p:nvSpPr>
            <p:cNvPr id="7" name="Rechthoek 315">
              <a:extLst>
                <a:ext uri="{FF2B5EF4-FFF2-40B4-BE49-F238E27FC236}">
                  <a16:creationId xmlns:a16="http://schemas.microsoft.com/office/drawing/2014/main" id="{E3DA5637-487E-601A-BD99-71BE3EA3CE5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9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" name="Rechthoek 316">
              <a:extLst>
                <a:ext uri="{FF2B5EF4-FFF2-40B4-BE49-F238E27FC236}">
                  <a16:creationId xmlns:a16="http://schemas.microsoft.com/office/drawing/2014/main" id="{0FE20C0C-8A4D-3D2A-818A-8A3A7EE7FF26}"/>
                </a:ext>
              </a:extLst>
            </p:cNvPr>
            <p:cNvSpPr/>
            <p:nvPr userDrawn="1"/>
          </p:nvSpPr>
          <p:spPr>
            <a:xfrm>
              <a:off x="-3786437" y="5841007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9" name="Ovaal 318">
              <a:extLst>
                <a:ext uri="{FF2B5EF4-FFF2-40B4-BE49-F238E27FC236}">
                  <a16:creationId xmlns:a16="http://schemas.microsoft.com/office/drawing/2014/main" id="{2A70BDDF-D880-0F57-3CDF-E235DDB403B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Rechthoek 319">
              <a:extLst>
                <a:ext uri="{FF2B5EF4-FFF2-40B4-BE49-F238E27FC236}">
                  <a16:creationId xmlns:a16="http://schemas.microsoft.com/office/drawing/2014/main" id="{2094CC55-2AC3-9291-7248-811863445FF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1" name="Groep 320">
              <a:extLst>
                <a:ext uri="{FF2B5EF4-FFF2-40B4-BE49-F238E27FC236}">
                  <a16:creationId xmlns:a16="http://schemas.microsoft.com/office/drawing/2014/main" id="{7B73D96F-08A6-94CB-5719-4FAB0F43A9B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66" name="Rechthoek 377">
                <a:extLst>
                  <a:ext uri="{FF2B5EF4-FFF2-40B4-BE49-F238E27FC236}">
                    <a16:creationId xmlns:a16="http://schemas.microsoft.com/office/drawing/2014/main" id="{D59F518B-2870-6CA2-7121-3759F185B3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Ovaal 378">
                <a:extLst>
                  <a:ext uri="{FF2B5EF4-FFF2-40B4-BE49-F238E27FC236}">
                    <a16:creationId xmlns:a16="http://schemas.microsoft.com/office/drawing/2014/main" id="{40427A8B-01DD-43B7-7758-C27C917DAE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Vrije vorm: vorm 379">
                <a:extLst>
                  <a:ext uri="{FF2B5EF4-FFF2-40B4-BE49-F238E27FC236}">
                    <a16:creationId xmlns:a16="http://schemas.microsoft.com/office/drawing/2014/main" id="{6E68AD0B-3611-430A-3641-E104498F4094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Rechthoek: afgeronde hoeken 380">
                <a:extLst>
                  <a:ext uri="{FF2B5EF4-FFF2-40B4-BE49-F238E27FC236}">
                    <a16:creationId xmlns:a16="http://schemas.microsoft.com/office/drawing/2014/main" id="{F52CF8F8-429F-6F10-28CF-46416957BD8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70" name="Rechte verbindingslijn 381">
                <a:extLst>
                  <a:ext uri="{FF2B5EF4-FFF2-40B4-BE49-F238E27FC236}">
                    <a16:creationId xmlns:a16="http://schemas.microsoft.com/office/drawing/2014/main" id="{8395C65F-D035-2AAD-B130-64964395663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Rechte verbindingslijn 382">
                <a:extLst>
                  <a:ext uri="{FF2B5EF4-FFF2-40B4-BE49-F238E27FC236}">
                    <a16:creationId xmlns:a16="http://schemas.microsoft.com/office/drawing/2014/main" id="{47AB5BDB-F503-ACE3-AA36-695FDC7D30D2}"/>
                  </a:ext>
                </a:extLst>
              </p:cNvPr>
              <p:cNvCxnSpPr>
                <a:cxnSpLocks/>
                <a:stCxn id="69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" name="Ovaal 321">
              <a:extLst>
                <a:ext uri="{FF2B5EF4-FFF2-40B4-BE49-F238E27FC236}">
                  <a16:creationId xmlns:a16="http://schemas.microsoft.com/office/drawing/2014/main" id="{6476A534-E542-089D-F149-CBDB5763CD8D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4" name="Rechthoek 322">
              <a:extLst>
                <a:ext uri="{FF2B5EF4-FFF2-40B4-BE49-F238E27FC236}">
                  <a16:creationId xmlns:a16="http://schemas.microsoft.com/office/drawing/2014/main" id="{A73890DD-6957-E1AE-691C-A66695F386E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" name="Groep 323">
              <a:extLst>
                <a:ext uri="{FF2B5EF4-FFF2-40B4-BE49-F238E27FC236}">
                  <a16:creationId xmlns:a16="http://schemas.microsoft.com/office/drawing/2014/main" id="{11F6E952-9E83-DCA6-B2C3-05742697C531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63" name="Rechthoek 374">
                <a:extLst>
                  <a:ext uri="{FF2B5EF4-FFF2-40B4-BE49-F238E27FC236}">
                    <a16:creationId xmlns:a16="http://schemas.microsoft.com/office/drawing/2014/main" id="{5C288A1E-9727-7A54-70FD-C20F29713AAE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64" name="Rechte verbindingslijn 375">
                <a:extLst>
                  <a:ext uri="{FF2B5EF4-FFF2-40B4-BE49-F238E27FC236}">
                    <a16:creationId xmlns:a16="http://schemas.microsoft.com/office/drawing/2014/main" id="{1498272D-9502-E31D-69DD-6CA46571D967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65" name="Gelijkbenige driehoek 376">
                <a:extLst>
                  <a:ext uri="{FF2B5EF4-FFF2-40B4-BE49-F238E27FC236}">
                    <a16:creationId xmlns:a16="http://schemas.microsoft.com/office/drawing/2014/main" id="{0FDDA15F-3090-6F9A-D6A4-89E97B029A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" name="Ovaal 324">
              <a:extLst>
                <a:ext uri="{FF2B5EF4-FFF2-40B4-BE49-F238E27FC236}">
                  <a16:creationId xmlns:a16="http://schemas.microsoft.com/office/drawing/2014/main" id="{16F8DEC1-E58E-8468-B3FE-DCFAF3FF4DA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7" name="Rechthoek 325">
              <a:extLst>
                <a:ext uri="{FF2B5EF4-FFF2-40B4-BE49-F238E27FC236}">
                  <a16:creationId xmlns:a16="http://schemas.microsoft.com/office/drawing/2014/main" id="{8AA69767-1B15-05FF-566D-6978BFB8BFDF}"/>
                </a:ext>
              </a:extLst>
            </p:cNvPr>
            <p:cNvSpPr/>
            <p:nvPr userDrawn="1"/>
          </p:nvSpPr>
          <p:spPr>
            <a:xfrm>
              <a:off x="-3319416" y="2553360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thumbnail display of the slide on the left side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of the screen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‘Reset slide’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6D72E578-D977-46F6-A1A2-0573323FB0DC}"/>
                </a:ext>
              </a:extLst>
            </p:cNvPr>
            <p:cNvGrpSpPr/>
            <p:nvPr userDrawn="1"/>
          </p:nvGrpSpPr>
          <p:grpSpPr>
            <a:xfrm>
              <a:off x="-376736" y="5705292"/>
              <a:ext cx="283685" cy="283685"/>
              <a:chOff x="-510741" y="5913713"/>
              <a:chExt cx="267555" cy="267555"/>
            </a:xfrm>
          </p:grpSpPr>
          <p:sp>
            <p:nvSpPr>
              <p:cNvPr id="61" name="Ovaal 372">
                <a:extLst>
                  <a:ext uri="{FF2B5EF4-FFF2-40B4-BE49-F238E27FC236}">
                    <a16:creationId xmlns:a16="http://schemas.microsoft.com/office/drawing/2014/main" id="{FF0F4440-2F60-CA30-42DE-91310B3432F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Graphic 163" descr="Informatie">
                <a:extLst>
                  <a:ext uri="{FF2B5EF4-FFF2-40B4-BE49-F238E27FC236}">
                    <a16:creationId xmlns:a16="http://schemas.microsoft.com/office/drawing/2014/main" id="{2CFC158A-B591-10D7-5DC1-A23C0EA870A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Ovaal 327">
              <a:extLst>
                <a:ext uri="{FF2B5EF4-FFF2-40B4-BE49-F238E27FC236}">
                  <a16:creationId xmlns:a16="http://schemas.microsoft.com/office/drawing/2014/main" id="{81570C2C-EDD3-D5A4-895B-9EEADAE4DA74}"/>
                </a:ext>
              </a:extLst>
            </p:cNvPr>
            <p:cNvSpPr/>
            <p:nvPr userDrawn="1"/>
          </p:nvSpPr>
          <p:spPr>
            <a:xfrm>
              <a:off x="-3603587" y="414578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330">
              <a:extLst>
                <a:ext uri="{FF2B5EF4-FFF2-40B4-BE49-F238E27FC236}">
                  <a16:creationId xmlns:a16="http://schemas.microsoft.com/office/drawing/2014/main" id="{D8046256-4C37-03A6-4E75-B43B636421A2}"/>
                </a:ext>
              </a:extLst>
            </p:cNvPr>
            <p:cNvSpPr/>
            <p:nvPr userDrawn="1"/>
          </p:nvSpPr>
          <p:spPr>
            <a:xfrm>
              <a:off x="-3319415" y="4145790"/>
              <a:ext cx="2944682" cy="7947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21" name="Groep 331">
              <a:extLst>
                <a:ext uri="{FF2B5EF4-FFF2-40B4-BE49-F238E27FC236}">
                  <a16:creationId xmlns:a16="http://schemas.microsoft.com/office/drawing/2014/main" id="{DE2A8476-36A7-49D7-7CC7-3CECCEC154D8}"/>
                </a:ext>
              </a:extLst>
            </p:cNvPr>
            <p:cNvGrpSpPr/>
            <p:nvPr userDrawn="1"/>
          </p:nvGrpSpPr>
          <p:grpSpPr>
            <a:xfrm>
              <a:off x="-3449237" y="5047414"/>
              <a:ext cx="622283" cy="612919"/>
              <a:chOff x="12617641" y="3403239"/>
              <a:chExt cx="752963" cy="741634"/>
            </a:xfrm>
          </p:grpSpPr>
          <p:grpSp>
            <p:nvGrpSpPr>
              <p:cNvPr id="45" name="Groep 356">
                <a:extLst>
                  <a:ext uri="{FF2B5EF4-FFF2-40B4-BE49-F238E27FC236}">
                    <a16:creationId xmlns:a16="http://schemas.microsoft.com/office/drawing/2014/main" id="{3C7649C7-F0BF-FDBB-5F56-3DADE380728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48" name="Groep 359">
                  <a:extLst>
                    <a:ext uri="{FF2B5EF4-FFF2-40B4-BE49-F238E27FC236}">
                      <a16:creationId xmlns:a16="http://schemas.microsoft.com/office/drawing/2014/main" id="{81811331-E3E8-994C-0D4B-0A093B9F4C81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55" name="Groep 366">
                    <a:extLst>
                      <a:ext uri="{FF2B5EF4-FFF2-40B4-BE49-F238E27FC236}">
                        <a16:creationId xmlns:a16="http://schemas.microsoft.com/office/drawing/2014/main" id="{507F3E40-EF78-CF7D-2FBA-E5CEDE3569C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58" name="Rechthoek 369">
                      <a:extLst>
                        <a:ext uri="{FF2B5EF4-FFF2-40B4-BE49-F238E27FC236}">
                          <a16:creationId xmlns:a16="http://schemas.microsoft.com/office/drawing/2014/main" id="{83EDB301-BBE2-5B07-8560-2A60D496938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59" name="Rechthoek 370">
                      <a:extLst>
                        <a:ext uri="{FF2B5EF4-FFF2-40B4-BE49-F238E27FC236}">
                          <a16:creationId xmlns:a16="http://schemas.microsoft.com/office/drawing/2014/main" id="{4589A4C3-BCA3-7FDB-C54F-14FA61EF469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0" name="Ovaal 371">
                      <a:extLst>
                        <a:ext uri="{FF2B5EF4-FFF2-40B4-BE49-F238E27FC236}">
                          <a16:creationId xmlns:a16="http://schemas.microsoft.com/office/drawing/2014/main" id="{48E0ECB0-93F0-8292-45BA-C1EDC841EA5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6" name="Afbeelding 367">
                    <a:extLst>
                      <a:ext uri="{FF2B5EF4-FFF2-40B4-BE49-F238E27FC236}">
                        <a16:creationId xmlns:a16="http://schemas.microsoft.com/office/drawing/2014/main" id="{DFCC5DA5-E000-E070-35AC-63446A6770E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7" name="Afbeelding 368">
                    <a:extLst>
                      <a:ext uri="{FF2B5EF4-FFF2-40B4-BE49-F238E27FC236}">
                        <a16:creationId xmlns:a16="http://schemas.microsoft.com/office/drawing/2014/main" id="{B2D6D596-C09C-2ED8-48D0-517D191066F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9" name="Groep 360">
                  <a:extLst>
                    <a:ext uri="{FF2B5EF4-FFF2-40B4-BE49-F238E27FC236}">
                      <a16:creationId xmlns:a16="http://schemas.microsoft.com/office/drawing/2014/main" id="{E5D23CAB-BF2B-6384-4C0E-7101F11F6AB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3" name="Rechthoek 364">
                    <a:extLst>
                      <a:ext uri="{FF2B5EF4-FFF2-40B4-BE49-F238E27FC236}">
                        <a16:creationId xmlns:a16="http://schemas.microsoft.com/office/drawing/2014/main" id="{E3CBE667-9206-BB6D-77F0-81272CFBF9B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4" name="Rechthoek 365">
                    <a:extLst>
                      <a:ext uri="{FF2B5EF4-FFF2-40B4-BE49-F238E27FC236}">
                        <a16:creationId xmlns:a16="http://schemas.microsoft.com/office/drawing/2014/main" id="{403EA4C1-E770-9B3F-0902-9C3695807B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0" name="Groep 361">
                  <a:extLst>
                    <a:ext uri="{FF2B5EF4-FFF2-40B4-BE49-F238E27FC236}">
                      <a16:creationId xmlns:a16="http://schemas.microsoft.com/office/drawing/2014/main" id="{5C29F187-437E-53A3-C615-4B4D491E330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1" name="Rechthoek 362">
                    <a:extLst>
                      <a:ext uri="{FF2B5EF4-FFF2-40B4-BE49-F238E27FC236}">
                        <a16:creationId xmlns:a16="http://schemas.microsoft.com/office/drawing/2014/main" id="{9747E157-5E21-7027-B4ED-82F6FA2BF33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" name="Rechthoek 363">
                    <a:extLst>
                      <a:ext uri="{FF2B5EF4-FFF2-40B4-BE49-F238E27FC236}">
                        <a16:creationId xmlns:a16="http://schemas.microsoft.com/office/drawing/2014/main" id="{176198E9-F467-7899-0DB4-F38C2A330CFB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6" name="Rechthoek 357">
                <a:extLst>
                  <a:ext uri="{FF2B5EF4-FFF2-40B4-BE49-F238E27FC236}">
                    <a16:creationId xmlns:a16="http://schemas.microsoft.com/office/drawing/2014/main" id="{9472FEF9-BD33-C2CE-A120-312346D1B03A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47" name="Gelijkbenige driehoek 358">
                <a:extLst>
                  <a:ext uri="{FF2B5EF4-FFF2-40B4-BE49-F238E27FC236}">
                    <a16:creationId xmlns:a16="http://schemas.microsoft.com/office/drawing/2014/main" id="{4C5639FC-02EE-E586-1CF7-6FA91E0BF23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Rechthoek 332">
              <a:extLst>
                <a:ext uri="{FF2B5EF4-FFF2-40B4-BE49-F238E27FC236}">
                  <a16:creationId xmlns:a16="http://schemas.microsoft.com/office/drawing/2014/main" id="{C9CD6D98-95A5-752F-1FFA-51C6C968A611}"/>
                </a:ext>
              </a:extLst>
            </p:cNvPr>
            <p:cNvSpPr/>
            <p:nvPr userDrawn="1"/>
          </p:nvSpPr>
          <p:spPr>
            <a:xfrm>
              <a:off x="-3316836" y="3119689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ep 333">
              <a:extLst>
                <a:ext uri="{FF2B5EF4-FFF2-40B4-BE49-F238E27FC236}">
                  <a16:creationId xmlns:a16="http://schemas.microsoft.com/office/drawing/2014/main" id="{42230501-0D36-C5CD-1BD4-0FD43A13A1DE}"/>
                </a:ext>
              </a:extLst>
            </p:cNvPr>
            <p:cNvGrpSpPr/>
            <p:nvPr userDrawn="1"/>
          </p:nvGrpSpPr>
          <p:grpSpPr>
            <a:xfrm>
              <a:off x="-2485819" y="3399207"/>
              <a:ext cx="1222990" cy="563933"/>
              <a:chOff x="-2485819" y="3399207"/>
              <a:chExt cx="1222990" cy="563933"/>
            </a:xfrm>
          </p:grpSpPr>
          <p:sp>
            <p:nvSpPr>
              <p:cNvPr id="24" name="Rechthoek 335">
                <a:extLst>
                  <a:ext uri="{FF2B5EF4-FFF2-40B4-BE49-F238E27FC236}">
                    <a16:creationId xmlns:a16="http://schemas.microsoft.com/office/drawing/2014/main" id="{952317CB-4315-3BE2-79B5-CD0F605E19D8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Rechthoek 336">
                <a:extLst>
                  <a:ext uri="{FF2B5EF4-FFF2-40B4-BE49-F238E27FC236}">
                    <a16:creationId xmlns:a16="http://schemas.microsoft.com/office/drawing/2014/main" id="{72C2B9BE-8945-0A71-CE0A-239D627189BA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6" name="Groep 337">
                <a:extLst>
                  <a:ext uri="{FF2B5EF4-FFF2-40B4-BE49-F238E27FC236}">
                    <a16:creationId xmlns:a16="http://schemas.microsoft.com/office/drawing/2014/main" id="{0FAFB72E-723B-A93F-2172-09EF9604F63E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39" name="Rechthoek: afgeronde hoeken 350">
                  <a:extLst>
                    <a:ext uri="{FF2B5EF4-FFF2-40B4-BE49-F238E27FC236}">
                      <a16:creationId xmlns:a16="http://schemas.microsoft.com/office/drawing/2014/main" id="{FA197EE9-9092-ACBD-2346-5EE3AFFB010B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0" name="Rechthoek 351">
                  <a:extLst>
                    <a:ext uri="{FF2B5EF4-FFF2-40B4-BE49-F238E27FC236}">
                      <a16:creationId xmlns:a16="http://schemas.microsoft.com/office/drawing/2014/main" id="{6FC2BA71-D647-F5AC-3F9D-A16B7112BF9E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1" name="Rechthoek 352">
                  <a:extLst>
                    <a:ext uri="{FF2B5EF4-FFF2-40B4-BE49-F238E27FC236}">
                      <a16:creationId xmlns:a16="http://schemas.microsoft.com/office/drawing/2014/main" id="{AF4039FA-E4C1-8462-484E-C1D4E2017F6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" name="Rechthoek 353">
                  <a:extLst>
                    <a:ext uri="{FF2B5EF4-FFF2-40B4-BE49-F238E27FC236}">
                      <a16:creationId xmlns:a16="http://schemas.microsoft.com/office/drawing/2014/main" id="{43145A9C-E71E-49B8-51CD-21E2629A21D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" name="Rechthoek 354">
                  <a:extLst>
                    <a:ext uri="{FF2B5EF4-FFF2-40B4-BE49-F238E27FC236}">
                      <a16:creationId xmlns:a16="http://schemas.microsoft.com/office/drawing/2014/main" id="{A719E624-C8B7-E942-1D95-0A2097F6964E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" name="Rechthoek 355">
                  <a:extLst>
                    <a:ext uri="{FF2B5EF4-FFF2-40B4-BE49-F238E27FC236}">
                      <a16:creationId xmlns:a16="http://schemas.microsoft.com/office/drawing/2014/main" id="{41C78ADF-85CD-9D27-14F6-D81694F9117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7" name="Groep 338">
                <a:extLst>
                  <a:ext uri="{FF2B5EF4-FFF2-40B4-BE49-F238E27FC236}">
                    <a16:creationId xmlns:a16="http://schemas.microsoft.com/office/drawing/2014/main" id="{C58077D4-F7D3-F69B-DA85-F4E1180263DE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31" name="Groep 342">
                  <a:extLst>
                    <a:ext uri="{FF2B5EF4-FFF2-40B4-BE49-F238E27FC236}">
                      <a16:creationId xmlns:a16="http://schemas.microsoft.com/office/drawing/2014/main" id="{BC8E102E-C0B2-C24C-7495-22A75667E1A2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33" name="Rechthoek: afgeronde hoeken 344">
                    <a:extLst>
                      <a:ext uri="{FF2B5EF4-FFF2-40B4-BE49-F238E27FC236}">
                        <a16:creationId xmlns:a16="http://schemas.microsoft.com/office/drawing/2014/main" id="{B23F88D8-AF3C-3C99-0DD5-C7849A5623D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4" name="Rechthoek 345">
                    <a:extLst>
                      <a:ext uri="{FF2B5EF4-FFF2-40B4-BE49-F238E27FC236}">
                        <a16:creationId xmlns:a16="http://schemas.microsoft.com/office/drawing/2014/main" id="{D567783E-3BC7-BACB-5495-69FAE109E86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5" name="Rechthoek 346">
                    <a:extLst>
                      <a:ext uri="{FF2B5EF4-FFF2-40B4-BE49-F238E27FC236}">
                        <a16:creationId xmlns:a16="http://schemas.microsoft.com/office/drawing/2014/main" id="{E7B7CB96-DF9F-BE7C-FAD4-D26E4BD8CB2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47">
                    <a:extLst>
                      <a:ext uri="{FF2B5EF4-FFF2-40B4-BE49-F238E27FC236}">
                        <a16:creationId xmlns:a16="http://schemas.microsoft.com/office/drawing/2014/main" id="{0CA4189A-F475-8CC5-5293-5AEE8D69D0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7" name="Rechthoek 348">
                    <a:extLst>
                      <a:ext uri="{FF2B5EF4-FFF2-40B4-BE49-F238E27FC236}">
                        <a16:creationId xmlns:a16="http://schemas.microsoft.com/office/drawing/2014/main" id="{633A1598-A2A4-9B04-8196-CD1E2490163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49">
                    <a:extLst>
                      <a:ext uri="{FF2B5EF4-FFF2-40B4-BE49-F238E27FC236}">
                        <a16:creationId xmlns:a16="http://schemas.microsoft.com/office/drawing/2014/main" id="{05823BF0-A5F3-0A0B-9852-A7E88EEA41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2" name="Boog 343">
                  <a:extLst>
                    <a:ext uri="{FF2B5EF4-FFF2-40B4-BE49-F238E27FC236}">
                      <a16:creationId xmlns:a16="http://schemas.microsoft.com/office/drawing/2014/main" id="{01187026-D155-B203-E46D-3715ABFAA43F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8" name="Tekstvak 339">
                <a:extLst>
                  <a:ext uri="{FF2B5EF4-FFF2-40B4-BE49-F238E27FC236}">
                    <a16:creationId xmlns:a16="http://schemas.microsoft.com/office/drawing/2014/main" id="{374C074D-FE41-1EB4-94A9-19DEB66061F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Layout</a:t>
                </a:r>
              </a:p>
            </p:txBody>
          </p:sp>
          <p:sp>
            <p:nvSpPr>
              <p:cNvPr id="29" name="Tekstvak 340">
                <a:extLst>
                  <a:ext uri="{FF2B5EF4-FFF2-40B4-BE49-F238E27FC236}">
                    <a16:creationId xmlns:a16="http://schemas.microsoft.com/office/drawing/2014/main" id="{EE149B94-DF35-18DF-048A-E0134C433D53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Reset slide</a:t>
                </a:r>
              </a:p>
            </p:txBody>
          </p:sp>
          <p:sp>
            <p:nvSpPr>
              <p:cNvPr id="30" name="Vrije vorm: vorm 341">
                <a:extLst>
                  <a:ext uri="{FF2B5EF4-FFF2-40B4-BE49-F238E27FC236}">
                    <a16:creationId xmlns:a16="http://schemas.microsoft.com/office/drawing/2014/main" id="{B0B18131-DC01-7BBB-02A6-CA6420CD05EA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9113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663FBB-EF9F-3E1B-108D-63CA29DF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825625"/>
            <a:ext cx="11093450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6E93499-EFB0-CC96-CEB4-CEDC25EC9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1138" y="6311096"/>
            <a:ext cx="550862" cy="54690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fld id="{B55D9570-D3FC-6D43-AC32-D988B1849109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1B2BDAE8-5075-CC4B-53CB-FB986C28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38" y="549476"/>
            <a:ext cx="11090275" cy="11316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11166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708" r:id="rId8"/>
    <p:sldLayoutId id="2147483706" r:id="rId9"/>
    <p:sldLayoutId id="2147483709" r:id="rId10"/>
    <p:sldLayoutId id="2147483707" r:id="rId11"/>
    <p:sldLayoutId id="2147483710" r:id="rId12"/>
    <p:sldLayoutId id="2147483699" r:id="rId13"/>
    <p:sldLayoutId id="2147483704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3" r:id="rId24"/>
    <p:sldLayoutId id="2147483694" r:id="rId25"/>
    <p:sldLayoutId id="2147483705" r:id="rId26"/>
    <p:sldLayoutId id="2147483695" r:id="rId27"/>
    <p:sldLayoutId id="2147483696" r:id="rId28"/>
    <p:sldLayoutId id="2147483697" r:id="rId29"/>
    <p:sldLayoutId id="2147483698" r:id="rId30"/>
    <p:sldLayoutId id="2147483700" r:id="rId31"/>
    <p:sldLayoutId id="2147483701" r:id="rId32"/>
    <p:sldLayoutId id="2147483702" r:id="rId33"/>
    <p:sldLayoutId id="2147483703" r:id="rId34"/>
    <p:sldLayoutId id="2147483711" r:id="rId35"/>
    <p:sldLayoutId id="2147483720" r:id="rId36"/>
    <p:sldLayoutId id="2147483722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47" userDrawn="1">
          <p15:clr>
            <a:srgbClr val="F26B43"/>
          </p15:clr>
        </p15:guide>
        <p15:guide id="4" pos="7333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1BA96A-F492-A4A9-92DF-E394AF15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noProof="0" dirty="0" err="1">
                <a:latin typeface="+mn-lt"/>
              </a:rPr>
              <a:t>During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the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three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phases</a:t>
            </a:r>
            <a:r>
              <a:rPr lang="nl-NL" noProof="0" dirty="0">
                <a:latin typeface="+mn-lt"/>
              </a:rPr>
              <a:t> of </a:t>
            </a:r>
            <a:r>
              <a:rPr lang="nl-NL" noProof="0" dirty="0" err="1">
                <a:latin typeface="+mn-lt"/>
              </a:rPr>
              <a:t>the</a:t>
            </a:r>
            <a:r>
              <a:rPr lang="nl-NL" noProof="0" dirty="0">
                <a:latin typeface="+mn-lt"/>
              </a:rPr>
              <a:t> review, we </a:t>
            </a:r>
            <a:r>
              <a:rPr lang="nl-NL" noProof="0" dirty="0" err="1">
                <a:latin typeface="+mn-lt"/>
              </a:rPr>
              <a:t>explore</a:t>
            </a:r>
            <a:r>
              <a:rPr lang="nl-NL" noProof="0" dirty="0">
                <a:latin typeface="+mn-lt"/>
              </a:rPr>
              <a:t>, </a:t>
            </a:r>
            <a:r>
              <a:rPr lang="nl-NL" noProof="0" dirty="0" err="1">
                <a:latin typeface="+mn-lt"/>
              </a:rPr>
              <a:t>analyze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and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evaluate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the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architecture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and</a:t>
            </a:r>
            <a:r>
              <a:rPr lang="nl-NL" noProof="0" dirty="0">
                <a:latin typeface="+mn-lt"/>
              </a:rPr>
              <a:t> software </a:t>
            </a:r>
            <a:r>
              <a:rPr lang="nl-NL" noProof="0" dirty="0" err="1">
                <a:latin typeface="+mn-lt"/>
              </a:rPr>
              <a:t>quality</a:t>
            </a:r>
            <a:r>
              <a:rPr lang="nl-NL" noProof="0" dirty="0">
                <a:latin typeface="+mn-lt"/>
              </a:rPr>
              <a:t> </a:t>
            </a:r>
            <a:r>
              <a:rPr lang="nl-NL" noProof="0" dirty="0" err="1">
                <a:latin typeface="+mn-lt"/>
              </a:rPr>
              <a:t>through</a:t>
            </a:r>
            <a:r>
              <a:rPr lang="nl-NL" noProof="0" dirty="0">
                <a:latin typeface="+mn-lt"/>
              </a:rPr>
              <a:t> multiple </a:t>
            </a:r>
            <a:r>
              <a:rPr lang="nl-NL" noProof="0" dirty="0" err="1">
                <a:latin typeface="+mn-lt"/>
              </a:rPr>
              <a:t>activities</a:t>
            </a:r>
            <a:endParaRPr lang="nl-NL" noProof="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DC4579-957C-851D-D584-7F7968ACA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nl-NL" noProof="0" smtClean="0"/>
              <a:pPr/>
              <a:t>1</a:t>
            </a:fld>
            <a:endParaRPr lang="nl-NL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F108DC-0DDB-AD93-BF97-4F876EAD9DE0}"/>
              </a:ext>
            </a:extLst>
          </p:cNvPr>
          <p:cNvSpPr txBox="1"/>
          <p:nvPr/>
        </p:nvSpPr>
        <p:spPr>
          <a:xfrm>
            <a:off x="1233162" y="1871920"/>
            <a:ext cx="278885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nl-NL" sz="1100" b="1" noProof="0" dirty="0" err="1">
                <a:solidFill>
                  <a:srgbClr val="6A1D58"/>
                </a:solidFill>
              </a:rPr>
              <a:t>Explore</a:t>
            </a:r>
            <a:endParaRPr lang="nl-NL" sz="1100" b="1" noProof="0" dirty="0">
              <a:solidFill>
                <a:srgbClr val="6A1D58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7D84A-60DC-DD51-A389-BAD96970FA4D}"/>
              </a:ext>
            </a:extLst>
          </p:cNvPr>
          <p:cNvSpPr/>
          <p:nvPr/>
        </p:nvSpPr>
        <p:spPr bwMode="auto">
          <a:xfrm>
            <a:off x="1220836" y="2175200"/>
            <a:ext cx="2788859" cy="45719"/>
          </a:xfrm>
          <a:prstGeom prst="rect">
            <a:avLst/>
          </a:prstGeom>
          <a:solidFill>
            <a:srgbClr val="6A1D58"/>
          </a:solidFill>
          <a:ln w="9525" cap="flat" cmpd="sng" algn="ctr">
            <a:solidFill>
              <a:srgbClr val="6A1D5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929194" fontAlgn="base">
              <a:spcBef>
                <a:spcPct val="0"/>
              </a:spcBef>
              <a:spcAft>
                <a:spcPct val="0"/>
              </a:spcAft>
            </a:pPr>
            <a:endParaRPr lang="nl-NL" sz="1600" noProof="0" dirty="0">
              <a:solidFill>
                <a:srgbClr val="00986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7DA105-1950-3257-D2F8-0E9ED8814152}"/>
              </a:ext>
            </a:extLst>
          </p:cNvPr>
          <p:cNvSpPr txBox="1"/>
          <p:nvPr/>
        </p:nvSpPr>
        <p:spPr>
          <a:xfrm>
            <a:off x="7842217" y="1871921"/>
            <a:ext cx="28538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nl-NL" sz="1100" b="1" noProof="0" dirty="0" err="1">
                <a:solidFill>
                  <a:srgbClr val="00B4B4"/>
                </a:solidFill>
              </a:rPr>
              <a:t>Evaluate</a:t>
            </a:r>
            <a:endParaRPr lang="nl-NL" sz="1100" b="1" noProof="0" dirty="0">
              <a:solidFill>
                <a:srgbClr val="00B4B4"/>
              </a:solidFill>
            </a:endParaRPr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32BA975E-BF5E-DEED-E54B-084058DCE3EA}"/>
              </a:ext>
            </a:extLst>
          </p:cNvPr>
          <p:cNvSpPr/>
          <p:nvPr/>
        </p:nvSpPr>
        <p:spPr bwMode="auto">
          <a:xfrm rot="16200000">
            <a:off x="2541189" y="1053004"/>
            <a:ext cx="117947" cy="2734001"/>
          </a:xfrm>
          <a:prstGeom prst="rightBracket">
            <a:avLst/>
          </a:prstGeom>
          <a:noFill/>
          <a:ln w="9525" cap="rnd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nl-NL" sz="2400" noProof="0" dirty="0"/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6B3AE872-9324-3CA0-080F-2DE606B8F253}"/>
              </a:ext>
            </a:extLst>
          </p:cNvPr>
          <p:cNvSpPr/>
          <p:nvPr/>
        </p:nvSpPr>
        <p:spPr bwMode="auto">
          <a:xfrm rot="16200000">
            <a:off x="9164450" y="1022450"/>
            <a:ext cx="117947" cy="2788859"/>
          </a:xfrm>
          <a:prstGeom prst="rightBracket">
            <a:avLst/>
          </a:prstGeom>
          <a:noFill/>
          <a:ln w="9525" cap="rnd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nl-NL" sz="24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BCE6-CC3C-C0E8-9726-FF671D7D8B35}"/>
              </a:ext>
            </a:extLst>
          </p:cNvPr>
          <p:cNvSpPr txBox="1"/>
          <p:nvPr/>
        </p:nvSpPr>
        <p:spPr>
          <a:xfrm>
            <a:off x="1220836" y="2591955"/>
            <a:ext cx="2801186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Kick-off </a:t>
            </a:r>
            <a:r>
              <a:rPr lang="nl-NL" sz="900" noProof="0" dirty="0" err="1"/>
              <a:t>session</a:t>
            </a:r>
            <a:r>
              <a:rPr lang="nl-NL" sz="900" noProof="0" dirty="0"/>
              <a:t> </a:t>
            </a:r>
            <a:r>
              <a:rPr lang="nl-NL" sz="900" noProof="0" dirty="0" err="1"/>
              <a:t>and</a:t>
            </a:r>
            <a:r>
              <a:rPr lang="nl-NL" sz="900" noProof="0" dirty="0"/>
              <a:t> </a:t>
            </a:r>
            <a:r>
              <a:rPr lang="nl-NL" sz="900" noProof="0" dirty="0" err="1"/>
              <a:t>alignment</a:t>
            </a:r>
            <a:r>
              <a:rPr lang="nl-NL" sz="900" noProof="0" dirty="0"/>
              <a:t> on scope </a:t>
            </a:r>
            <a:r>
              <a:rPr lang="nl-NL" sz="900" noProof="0" dirty="0" err="1"/>
              <a:t>and</a:t>
            </a:r>
            <a:r>
              <a:rPr lang="nl-NL" sz="900" noProof="0" dirty="0"/>
              <a:t> team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Data access </a:t>
            </a:r>
            <a:r>
              <a:rPr lang="nl-NL" sz="900" noProof="0" dirty="0" err="1"/>
              <a:t>and</a:t>
            </a:r>
            <a:r>
              <a:rPr lang="nl-NL" sz="900" noProof="0" dirty="0"/>
              <a:t> </a:t>
            </a:r>
            <a:r>
              <a:rPr lang="nl-NL" sz="900" noProof="0" dirty="0" err="1"/>
              <a:t>documentation</a:t>
            </a:r>
            <a:r>
              <a:rPr lang="nl-NL" sz="900" noProof="0" dirty="0"/>
              <a:t> </a:t>
            </a:r>
            <a:r>
              <a:rPr lang="nl-NL" sz="900" noProof="0" dirty="0" err="1"/>
              <a:t>sharing</a:t>
            </a:r>
            <a:endParaRPr lang="nl-NL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 err="1"/>
              <a:t>Initial</a:t>
            </a:r>
            <a:r>
              <a:rPr lang="nl-NL" sz="900" noProof="0" dirty="0"/>
              <a:t> stakeholder interviews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Review of </a:t>
            </a:r>
            <a:r>
              <a:rPr lang="nl-NL" sz="900" noProof="0" dirty="0" err="1"/>
              <a:t>current</a:t>
            </a:r>
            <a:r>
              <a:rPr lang="nl-NL" sz="900" noProof="0" dirty="0"/>
              <a:t> </a:t>
            </a:r>
            <a:r>
              <a:rPr lang="nl-NL" sz="900" noProof="0" dirty="0" err="1"/>
              <a:t>documentation</a:t>
            </a:r>
            <a:r>
              <a:rPr lang="nl-NL" sz="900" noProof="0" dirty="0"/>
              <a:t> </a:t>
            </a:r>
            <a:r>
              <a:rPr lang="nl-NL" sz="900" noProof="0" dirty="0" err="1"/>
              <a:t>and</a:t>
            </a:r>
            <a:r>
              <a:rPr lang="nl-NL" sz="900" noProof="0" dirty="0"/>
              <a:t> systems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A9CC6F-F9FF-CA96-5CB9-96E0967C5E1D}"/>
              </a:ext>
            </a:extLst>
          </p:cNvPr>
          <p:cNvCxnSpPr>
            <a:cxnSpLocks/>
          </p:cNvCxnSpPr>
          <p:nvPr/>
        </p:nvCxnSpPr>
        <p:spPr>
          <a:xfrm flipV="1">
            <a:off x="1220834" y="5050081"/>
            <a:ext cx="9574984" cy="9904"/>
          </a:xfrm>
          <a:prstGeom prst="straightConnector1">
            <a:avLst/>
          </a:prstGeom>
          <a:ln w="76200">
            <a:gradFill>
              <a:gsLst>
                <a:gs pos="0">
                  <a:srgbClr val="00B4B4"/>
                </a:gs>
                <a:gs pos="46000">
                  <a:schemeClr val="accent1">
                    <a:lumMod val="45000"/>
                    <a:lumOff val="55000"/>
                  </a:schemeClr>
                </a:gs>
                <a:gs pos="57000">
                  <a:schemeClr val="accent1">
                    <a:lumMod val="45000"/>
                    <a:lumOff val="55000"/>
                  </a:schemeClr>
                </a:gs>
                <a:gs pos="100000">
                  <a:srgbClr val="6A1D58"/>
                </a:gs>
              </a:gsLst>
              <a:lin ang="10800000" scaled="0"/>
            </a:gra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14B9E13-EF65-D519-A58E-B6372331EB5E}"/>
              </a:ext>
            </a:extLst>
          </p:cNvPr>
          <p:cNvSpPr>
            <a:spLocks noChangeAspect="1"/>
          </p:cNvSpPr>
          <p:nvPr/>
        </p:nvSpPr>
        <p:spPr>
          <a:xfrm>
            <a:off x="1406984" y="4975866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430F36-DCB0-B01E-D899-7F6663AF736F}"/>
              </a:ext>
            </a:extLst>
          </p:cNvPr>
          <p:cNvCxnSpPr>
            <a:cxnSpLocks/>
          </p:cNvCxnSpPr>
          <p:nvPr/>
        </p:nvCxnSpPr>
        <p:spPr>
          <a:xfrm>
            <a:off x="1503909" y="4590894"/>
            <a:ext cx="0" cy="3600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4EB5D7A-F6BD-55EB-66AC-7518B5C5941A}"/>
              </a:ext>
            </a:extLst>
          </p:cNvPr>
          <p:cNvSpPr>
            <a:spLocks noChangeAspect="1"/>
          </p:cNvSpPr>
          <p:nvPr/>
        </p:nvSpPr>
        <p:spPr>
          <a:xfrm>
            <a:off x="2200612" y="4975866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2ED3F-A920-41A4-0F1B-7BF07BB0663A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2286142" y="5155866"/>
            <a:ext cx="4470" cy="429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4562AD-6FE5-6AC7-549C-77F5BFEEDB22}"/>
              </a:ext>
            </a:extLst>
          </p:cNvPr>
          <p:cNvSpPr txBox="1"/>
          <p:nvPr/>
        </p:nvSpPr>
        <p:spPr>
          <a:xfrm>
            <a:off x="1757238" y="4108068"/>
            <a:ext cx="2074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1200" noProof="0" dirty="0" err="1">
                <a:solidFill>
                  <a:srgbClr val="6A1D58"/>
                </a:solidFill>
              </a:rPr>
              <a:t>Organize</a:t>
            </a:r>
            <a:r>
              <a:rPr lang="nl-NL" sz="1200" noProof="0" dirty="0">
                <a:solidFill>
                  <a:srgbClr val="6A1D58"/>
                </a:solidFill>
              </a:rPr>
              <a:t> &amp; plan</a:t>
            </a:r>
          </a:p>
          <a:p>
            <a:pPr algn="l"/>
            <a:r>
              <a:rPr lang="nl-NL" sz="800" noProof="0" dirty="0">
                <a:solidFill>
                  <a:srgbClr val="6A1D58"/>
                </a:solidFill>
              </a:rPr>
              <a:t>(engagement </a:t>
            </a:r>
            <a:r>
              <a:rPr lang="nl-NL" sz="800" noProof="0" dirty="0" err="1">
                <a:solidFill>
                  <a:srgbClr val="6A1D58"/>
                </a:solidFill>
              </a:rPr>
              <a:t>execution</a:t>
            </a:r>
            <a:r>
              <a:rPr lang="nl-NL" sz="800" noProof="0" dirty="0">
                <a:solidFill>
                  <a:srgbClr val="6A1D58"/>
                </a:solidFill>
              </a:rPr>
              <a:t> </a:t>
            </a:r>
            <a:r>
              <a:rPr lang="nl-NL" sz="800" noProof="0" dirty="0" err="1">
                <a:solidFill>
                  <a:srgbClr val="6A1D58"/>
                </a:solidFill>
              </a:rPr>
              <a:t>alignment</a:t>
            </a:r>
            <a:r>
              <a:rPr lang="nl-NL" sz="800" noProof="0" dirty="0">
                <a:solidFill>
                  <a:srgbClr val="6A1D58"/>
                </a:solidFill>
              </a:rPr>
              <a:t> meeting)</a:t>
            </a:r>
            <a:endParaRPr lang="nl-NL" sz="1050" noProof="0" dirty="0">
              <a:solidFill>
                <a:srgbClr val="6A1D5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FDB3C-C8FF-78DA-8401-F709BFC51155}"/>
              </a:ext>
            </a:extLst>
          </p:cNvPr>
          <p:cNvSpPr txBox="1"/>
          <p:nvPr/>
        </p:nvSpPr>
        <p:spPr>
          <a:xfrm>
            <a:off x="2619177" y="5626683"/>
            <a:ext cx="141945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1200" noProof="0" dirty="0">
                <a:solidFill>
                  <a:srgbClr val="6A1D58"/>
                </a:solidFill>
              </a:rPr>
              <a:t>Research </a:t>
            </a:r>
            <a:r>
              <a:rPr lang="nl-NL" sz="1200" noProof="0" dirty="0" err="1">
                <a:solidFill>
                  <a:srgbClr val="6A1D58"/>
                </a:solidFill>
              </a:rPr>
              <a:t>current</a:t>
            </a:r>
            <a:endParaRPr lang="nl-NL" sz="1200" noProof="0" dirty="0">
              <a:solidFill>
                <a:srgbClr val="6A1D58"/>
              </a:solidFill>
            </a:endParaRPr>
          </a:p>
          <a:p>
            <a:pPr algn="l"/>
            <a:r>
              <a:rPr lang="nl-NL" sz="1200" noProof="0" dirty="0">
                <a:solidFill>
                  <a:srgbClr val="6A1D58"/>
                </a:solidFill>
              </a:rPr>
              <a:t>Context </a:t>
            </a:r>
            <a:r>
              <a:rPr lang="nl-NL" sz="800" noProof="0" dirty="0">
                <a:solidFill>
                  <a:srgbClr val="6A1D58"/>
                </a:solidFill>
              </a:rPr>
              <a:t>(desk </a:t>
            </a:r>
            <a:r>
              <a:rPr lang="nl-NL" sz="800" noProof="0" dirty="0" err="1">
                <a:solidFill>
                  <a:srgbClr val="6A1D58"/>
                </a:solidFill>
              </a:rPr>
              <a:t>study</a:t>
            </a:r>
            <a:r>
              <a:rPr lang="nl-NL" sz="800" noProof="0" dirty="0">
                <a:solidFill>
                  <a:srgbClr val="6A1D58"/>
                </a:solidFill>
              </a:rPr>
              <a:t>)</a:t>
            </a:r>
          </a:p>
          <a:p>
            <a:pPr algn="l"/>
            <a:endParaRPr lang="nl-NL" sz="1000" noProof="0" dirty="0">
              <a:solidFill>
                <a:srgbClr val="6A1D58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811F65-F07E-CAB3-265F-C59A34A2DDD1}"/>
              </a:ext>
            </a:extLst>
          </p:cNvPr>
          <p:cNvSpPr>
            <a:spLocks noChangeAspect="1"/>
          </p:cNvSpPr>
          <p:nvPr/>
        </p:nvSpPr>
        <p:spPr>
          <a:xfrm>
            <a:off x="4054596" y="4975866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5E3947-51A5-FCE7-93A3-34AF706D6269}"/>
              </a:ext>
            </a:extLst>
          </p:cNvPr>
          <p:cNvCxnSpPr>
            <a:cxnSpLocks/>
            <a:stCxn id="28" idx="0"/>
            <a:endCxn id="71" idx="2"/>
          </p:cNvCxnSpPr>
          <p:nvPr/>
        </p:nvCxnSpPr>
        <p:spPr>
          <a:xfrm flipH="1" flipV="1">
            <a:off x="4144237" y="4661875"/>
            <a:ext cx="359" cy="3139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E66BA96-795A-D687-3431-F963A6C3BF8F}"/>
              </a:ext>
            </a:extLst>
          </p:cNvPr>
          <p:cNvSpPr txBox="1"/>
          <p:nvPr/>
        </p:nvSpPr>
        <p:spPr>
          <a:xfrm>
            <a:off x="4350865" y="4103131"/>
            <a:ext cx="1713343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300"/>
              </a:spcBef>
            </a:pPr>
            <a:r>
              <a:rPr lang="nl-NL" sz="1200" noProof="0" dirty="0">
                <a:solidFill>
                  <a:srgbClr val="6A1D58"/>
                </a:solidFill>
              </a:rPr>
              <a:t>Tech Interviews</a:t>
            </a:r>
          </a:p>
          <a:p>
            <a:pPr algn="l">
              <a:spcBef>
                <a:spcPts val="300"/>
              </a:spcBef>
            </a:pPr>
            <a:r>
              <a:rPr lang="nl-NL" sz="700" noProof="0" dirty="0">
                <a:solidFill>
                  <a:srgbClr val="6A1D58"/>
                </a:solidFill>
              </a:rPr>
              <a:t>(Semi-</a:t>
            </a:r>
            <a:r>
              <a:rPr lang="nl-NL" sz="700" noProof="0" dirty="0" err="1">
                <a:solidFill>
                  <a:srgbClr val="6A1D58"/>
                </a:solidFill>
              </a:rPr>
              <a:t>structured</a:t>
            </a:r>
            <a:r>
              <a:rPr lang="nl-NL" sz="700" noProof="0" dirty="0">
                <a:solidFill>
                  <a:srgbClr val="6A1D58"/>
                </a:solidFill>
              </a:rPr>
              <a:t>, </a:t>
            </a:r>
            <a:r>
              <a:rPr lang="nl-NL" sz="700" noProof="0" dirty="0" err="1">
                <a:solidFill>
                  <a:srgbClr val="6A1D58"/>
                </a:solidFill>
              </a:rPr>
              <a:t>key</a:t>
            </a:r>
            <a:r>
              <a:rPr lang="nl-NL" sz="700" noProof="0" dirty="0">
                <a:solidFill>
                  <a:srgbClr val="6A1D58"/>
                </a:solidFill>
              </a:rPr>
              <a:t>-stakeholders)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A8A086-D9E8-DACF-0CFD-7D84778552A9}"/>
              </a:ext>
            </a:extLst>
          </p:cNvPr>
          <p:cNvSpPr>
            <a:spLocks noChangeAspect="1"/>
          </p:cNvSpPr>
          <p:nvPr/>
        </p:nvSpPr>
        <p:spPr>
          <a:xfrm>
            <a:off x="6919197" y="4975866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43D67D-685A-F5D4-DBC4-43163C0A06D0}"/>
              </a:ext>
            </a:extLst>
          </p:cNvPr>
          <p:cNvCxnSpPr>
            <a:cxnSpLocks/>
            <a:stCxn id="42" idx="2"/>
            <a:endCxn id="31" idx="0"/>
          </p:cNvCxnSpPr>
          <p:nvPr/>
        </p:nvCxnSpPr>
        <p:spPr>
          <a:xfrm>
            <a:off x="7004898" y="4635193"/>
            <a:ext cx="4299" cy="3406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2DE2928-2DAC-2F90-7D71-4F0D0CF2C20D}"/>
              </a:ext>
            </a:extLst>
          </p:cNvPr>
          <p:cNvSpPr txBox="1"/>
          <p:nvPr/>
        </p:nvSpPr>
        <p:spPr>
          <a:xfrm>
            <a:off x="6022748" y="5521736"/>
            <a:ext cx="1283503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nl-NL" sz="1200" noProof="0" dirty="0">
                <a:solidFill>
                  <a:srgbClr val="6A1D58"/>
                </a:solidFill>
              </a:rPr>
              <a:t>Interview - SDLC</a:t>
            </a:r>
          </a:p>
          <a:p>
            <a:pPr>
              <a:spcBef>
                <a:spcPts val="300"/>
              </a:spcBef>
            </a:pPr>
            <a:r>
              <a:rPr lang="nl-NL" sz="700" noProof="0" dirty="0">
                <a:solidFill>
                  <a:srgbClr val="6A1D58"/>
                </a:solidFill>
              </a:rPr>
              <a:t>(</a:t>
            </a:r>
            <a:r>
              <a:rPr lang="nl-NL" sz="700" noProof="0" dirty="0" err="1">
                <a:solidFill>
                  <a:srgbClr val="6A1D58"/>
                </a:solidFill>
              </a:rPr>
              <a:t>Backlog</a:t>
            </a:r>
            <a:r>
              <a:rPr lang="nl-NL" sz="700" noProof="0" dirty="0">
                <a:solidFill>
                  <a:srgbClr val="6A1D58"/>
                </a:solidFill>
              </a:rPr>
              <a:t> management, procedures </a:t>
            </a:r>
            <a:r>
              <a:rPr lang="nl-NL" sz="700" noProof="0" dirty="0" err="1">
                <a:solidFill>
                  <a:srgbClr val="6A1D58"/>
                </a:solidFill>
              </a:rPr>
              <a:t>and</a:t>
            </a:r>
            <a:r>
              <a:rPr lang="nl-NL" sz="700" noProof="0" dirty="0">
                <a:solidFill>
                  <a:srgbClr val="6A1D58"/>
                </a:solidFill>
              </a:rPr>
              <a:t> </a:t>
            </a:r>
            <a:r>
              <a:rPr lang="nl-NL" sz="700" noProof="0" dirty="0" err="1">
                <a:solidFill>
                  <a:srgbClr val="6A1D58"/>
                </a:solidFill>
              </a:rPr>
              <a:t>policies</a:t>
            </a:r>
            <a:r>
              <a:rPr lang="nl-NL" sz="700" noProof="0" dirty="0">
                <a:solidFill>
                  <a:srgbClr val="6A1D58"/>
                </a:solidFill>
              </a:rPr>
              <a:t>, security </a:t>
            </a:r>
            <a:r>
              <a:rPr lang="nl-NL" sz="700" noProof="0" dirty="0" err="1">
                <a:solidFill>
                  <a:srgbClr val="6A1D58"/>
                </a:solidFill>
              </a:rPr>
              <a:t>and</a:t>
            </a:r>
            <a:r>
              <a:rPr lang="nl-NL" sz="700" noProof="0" dirty="0">
                <a:solidFill>
                  <a:srgbClr val="6A1D58"/>
                </a:solidFill>
              </a:rPr>
              <a:t> compliance)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9B98302-B311-BF70-EC02-06226241B377}"/>
              </a:ext>
            </a:extLst>
          </p:cNvPr>
          <p:cNvSpPr>
            <a:spLocks noChangeAspect="1"/>
          </p:cNvSpPr>
          <p:nvPr/>
        </p:nvSpPr>
        <p:spPr>
          <a:xfrm>
            <a:off x="5757583" y="4960081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F911E3C-44E9-0838-A9F2-B0CC0C505394}"/>
              </a:ext>
            </a:extLst>
          </p:cNvPr>
          <p:cNvCxnSpPr>
            <a:cxnSpLocks/>
            <a:stCxn id="73" idx="0"/>
            <a:endCxn id="35" idx="4"/>
          </p:cNvCxnSpPr>
          <p:nvPr/>
        </p:nvCxnSpPr>
        <p:spPr>
          <a:xfrm flipV="1">
            <a:off x="5847583" y="5140081"/>
            <a:ext cx="0" cy="412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8E77E05-BBC6-13CC-1B20-AC7D0721ABDB}"/>
              </a:ext>
            </a:extLst>
          </p:cNvPr>
          <p:cNvSpPr txBox="1"/>
          <p:nvPr/>
        </p:nvSpPr>
        <p:spPr>
          <a:xfrm>
            <a:off x="7259947" y="4166987"/>
            <a:ext cx="154131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nl-NL" sz="1200" noProof="0" dirty="0">
                <a:solidFill>
                  <a:srgbClr val="6A1D58"/>
                </a:solidFill>
              </a:rPr>
              <a:t>Cross analysis of </a:t>
            </a:r>
            <a:r>
              <a:rPr lang="nl-NL" sz="1200" noProof="0" dirty="0" err="1">
                <a:solidFill>
                  <a:srgbClr val="6A1D58"/>
                </a:solidFill>
              </a:rPr>
              <a:t>findings</a:t>
            </a:r>
            <a:endParaRPr lang="nl-NL" sz="1200" noProof="0" dirty="0"/>
          </a:p>
          <a:p>
            <a:r>
              <a:rPr lang="nl-NL" sz="700" noProof="0" dirty="0">
                <a:solidFill>
                  <a:schemeClr val="tx2"/>
                </a:solidFill>
              </a:rPr>
              <a:t>(</a:t>
            </a:r>
            <a:r>
              <a:rPr lang="nl-NL" sz="700" noProof="0" dirty="0" err="1">
                <a:solidFill>
                  <a:schemeClr val="tx2"/>
                </a:solidFill>
              </a:rPr>
              <a:t>interactive</a:t>
            </a:r>
            <a:r>
              <a:rPr lang="nl-NL" sz="700" noProof="0" dirty="0">
                <a:solidFill>
                  <a:schemeClr val="tx2"/>
                </a:solidFill>
              </a:rPr>
              <a:t> </a:t>
            </a:r>
            <a:r>
              <a:rPr lang="nl-NL" sz="700" noProof="0" dirty="0" err="1">
                <a:solidFill>
                  <a:schemeClr val="tx2"/>
                </a:solidFill>
              </a:rPr>
              <a:t>session</a:t>
            </a:r>
            <a:r>
              <a:rPr lang="nl-NL" sz="700" noProof="0" dirty="0">
                <a:solidFill>
                  <a:schemeClr val="tx2"/>
                </a:solidFill>
              </a:rPr>
              <a:t>)</a:t>
            </a:r>
          </a:p>
          <a:p>
            <a:endParaRPr lang="nl-NL" sz="1200" noProof="0" dirty="0">
              <a:solidFill>
                <a:srgbClr val="6A1D58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546C0C-D1D6-F432-89E3-A465AD027CF3}"/>
              </a:ext>
            </a:extLst>
          </p:cNvPr>
          <p:cNvSpPr>
            <a:spLocks noChangeAspect="1"/>
          </p:cNvSpPr>
          <p:nvPr/>
        </p:nvSpPr>
        <p:spPr>
          <a:xfrm>
            <a:off x="8532092" y="4975866"/>
            <a:ext cx="180000" cy="180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6A1D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algn="l"/>
            <a:endParaRPr lang="nl-NL" sz="1600" noProof="0" dirty="0">
              <a:solidFill>
                <a:schemeClr val="accent4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78BDE9-0F3E-E721-27E6-FB6F352BC002}"/>
              </a:ext>
            </a:extLst>
          </p:cNvPr>
          <p:cNvCxnSpPr>
            <a:cxnSpLocks/>
            <a:endCxn id="39" idx="4"/>
          </p:cNvCxnSpPr>
          <p:nvPr/>
        </p:nvCxnSpPr>
        <p:spPr>
          <a:xfrm flipV="1">
            <a:off x="8622092" y="5155866"/>
            <a:ext cx="0" cy="1868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09C300-1BBE-F30A-EE3B-AAD6707412AA}"/>
              </a:ext>
            </a:extLst>
          </p:cNvPr>
          <p:cNvSpPr txBox="1"/>
          <p:nvPr/>
        </p:nvSpPr>
        <p:spPr>
          <a:xfrm>
            <a:off x="8920371" y="5332321"/>
            <a:ext cx="1710700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300"/>
              </a:spcBef>
            </a:pPr>
            <a:r>
              <a:rPr lang="nl-NL" sz="1200" noProof="0" dirty="0" err="1">
                <a:solidFill>
                  <a:srgbClr val="6A1D58"/>
                </a:solidFill>
              </a:rPr>
              <a:t>Final</a:t>
            </a:r>
            <a:r>
              <a:rPr lang="nl-NL" sz="1200" noProof="0" dirty="0">
                <a:solidFill>
                  <a:srgbClr val="6A1D58"/>
                </a:solidFill>
              </a:rPr>
              <a:t> report out &amp; next steps</a:t>
            </a:r>
          </a:p>
          <a:p>
            <a:pPr algn="l">
              <a:spcBef>
                <a:spcPts val="300"/>
              </a:spcBef>
            </a:pPr>
            <a:r>
              <a:rPr lang="nl-NL" sz="700" noProof="0" dirty="0">
                <a:solidFill>
                  <a:srgbClr val="6A1D58"/>
                </a:solidFill>
              </a:rPr>
              <a:t>(</a:t>
            </a:r>
            <a:r>
              <a:rPr lang="nl-NL" sz="700" noProof="0" dirty="0" err="1">
                <a:solidFill>
                  <a:srgbClr val="6A1D58"/>
                </a:solidFill>
              </a:rPr>
              <a:t>presentation</a:t>
            </a:r>
            <a:r>
              <a:rPr lang="nl-NL" sz="700" noProof="0" dirty="0">
                <a:solidFill>
                  <a:srgbClr val="6A1D58"/>
                </a:solidFill>
              </a:rPr>
              <a:t>, Q&amp;A, </a:t>
            </a:r>
            <a:r>
              <a:rPr lang="nl-NL" sz="700" noProof="0" dirty="0" err="1">
                <a:solidFill>
                  <a:srgbClr val="6A1D58"/>
                </a:solidFill>
              </a:rPr>
              <a:t>discussion</a:t>
            </a:r>
            <a:r>
              <a:rPr lang="nl-NL" sz="700" noProof="0" dirty="0">
                <a:solidFill>
                  <a:srgbClr val="6A1D58"/>
                </a:solidFill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9C3871-5FDA-1425-6E81-C0BB970A2A3B}"/>
              </a:ext>
            </a:extLst>
          </p:cNvPr>
          <p:cNvSpPr txBox="1"/>
          <p:nvPr/>
        </p:nvSpPr>
        <p:spPr>
          <a:xfrm>
            <a:off x="7842215" y="2590527"/>
            <a:ext cx="2885034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 err="1"/>
              <a:t>Structure</a:t>
            </a:r>
            <a:r>
              <a:rPr lang="nl-NL" sz="900" noProof="0" dirty="0"/>
              <a:t> </a:t>
            </a:r>
            <a:r>
              <a:rPr lang="nl-NL" sz="900" noProof="0" dirty="0" err="1"/>
              <a:t>findings</a:t>
            </a:r>
            <a:r>
              <a:rPr lang="nl-NL" sz="900" noProof="0" dirty="0"/>
              <a:t> </a:t>
            </a:r>
            <a:r>
              <a:rPr lang="nl-NL" sz="900" noProof="0" dirty="0" err="1"/>
              <a:t>and</a:t>
            </a:r>
            <a:r>
              <a:rPr lang="nl-NL" sz="900" noProof="0" dirty="0"/>
              <a:t> </a:t>
            </a:r>
            <a:r>
              <a:rPr lang="nl-NL" sz="900" noProof="0" dirty="0" err="1"/>
              <a:t>recommendations</a:t>
            </a:r>
            <a:endParaRPr lang="nl-NL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 err="1"/>
              <a:t>Deliver</a:t>
            </a:r>
            <a:r>
              <a:rPr lang="nl-NL" sz="900" noProof="0" dirty="0"/>
              <a:t>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 err="1"/>
              <a:t>Final</a:t>
            </a:r>
            <a:r>
              <a:rPr lang="nl-NL" sz="900" noProof="0" dirty="0"/>
              <a:t> </a:t>
            </a:r>
            <a:r>
              <a:rPr lang="nl-NL" sz="900" noProof="0" dirty="0" err="1"/>
              <a:t>presentation</a:t>
            </a:r>
            <a:r>
              <a:rPr lang="nl-NL" sz="900" noProof="0" dirty="0"/>
              <a:t> </a:t>
            </a:r>
            <a:r>
              <a:rPr lang="nl-NL" sz="900" noProof="0" dirty="0" err="1"/>
              <a:t>and</a:t>
            </a:r>
            <a:r>
              <a:rPr lang="nl-NL" sz="900" noProof="0" dirty="0"/>
              <a:t> Q&amp;A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C8BB2D-BB2E-631A-45FF-A68364FF7D42}"/>
              </a:ext>
            </a:extLst>
          </p:cNvPr>
          <p:cNvSpPr txBox="1"/>
          <p:nvPr/>
        </p:nvSpPr>
        <p:spPr>
          <a:xfrm>
            <a:off x="4548889" y="1870492"/>
            <a:ext cx="278885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nl-NL" sz="1100" b="1" noProof="0" dirty="0" err="1">
                <a:solidFill>
                  <a:srgbClr val="CB7DC7"/>
                </a:solidFill>
              </a:rPr>
              <a:t>Analyze</a:t>
            </a:r>
            <a:r>
              <a:rPr lang="nl-NL" sz="1100" b="1" noProof="0" dirty="0">
                <a:solidFill>
                  <a:srgbClr val="CB7DC7"/>
                </a:solidFill>
              </a:rPr>
              <a:t> </a:t>
            </a:r>
            <a:r>
              <a:rPr lang="nl-NL" sz="1100" b="1" noProof="0" dirty="0" err="1">
                <a:solidFill>
                  <a:srgbClr val="CB7DC7"/>
                </a:solidFill>
              </a:rPr>
              <a:t>and</a:t>
            </a:r>
            <a:r>
              <a:rPr lang="nl-NL" sz="1100" b="1" noProof="0" dirty="0">
                <a:solidFill>
                  <a:srgbClr val="CB7DC7"/>
                </a:solidFill>
              </a:rPr>
              <a:t> </a:t>
            </a:r>
            <a:r>
              <a:rPr lang="nl-NL" sz="1100" b="1" noProof="0" dirty="0" err="1">
                <a:solidFill>
                  <a:srgbClr val="CB7DC7"/>
                </a:solidFill>
              </a:rPr>
              <a:t>Validate</a:t>
            </a:r>
            <a:endParaRPr lang="nl-NL" sz="1100" b="1" noProof="0" dirty="0">
              <a:solidFill>
                <a:srgbClr val="CB7DC7"/>
              </a:solidFill>
              <a:cs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131ECA-238E-AEFD-D3BE-18349FFA772D}"/>
              </a:ext>
            </a:extLst>
          </p:cNvPr>
          <p:cNvSpPr/>
          <p:nvPr/>
        </p:nvSpPr>
        <p:spPr bwMode="auto">
          <a:xfrm>
            <a:off x="4536563" y="2173772"/>
            <a:ext cx="2788859" cy="45719"/>
          </a:xfrm>
          <a:prstGeom prst="rect">
            <a:avLst/>
          </a:prstGeom>
          <a:solidFill>
            <a:srgbClr val="CB7DC7"/>
          </a:solidFill>
          <a:ln w="9525" cap="flat" cmpd="sng" algn="ctr">
            <a:solidFill>
              <a:srgbClr val="CB7DC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929194" fontAlgn="base">
              <a:spcBef>
                <a:spcPct val="0"/>
              </a:spcBef>
              <a:spcAft>
                <a:spcPct val="0"/>
              </a:spcAft>
            </a:pPr>
            <a:endParaRPr lang="nl-NL" sz="1600" noProof="0" dirty="0">
              <a:solidFill>
                <a:srgbClr val="009862"/>
              </a:solidFill>
            </a:endParaRPr>
          </a:p>
        </p:txBody>
      </p:sp>
      <p:sp>
        <p:nvSpPr>
          <p:cNvPr id="50" name="Right Bracket 49">
            <a:extLst>
              <a:ext uri="{FF2B5EF4-FFF2-40B4-BE49-F238E27FC236}">
                <a16:creationId xmlns:a16="http://schemas.microsoft.com/office/drawing/2014/main" id="{FB7FD189-4467-7F87-495A-6BE6A637D1D5}"/>
              </a:ext>
            </a:extLst>
          </p:cNvPr>
          <p:cNvSpPr/>
          <p:nvPr/>
        </p:nvSpPr>
        <p:spPr bwMode="auto">
          <a:xfrm rot="16200000">
            <a:off x="5856916" y="1051576"/>
            <a:ext cx="117947" cy="2734001"/>
          </a:xfrm>
          <a:prstGeom prst="rightBracket">
            <a:avLst/>
          </a:prstGeom>
          <a:noFill/>
          <a:ln w="9525" cap="rnd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nl-NL" sz="2400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ACE3D6-8158-B36A-3249-8FD0CC33E408}"/>
              </a:ext>
            </a:extLst>
          </p:cNvPr>
          <p:cNvSpPr txBox="1"/>
          <p:nvPr/>
        </p:nvSpPr>
        <p:spPr>
          <a:xfrm>
            <a:off x="4536563" y="2590527"/>
            <a:ext cx="2801186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In-</a:t>
            </a:r>
            <a:r>
              <a:rPr lang="nl-NL" sz="900" noProof="0" dirty="0" err="1"/>
              <a:t>depth</a:t>
            </a:r>
            <a:r>
              <a:rPr lang="nl-NL" sz="900" noProof="0" dirty="0"/>
              <a:t> interviews (e.g., </a:t>
            </a:r>
            <a:r>
              <a:rPr lang="nl-NL" sz="900" noProof="0" dirty="0" err="1"/>
              <a:t>architecture</a:t>
            </a:r>
            <a:r>
              <a:rPr lang="nl-NL" sz="900" noProof="0" dirty="0"/>
              <a:t>, SDLC, </a:t>
            </a:r>
            <a:r>
              <a:rPr lang="nl-NL" sz="900" noProof="0" dirty="0" err="1"/>
              <a:t>DevOps</a:t>
            </a:r>
            <a:r>
              <a:rPr lang="nl-NL" sz="900" noProof="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Code review or </a:t>
            </a:r>
            <a:r>
              <a:rPr lang="nl-NL" sz="900" noProof="0" dirty="0" err="1"/>
              <a:t>quality</a:t>
            </a:r>
            <a:r>
              <a:rPr lang="nl-NL" sz="900" noProof="0" dirty="0"/>
              <a:t> </a:t>
            </a:r>
            <a:r>
              <a:rPr lang="nl-NL" sz="900" noProof="0" dirty="0" err="1"/>
              <a:t>deep-dive</a:t>
            </a:r>
            <a:endParaRPr lang="nl-NL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/>
              <a:t>Cross-analysis of </a:t>
            </a:r>
            <a:r>
              <a:rPr lang="nl-NL" sz="900" noProof="0" dirty="0" err="1"/>
              <a:t>findings</a:t>
            </a:r>
            <a:endParaRPr lang="nl-NL" sz="9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900" noProof="0" dirty="0" err="1"/>
              <a:t>Validation</a:t>
            </a:r>
            <a:r>
              <a:rPr lang="nl-NL" sz="900" noProof="0" dirty="0"/>
              <a:t> </a:t>
            </a:r>
            <a:r>
              <a:rPr lang="nl-NL" sz="900" noProof="0" dirty="0" err="1"/>
              <a:t>session</a:t>
            </a:r>
            <a:r>
              <a:rPr lang="nl-NL" sz="900" noProof="0" dirty="0"/>
              <a:t> </a:t>
            </a:r>
            <a:r>
              <a:rPr lang="nl-NL" sz="900" noProof="0" dirty="0" err="1"/>
              <a:t>with</a:t>
            </a:r>
            <a:r>
              <a:rPr lang="nl-NL" sz="900" noProof="0" dirty="0"/>
              <a:t> client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4375BBE-2D82-B727-9C0E-58ED558D880A}"/>
              </a:ext>
            </a:extLst>
          </p:cNvPr>
          <p:cNvSpPr/>
          <p:nvPr/>
        </p:nvSpPr>
        <p:spPr bwMode="auto">
          <a:xfrm>
            <a:off x="7842218" y="2173772"/>
            <a:ext cx="2788859" cy="45719"/>
          </a:xfrm>
          <a:prstGeom prst="rect">
            <a:avLst/>
          </a:prstGeom>
          <a:solidFill>
            <a:srgbClr val="00B4B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929194" fontAlgn="base">
              <a:spcBef>
                <a:spcPct val="0"/>
              </a:spcBef>
              <a:spcAft>
                <a:spcPct val="0"/>
              </a:spcAft>
            </a:pPr>
            <a:endParaRPr lang="nl-NL" sz="1600" noProof="0" dirty="0">
              <a:solidFill>
                <a:srgbClr val="00986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DCC68F-0A92-3489-733F-9452C5894851}"/>
              </a:ext>
            </a:extLst>
          </p:cNvPr>
          <p:cNvSpPr txBox="1"/>
          <p:nvPr/>
        </p:nvSpPr>
        <p:spPr>
          <a:xfrm>
            <a:off x="2216043" y="2252304"/>
            <a:ext cx="766557" cy="246221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 sz="1000" noProof="0" dirty="0">
                <a:solidFill>
                  <a:srgbClr val="6A1D58"/>
                </a:solidFill>
              </a:rPr>
              <a:t>1-2 weeks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5345F4-88E9-F0E6-ACFA-0D65EF4F71D6}"/>
              </a:ext>
            </a:extLst>
          </p:cNvPr>
          <p:cNvSpPr txBox="1"/>
          <p:nvPr/>
        </p:nvSpPr>
        <p:spPr>
          <a:xfrm>
            <a:off x="5548996" y="2252303"/>
            <a:ext cx="766557" cy="246221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 sz="1000" noProof="0" dirty="0">
                <a:solidFill>
                  <a:srgbClr val="CB7DC7"/>
                </a:solidFill>
              </a:rPr>
              <a:t>2-3 weeks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F21882-C8CE-8901-A459-77458CD433F7}"/>
              </a:ext>
            </a:extLst>
          </p:cNvPr>
          <p:cNvSpPr txBox="1"/>
          <p:nvPr/>
        </p:nvSpPr>
        <p:spPr>
          <a:xfrm>
            <a:off x="8930595" y="2256938"/>
            <a:ext cx="588623" cy="246221"/>
          </a:xfrm>
          <a:prstGeom prst="rect">
            <a:avLst/>
          </a:prstGeom>
          <a:solidFill>
            <a:srgbClr val="F7F9FD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nl-NL" sz="1000" noProof="0" dirty="0">
                <a:solidFill>
                  <a:srgbClr val="00B4B5"/>
                </a:solidFill>
              </a:rPr>
              <a:t>1 week</a:t>
            </a:r>
          </a:p>
        </p:txBody>
      </p:sp>
      <p:pic>
        <p:nvPicPr>
          <p:cNvPr id="69" name="Picture 68" descr="Qr code&#10;&#10;Description automatically generated">
            <a:extLst>
              <a:ext uri="{FF2B5EF4-FFF2-40B4-BE49-F238E27FC236}">
                <a16:creationId xmlns:a16="http://schemas.microsoft.com/office/drawing/2014/main" id="{A89D8F73-3A4A-5726-7396-A98D1BAA30C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6024" y="4108224"/>
            <a:ext cx="482670" cy="48267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719BDAC5-CB20-A945-5214-9928EF01D5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6868" y="5573805"/>
            <a:ext cx="438548" cy="438548"/>
          </a:xfrm>
          <a:prstGeom prst="rect">
            <a:avLst/>
          </a:prstGeom>
        </p:spPr>
      </p:pic>
      <p:pic>
        <p:nvPicPr>
          <p:cNvPr id="71" name="Picture 70" descr="Icon&#10;&#10;Description automatically generated">
            <a:extLst>
              <a:ext uri="{FF2B5EF4-FFF2-40B4-BE49-F238E27FC236}">
                <a16:creationId xmlns:a16="http://schemas.microsoft.com/office/drawing/2014/main" id="{B73FF78D-2AC3-BBFF-061C-B9E038F9B61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252" y="4115905"/>
            <a:ext cx="545970" cy="545970"/>
          </a:xfrm>
          <a:prstGeom prst="rect">
            <a:avLst/>
          </a:prstGeom>
        </p:spPr>
      </p:pic>
      <p:pic>
        <p:nvPicPr>
          <p:cNvPr id="73" name="Picture 72" descr="Icon&#10;&#10;Description automatically generated">
            <a:extLst>
              <a:ext uri="{FF2B5EF4-FFF2-40B4-BE49-F238E27FC236}">
                <a16:creationId xmlns:a16="http://schemas.microsoft.com/office/drawing/2014/main" id="{F25CB5A4-C033-F25D-8E4A-2D8A68994A8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598" y="5552681"/>
            <a:ext cx="545970" cy="545970"/>
          </a:xfrm>
          <a:prstGeom prst="rect">
            <a:avLst/>
          </a:prstGeom>
        </p:spPr>
      </p:pic>
      <p:pic>
        <p:nvPicPr>
          <p:cNvPr id="76" name="Picture 75" descr="A close up of a sign&#10;&#10;Description automatically generated">
            <a:extLst>
              <a:ext uri="{FF2B5EF4-FFF2-40B4-BE49-F238E27FC236}">
                <a16:creationId xmlns:a16="http://schemas.microsoft.com/office/drawing/2014/main" id="{8E4317CA-FDE3-93CD-402C-2F8A8B2CB26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7004" y="5342299"/>
            <a:ext cx="577459" cy="5774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0A2BD8-B499-EA13-611B-45D5EA5402A6}"/>
              </a:ext>
            </a:extLst>
          </p:cNvPr>
          <p:cNvSpPr txBox="1"/>
          <p:nvPr/>
        </p:nvSpPr>
        <p:spPr>
          <a:xfrm rot="16200000">
            <a:off x="706799" y="2077588"/>
            <a:ext cx="60602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33" noProof="0" dirty="0" err="1"/>
              <a:t>Phase</a:t>
            </a:r>
            <a:endParaRPr lang="nl-NL" sz="933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1FCB2-0F07-94C6-7C08-1100D9D0D55A}"/>
              </a:ext>
            </a:extLst>
          </p:cNvPr>
          <p:cNvSpPr txBox="1"/>
          <p:nvPr/>
        </p:nvSpPr>
        <p:spPr>
          <a:xfrm rot="16200000">
            <a:off x="566738" y="2878178"/>
            <a:ext cx="869950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33" noProof="0" dirty="0" err="1"/>
              <a:t>Milestones</a:t>
            </a:r>
            <a:endParaRPr lang="nl-NL" sz="933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B11710-A3E2-863F-EBCC-4D9B0A00FEFF}"/>
              </a:ext>
            </a:extLst>
          </p:cNvPr>
          <p:cNvCxnSpPr>
            <a:cxnSpLocks/>
          </p:cNvCxnSpPr>
          <p:nvPr/>
        </p:nvCxnSpPr>
        <p:spPr bwMode="auto">
          <a:xfrm>
            <a:off x="891859" y="2488037"/>
            <a:ext cx="212481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DE8480-BC88-6835-5985-E2F2D71B8AFF}"/>
              </a:ext>
            </a:extLst>
          </p:cNvPr>
          <p:cNvCxnSpPr>
            <a:cxnSpLocks/>
          </p:cNvCxnSpPr>
          <p:nvPr/>
        </p:nvCxnSpPr>
        <p:spPr bwMode="auto">
          <a:xfrm>
            <a:off x="891859" y="3449171"/>
            <a:ext cx="212481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BB12E5-FAA2-59F2-BAD7-8D0E11061BCF}"/>
              </a:ext>
            </a:extLst>
          </p:cNvPr>
          <p:cNvCxnSpPr>
            <a:cxnSpLocks/>
          </p:cNvCxnSpPr>
          <p:nvPr/>
        </p:nvCxnSpPr>
        <p:spPr bwMode="auto">
          <a:xfrm>
            <a:off x="1220836" y="3547188"/>
            <a:ext cx="2801185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4C551A-1A4C-7DC6-D06E-D7A6D27F683D}"/>
              </a:ext>
            </a:extLst>
          </p:cNvPr>
          <p:cNvCxnSpPr>
            <a:cxnSpLocks/>
          </p:cNvCxnSpPr>
          <p:nvPr/>
        </p:nvCxnSpPr>
        <p:spPr bwMode="auto">
          <a:xfrm>
            <a:off x="4536563" y="3545760"/>
            <a:ext cx="2801185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103A7C-81CB-47FE-9936-214E67E3F68D}"/>
              </a:ext>
            </a:extLst>
          </p:cNvPr>
          <p:cNvCxnSpPr>
            <a:cxnSpLocks/>
          </p:cNvCxnSpPr>
          <p:nvPr/>
        </p:nvCxnSpPr>
        <p:spPr bwMode="auto">
          <a:xfrm>
            <a:off x="7858779" y="3540600"/>
            <a:ext cx="2801185" cy="0"/>
          </a:xfrm>
          <a:prstGeom prst="line">
            <a:avLst/>
          </a:prstGeom>
          <a:solidFill>
            <a:schemeClr val="accent1"/>
          </a:solidFill>
          <a:ln w="9525" cap="rnd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3D69023B-22B3-4147-8E09-574EA4A723D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7676" y="4160750"/>
            <a:ext cx="474443" cy="4744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715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Xebia">
      <a:dk1>
        <a:srgbClr val="595959"/>
      </a:dk1>
      <a:lt1>
        <a:srgbClr val="FFFFFF"/>
      </a:lt1>
      <a:dk2>
        <a:srgbClr val="6C1D5F"/>
      </a:dk2>
      <a:lt2>
        <a:srgbClr val="E7E6E6"/>
      </a:lt2>
      <a:accent1>
        <a:srgbClr val="491E47"/>
      </a:accent1>
      <a:accent2>
        <a:srgbClr val="5C4F61"/>
      </a:accent2>
      <a:accent3>
        <a:srgbClr val="9D92B2"/>
      </a:accent3>
      <a:accent4>
        <a:srgbClr val="F7F8FC"/>
      </a:accent4>
      <a:accent5>
        <a:srgbClr val="A1A1A1"/>
      </a:accent5>
      <a:accent6>
        <a:srgbClr val="222222"/>
      </a:accent6>
      <a:hlink>
        <a:srgbClr val="06A99C"/>
      </a:hlink>
      <a:folHlink>
        <a:srgbClr val="FF61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ebia_Quality_[ClientName]_assessment_date_template" id="{FE535DB2-12DF-054C-96F9-BB10351E2ED4}" vid="{C69F0E24-3974-BC46-A9A6-C6643E3C925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317CCCD-AE78-4B50-89D1-DDE82772BD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ECE2D2-9BA2-44F1-89DA-5D62B7403C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92B0E3-E7DD-4B46-9823-156F41B67B11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During the three phases of the review, we explore, analyze and evaluate the architecture and software quality through multiple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2026-01-28T14:05:51Z</dcterms:created>
  <dcterms:modified xsi:type="dcterms:W3CDTF">2026-01-28T14:09:43Z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