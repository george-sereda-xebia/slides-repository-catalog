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14748162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53AB4D-7721-84B7-C277-96E20F6F3FA3}" v="2" dt="2026-01-22T14:29:54.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6A53AB4D-7721-84B7-C277-96E20F6F3FA3}"/>
    <pc:docChg chg="addSld delSld">
      <pc:chgData name="George Sereda" userId="S::george.sereda@xebia.com::5e824fc6-3a6a-482b-8597-f9374fb4b421" providerId="AD" clId="Web-{6A53AB4D-7721-84B7-C277-96E20F6F3FA3}" dt="2026-01-22T14:29:54.589" v="1"/>
      <pc:docMkLst>
        <pc:docMk/>
      </pc:docMkLst>
      <pc:sldChg chg="del">
        <pc:chgData name="George Sereda" userId="S::george.sereda@xebia.com::5e824fc6-3a6a-482b-8597-f9374fb4b421" providerId="AD" clId="Web-{6A53AB4D-7721-84B7-C277-96E20F6F3FA3}" dt="2026-01-22T14:29:54.589" v="1"/>
        <pc:sldMkLst>
          <pc:docMk/>
          <pc:sldMk cId="109857222" sldId="256"/>
        </pc:sldMkLst>
      </pc:sldChg>
      <pc:sldChg chg="add">
        <pc:chgData name="George Sereda" userId="S::george.sereda@xebia.com::5e824fc6-3a6a-482b-8597-f9374fb4b421" providerId="AD" clId="Web-{6A53AB4D-7721-84B7-C277-96E20F6F3FA3}" dt="2026-01-22T14:29:51.963" v="0"/>
        <pc:sldMkLst>
          <pc:docMk/>
          <pc:sldMk cId="634068098" sldId="2147481621"/>
        </pc:sldMkLst>
      </pc:sldChg>
      <pc:sldMasterChg chg="addSldLayout">
        <pc:chgData name="George Sereda" userId="S::george.sereda@xebia.com::5e824fc6-3a6a-482b-8597-f9374fb4b421" providerId="AD" clId="Web-{6A53AB4D-7721-84B7-C277-96E20F6F3FA3}" dt="2026-01-22T14:29:51.963" v="0"/>
        <pc:sldMasterMkLst>
          <pc:docMk/>
          <pc:sldMasterMk cId="2460954070" sldId="2147483660"/>
        </pc:sldMasterMkLst>
        <pc:sldLayoutChg chg="add">
          <pc:chgData name="George Sereda" userId="S::george.sereda@xebia.com::5e824fc6-3a6a-482b-8597-f9374fb4b421" providerId="AD" clId="Web-{6A53AB4D-7721-84B7-C277-96E20F6F3FA3}" dt="2026-01-22T14:29:51.963" v="0"/>
          <pc:sldLayoutMkLst>
            <pc:docMk/>
            <pc:sldMasterMk cId="2460954070" sldId="2147483660"/>
            <pc:sldLayoutMk cId="3665852242"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_01">
    <p:bg>
      <p:bgPr>
        <a:solidFill>
          <a:srgbClr val="FFFFFF"/>
        </a:solidFill>
        <a:effectLst/>
      </p:bgPr>
    </p:bg>
    <p:spTree>
      <p:nvGrpSpPr>
        <p:cNvPr id="1" name=""/>
        <p:cNvGrpSpPr/>
        <p:nvPr/>
      </p:nvGrpSpPr>
      <p:grpSpPr>
        <a:xfrm>
          <a:off x="0" y="0"/>
          <a:ext cx="0" cy="0"/>
          <a:chOff x="0" y="0"/>
          <a:chExt cx="0" cy="0"/>
        </a:xfrm>
      </p:grpSpPr>
      <p:sp>
        <p:nvSpPr>
          <p:cNvPr id="4" name="Text 0"/>
          <p:cNvSpPr>
            <a:spLocks noGrp="1"/>
          </p:cNvSpPr>
          <p:nvPr>
            <p:ph type="body" idx="102" hasCustomPrompt="1"/>
          </p:nvPr>
        </p:nvSpPr>
        <p:spPr>
          <a:xfrm>
            <a:off x="406400" y="374650"/>
            <a:ext cx="184150" cy="177800"/>
          </a:xfrm>
          <a:prstGeom prst="rect">
            <a:avLst/>
          </a:prstGeom>
          <a:noFill/>
          <a:ln/>
        </p:spPr>
        <p:txBody>
          <a:bodyPr wrap="square" lIns="0" tIns="0" rIns="0" bIns="0" rtlCol="0" anchor="t"/>
          <a:lstStyle>
            <a:lvl1pPr marL="0" indent="0" algn="l">
              <a:lnSpc>
                <a:spcPts val="1400"/>
              </a:lnSpc>
              <a:buNone/>
              <a:defRPr lang="en-US" sz="1050" kern="0" spc="-50" dirty="0">
                <a:solidFill>
                  <a:schemeClr val="tx1"/>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00</a:t>
            </a:r>
            <a:endParaRPr lang="en-US" sz="1050"/>
          </a:p>
        </p:txBody>
      </p:sp>
      <p:sp>
        <p:nvSpPr>
          <p:cNvPr id="5" name="Text 0"/>
          <p:cNvSpPr>
            <a:spLocks noGrp="1"/>
          </p:cNvSpPr>
          <p:nvPr>
            <p:ph type="body" idx="103" hasCustomPrompt="1"/>
          </p:nvPr>
        </p:nvSpPr>
        <p:spPr>
          <a:xfrm>
            <a:off x="1092200" y="374650"/>
            <a:ext cx="742950" cy="177800"/>
          </a:xfrm>
          <a:prstGeom prst="rect">
            <a:avLst/>
          </a:prstGeom>
          <a:noFill/>
          <a:ln/>
        </p:spPr>
        <p:txBody>
          <a:bodyPr wrap="square" lIns="0" tIns="0" rIns="0" bIns="0" rtlCol="0" anchor="t"/>
          <a:lstStyle>
            <a:lvl1pPr marL="0" indent="0" algn="l">
              <a:lnSpc>
                <a:spcPts val="1400"/>
              </a:lnSpc>
              <a:buNone/>
              <a:defRPr lang="en-US" sz="1067" kern="0" spc="-50" dirty="0">
                <a:solidFill>
                  <a:schemeClr val="tx1"/>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Section title</a:t>
            </a:r>
            <a:endParaRPr lang="en-US" sz="1050"/>
          </a:p>
        </p:txBody>
      </p:sp>
      <p:sp>
        <p:nvSpPr>
          <p:cNvPr id="6" name="Text 0"/>
          <p:cNvSpPr>
            <a:spLocks noGrp="1"/>
          </p:cNvSpPr>
          <p:nvPr>
            <p:ph type="body" idx="104" hasCustomPrompt="1"/>
          </p:nvPr>
        </p:nvSpPr>
        <p:spPr>
          <a:xfrm>
            <a:off x="406401" y="1009650"/>
            <a:ext cx="7507817" cy="636072"/>
          </a:xfrm>
          <a:prstGeom prst="rect">
            <a:avLst/>
          </a:prstGeom>
          <a:noFill/>
          <a:ln/>
        </p:spPr>
        <p:txBody>
          <a:bodyPr wrap="square" lIns="0" tIns="0" rIns="0" bIns="0" rtlCol="0" anchor="t">
            <a:spAutoFit/>
          </a:bodyPr>
          <a:lstStyle>
            <a:lvl1pPr marL="0" indent="0" algn="l">
              <a:lnSpc>
                <a:spcPts val="4900"/>
              </a:lnSpc>
              <a:buNone/>
              <a:defRPr lang="en-US" sz="5600" kern="0" spc="-200" dirty="0">
                <a:solidFill>
                  <a:schemeClr val="tx1"/>
                </a:solidFill>
                <a:latin typeface="Suisse Int'l Regular" pitchFamily="34" charset="0"/>
                <a:ea typeface="Suisse Int'l Regular" pitchFamily="34" charset="-122"/>
                <a:cs typeface="Suisse Int'l Regular" pitchFamily="34" charset="-120"/>
              </a:defRPr>
            </a:lvl1pPr>
          </a:lstStyle>
          <a:p>
            <a:pPr marL="0" indent="0" algn="l">
              <a:lnSpc>
                <a:spcPts val="4900"/>
              </a:lnSpc>
              <a:buNone/>
            </a:pPr>
            <a:r>
              <a:rPr lang="en-US" sz="5600" kern="0" spc="-200">
                <a:solidFill>
                  <a:srgbClr val="000000"/>
                </a:solidFill>
                <a:latin typeface="Suisse Int'l Regular" pitchFamily="34" charset="0"/>
                <a:ea typeface="Suisse Int'l Regular" pitchFamily="34" charset="-122"/>
                <a:cs typeface="Suisse Int'l Regular" pitchFamily="34" charset="-120"/>
              </a:rPr>
              <a:t>Title</a:t>
            </a:r>
            <a:endParaRPr lang="en-US" sz="5600"/>
          </a:p>
        </p:txBody>
      </p:sp>
      <p:pic>
        <p:nvPicPr>
          <p:cNvPr id="8" name="Line 14" descr="preencoded.png">
            <a:extLst>
              <a:ext uri="{FF2B5EF4-FFF2-40B4-BE49-F238E27FC236}">
                <a16:creationId xmlns:a16="http://schemas.microsoft.com/office/drawing/2014/main" id="{3D2953C0-9A80-3505-2248-8517344621C1}"/>
              </a:ext>
            </a:extLst>
          </p:cNvPr>
          <p:cNvPicPr preferRelativeResize="0">
            <a:picLocks/>
          </p:cNvPicPr>
          <p:nvPr userDrawn="1"/>
        </p:nvPicPr>
        <p:blipFill>
          <a:blip r:embed="rId2"/>
          <a:srcRect/>
          <a:stretch/>
        </p:blipFill>
        <p:spPr>
          <a:xfrm>
            <a:off x="406400" y="698500"/>
            <a:ext cx="8350000" cy="2400"/>
          </a:xfrm>
          <a:prstGeom prst="rect">
            <a:avLst/>
          </a:prstGeom>
        </p:spPr>
      </p:pic>
      <p:sp>
        <p:nvSpPr>
          <p:cNvPr id="9" name="Marcador de texto 8">
            <a:extLst>
              <a:ext uri="{FF2B5EF4-FFF2-40B4-BE49-F238E27FC236}">
                <a16:creationId xmlns:a16="http://schemas.microsoft.com/office/drawing/2014/main" id="{1911E493-F3E5-1FE3-82F3-F99F18C00A8A}"/>
              </a:ext>
            </a:extLst>
          </p:cNvPr>
          <p:cNvSpPr>
            <a:spLocks noGrp="1"/>
          </p:cNvSpPr>
          <p:nvPr>
            <p:ph type="body" sz="quarter" idx="106" hasCustomPrompt="1"/>
          </p:nvPr>
        </p:nvSpPr>
        <p:spPr>
          <a:xfrm>
            <a:off x="353272" y="2158492"/>
            <a:ext cx="7567295" cy="2935484"/>
          </a:xfrm>
          <a:prstGeom prst="rect">
            <a:avLst/>
          </a:prstGeom>
        </p:spPr>
        <p:txBody>
          <a:bodyPr wrap="square">
            <a:spAutoFit/>
          </a:bodyPr>
          <a:lstStyle>
            <a:lvl1pPr marL="0" indent="0">
              <a:lnSpc>
                <a:spcPct val="110000"/>
              </a:lnSpc>
              <a:buNone/>
              <a:defRPr sz="1053">
                <a:solidFill>
                  <a:srgbClr val="150027"/>
                </a:solidFill>
                <a:latin typeface="Suisse Int'l" panose="020B0504000000000000" pitchFamily="34" charset="77"/>
              </a:defRPr>
            </a:lvl1pPr>
            <a:lvl2pPr marL="304815" indent="0">
              <a:buNone/>
              <a:defRPr sz="1053">
                <a:latin typeface="Suisse Int'l" panose="020B0504000000000000" pitchFamily="34" charset="77"/>
              </a:defRPr>
            </a:lvl2pPr>
            <a:lvl3pPr marL="609630" indent="0">
              <a:buNone/>
              <a:defRPr sz="1053">
                <a:latin typeface="Suisse Int'l" panose="020B0504000000000000" pitchFamily="34" charset="77"/>
              </a:defRPr>
            </a:lvl3pPr>
            <a:lvl4pPr marL="914446" indent="0">
              <a:buNone/>
              <a:defRPr sz="1053">
                <a:latin typeface="Suisse Int'l" panose="020B0504000000000000" pitchFamily="34" charset="77"/>
              </a:defRPr>
            </a:lvl4pPr>
            <a:lvl5pPr marL="1219261" indent="0">
              <a:buNone/>
              <a:defRPr sz="1053">
                <a:latin typeface="Suisse Int'l" panose="020B0504000000000000" pitchFamily="34" charset="77"/>
              </a:defRPr>
            </a:lvl5pPr>
          </a:lstStyle>
          <a:p>
            <a:pPr lvl="0"/>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a:t>
            </a:r>
            <a:br>
              <a:rPr lang="es-ES">
                <a:effectLst/>
              </a:rPr>
            </a:b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 </a:t>
            </a:r>
            <a:r>
              <a:rPr lang="es-ES" err="1">
                <a:effectLst/>
              </a:rPr>
              <a:t>We</a:t>
            </a:r>
            <a:r>
              <a:rPr lang="es-ES">
                <a:effectLst/>
              </a:rPr>
              <a:t> </a:t>
            </a:r>
            <a:r>
              <a:rPr lang="es-ES" err="1">
                <a:effectLst/>
              </a:rPr>
              <a:t>strive</a:t>
            </a:r>
            <a:r>
              <a:rPr lang="es-ES">
                <a:effectLst/>
              </a:rPr>
              <a:t> </a:t>
            </a:r>
            <a:r>
              <a:rPr lang="es-ES" err="1">
                <a:effectLst/>
              </a:rPr>
              <a:t>to</a:t>
            </a:r>
            <a:r>
              <a:rPr lang="es-ES">
                <a:effectLst/>
              </a:rPr>
              <a:t> be </a:t>
            </a:r>
            <a:r>
              <a:rPr lang="es-ES" err="1">
                <a:effectLst/>
              </a:rPr>
              <a:t>the</a:t>
            </a:r>
            <a:r>
              <a:rPr lang="es-ES">
                <a:effectLst/>
              </a:rPr>
              <a:t> </a:t>
            </a:r>
            <a:r>
              <a:rPr lang="es-ES" err="1">
                <a:effectLst/>
              </a:rPr>
              <a:t>Authority</a:t>
            </a:r>
            <a:r>
              <a:rPr lang="es-ES">
                <a:effectLst/>
              </a:rPr>
              <a:t> - as a </a:t>
            </a:r>
            <a:r>
              <a:rPr lang="es-ES" err="1">
                <a:effectLst/>
              </a:rPr>
              <a:t>company</a:t>
            </a:r>
            <a:r>
              <a:rPr lang="es-ES">
                <a:effectLst/>
              </a:rPr>
              <a:t>, in </a:t>
            </a:r>
            <a:r>
              <a:rPr lang="es-ES" err="1">
                <a:effectLst/>
              </a:rPr>
              <a:t>each</a:t>
            </a:r>
            <a:r>
              <a:rPr lang="es-ES">
                <a:effectLst/>
              </a:rPr>
              <a:t> </a:t>
            </a:r>
            <a:r>
              <a:rPr lang="es-ES" err="1">
                <a:effectLst/>
              </a:rPr>
              <a:t>of</a:t>
            </a:r>
            <a:r>
              <a:rPr lang="es-ES">
                <a:effectLst/>
              </a:rPr>
              <a:t> </a:t>
            </a:r>
            <a:r>
              <a:rPr lang="es-ES" err="1">
                <a:effectLst/>
              </a:rPr>
              <a:t>our</a:t>
            </a:r>
            <a:r>
              <a:rPr lang="es-ES">
                <a:effectLst/>
              </a:rPr>
              <a:t> </a:t>
            </a:r>
            <a:r>
              <a:rPr lang="es-ES" err="1">
                <a:effectLst/>
              </a:rPr>
              <a:t>service</a:t>
            </a:r>
            <a:r>
              <a:rPr lang="es-ES">
                <a:effectLst/>
              </a:rPr>
              <a:t> </a:t>
            </a:r>
            <a:r>
              <a:rPr lang="es-ES" err="1">
                <a:effectLst/>
              </a:rPr>
              <a:t>domains</a:t>
            </a:r>
            <a:r>
              <a:rPr lang="es-ES">
                <a:effectLst/>
              </a:rPr>
              <a:t>, and as </a:t>
            </a:r>
            <a:r>
              <a:rPr lang="es-ES" err="1">
                <a:effectLst/>
              </a:rPr>
              <a:t>professionals</a:t>
            </a:r>
            <a:r>
              <a:rPr lang="es-ES">
                <a:effectLst/>
              </a:rPr>
              <a:t>. </a:t>
            </a:r>
            <a:r>
              <a:rPr lang="es-ES" err="1">
                <a:effectLst/>
              </a:rPr>
              <a:t>This</a:t>
            </a:r>
            <a:r>
              <a:rPr lang="es-ES">
                <a:effectLst/>
              </a:rPr>
              <a:t> </a:t>
            </a:r>
            <a:r>
              <a:rPr lang="es-ES" err="1">
                <a:effectLst/>
              </a:rPr>
              <a:t>mission</a:t>
            </a:r>
            <a:r>
              <a:rPr lang="es-ES">
                <a:effectLst/>
              </a:rPr>
              <a:t> </a:t>
            </a:r>
            <a:r>
              <a:rPr lang="es-ES" err="1">
                <a:effectLst/>
              </a:rPr>
              <a:t>was</a:t>
            </a:r>
            <a:r>
              <a:rPr lang="es-ES">
                <a:effectLst/>
              </a:rPr>
              <a:t> </a:t>
            </a:r>
            <a:r>
              <a:rPr lang="es-ES" err="1">
                <a:effectLst/>
              </a:rPr>
              <a:t>defined</a:t>
            </a:r>
            <a:r>
              <a:rPr lang="es-ES">
                <a:effectLst/>
              </a:rPr>
              <a:t> in 2004 and has </a:t>
            </a:r>
            <a:r>
              <a:rPr lang="es-ES" err="1">
                <a:effectLst/>
              </a:rPr>
              <a:t>guided</a:t>
            </a:r>
            <a:r>
              <a:rPr lang="es-ES">
                <a:effectLst/>
              </a:rPr>
              <a:t> </a:t>
            </a:r>
            <a:r>
              <a:rPr lang="es-ES" err="1">
                <a:effectLst/>
              </a:rPr>
              <a:t>Xebia</a:t>
            </a:r>
            <a:r>
              <a:rPr lang="es-ES">
                <a:effectLst/>
              </a:rPr>
              <a:t> </a:t>
            </a:r>
            <a:r>
              <a:rPr lang="es-ES" err="1">
                <a:effectLst/>
              </a:rPr>
              <a:t>to</a:t>
            </a:r>
            <a:r>
              <a:rPr lang="es-ES">
                <a:effectLst/>
              </a:rPr>
              <a:t> </a:t>
            </a:r>
            <a:r>
              <a:rPr lang="es-ES" err="1">
                <a:effectLst/>
              </a:rPr>
              <a:t>become</a:t>
            </a:r>
            <a:r>
              <a:rPr lang="es-ES">
                <a:effectLst/>
              </a:rPr>
              <a:t> </a:t>
            </a:r>
            <a:r>
              <a:rPr lang="es-ES" err="1">
                <a:effectLst/>
              </a:rPr>
              <a:t>the</a:t>
            </a:r>
            <a:r>
              <a:rPr lang="es-ES">
                <a:effectLst/>
              </a:rPr>
              <a:t> </a:t>
            </a:r>
            <a:r>
              <a:rPr lang="es-ES" err="1">
                <a:effectLst/>
              </a:rPr>
              <a:t>company</a:t>
            </a:r>
            <a:r>
              <a:rPr lang="es-ES">
                <a:effectLst/>
              </a:rPr>
              <a:t> </a:t>
            </a:r>
            <a:r>
              <a:rPr lang="es-ES" err="1">
                <a:effectLst/>
              </a:rPr>
              <a:t>it</a:t>
            </a:r>
            <a:r>
              <a:rPr lang="es-ES">
                <a:effectLst/>
              </a:rPr>
              <a:t> </a:t>
            </a:r>
            <a:r>
              <a:rPr lang="es-ES" err="1">
                <a:effectLst/>
              </a:rPr>
              <a:t>is</a:t>
            </a:r>
            <a:r>
              <a:rPr lang="es-ES">
                <a:effectLst/>
              </a:rPr>
              <a:t> </a:t>
            </a:r>
            <a:r>
              <a:rPr lang="es-ES" err="1">
                <a:effectLst/>
              </a:rPr>
              <a:t>today</a:t>
            </a:r>
            <a:r>
              <a:rPr lang="es-ES">
                <a:effectLst/>
              </a:rPr>
              <a:t>, </a:t>
            </a:r>
            <a:r>
              <a:rPr lang="es-ES" err="1">
                <a:effectLst/>
              </a:rPr>
              <a:t>with</a:t>
            </a:r>
            <a:r>
              <a:rPr lang="es-ES">
                <a:effectLst/>
              </a:rPr>
              <a:t> </a:t>
            </a:r>
            <a:r>
              <a:rPr lang="es-ES" err="1">
                <a:effectLst/>
              </a:rPr>
              <a:t>over</a:t>
            </a:r>
            <a:r>
              <a:rPr lang="es-ES">
                <a:effectLst/>
              </a:rPr>
              <a:t> 5,500 </a:t>
            </a:r>
            <a:r>
              <a:rPr lang="es-ES" err="1">
                <a:effectLst/>
              </a:rPr>
              <a:t>people</a:t>
            </a:r>
            <a:r>
              <a:rPr lang="es-ES">
                <a:effectLst/>
              </a:rPr>
              <a:t> in 28 </a:t>
            </a:r>
            <a:r>
              <a:rPr lang="es-ES" err="1">
                <a:effectLst/>
              </a:rPr>
              <a:t>offices</a:t>
            </a:r>
            <a:r>
              <a:rPr lang="es-ES">
                <a:effectLst/>
              </a:rPr>
              <a:t> </a:t>
            </a:r>
            <a:r>
              <a:rPr lang="es-ES" err="1">
                <a:effectLst/>
              </a:rPr>
              <a:t>across</a:t>
            </a:r>
            <a:r>
              <a:rPr lang="es-ES">
                <a:effectLst/>
              </a:rPr>
              <a:t> 16 </a:t>
            </a:r>
            <a:r>
              <a:rPr lang="es-ES" err="1">
                <a:effectLst/>
              </a:rPr>
              <a:t>countries</a:t>
            </a:r>
            <a:r>
              <a:rPr lang="es-ES">
                <a:effectLst/>
              </a:rPr>
              <a:t>.</a:t>
            </a:r>
            <a:endParaRPr lang="es-ES"/>
          </a:p>
        </p:txBody>
      </p:sp>
      <p:sp>
        <p:nvSpPr>
          <p:cNvPr id="12" name="Marcador de posición de imagen 10">
            <a:extLst>
              <a:ext uri="{FF2B5EF4-FFF2-40B4-BE49-F238E27FC236}">
                <a16:creationId xmlns:a16="http://schemas.microsoft.com/office/drawing/2014/main" id="{B9D200A9-16A5-0498-25C0-9F2DBE279B7B}"/>
              </a:ext>
            </a:extLst>
          </p:cNvPr>
          <p:cNvSpPr>
            <a:spLocks noGrp="1"/>
          </p:cNvSpPr>
          <p:nvPr>
            <p:ph type="pic" sz="quarter" idx="107"/>
          </p:nvPr>
        </p:nvSpPr>
        <p:spPr>
          <a:xfrm>
            <a:off x="9072034" y="404284"/>
            <a:ext cx="2713565" cy="6049433"/>
          </a:xfrm>
          <a:prstGeom prst="rect">
            <a:avLst/>
          </a:prstGeom>
          <a:solidFill>
            <a:srgbClr val="FFFFFF"/>
          </a:solidFill>
        </p:spPr>
        <p:txBody>
          <a:bodyPr/>
          <a:lstStyle/>
          <a:p>
            <a:endParaRPr lang="es-ES"/>
          </a:p>
        </p:txBody>
      </p:sp>
    </p:spTree>
    <p:extLst>
      <p:ext uri="{BB962C8B-B14F-4D97-AF65-F5344CB8AC3E}">
        <p14:creationId xmlns:p14="http://schemas.microsoft.com/office/powerpoint/2010/main" val="366585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090C-044C-E35A-7D08-7DF2780D65A2}"/>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11BB84C-F6F4-939C-79D9-C1828D84A643}"/>
              </a:ext>
            </a:extLst>
          </p:cNvPr>
          <p:cNvSpPr>
            <a:spLocks noGrp="1"/>
          </p:cNvSpPr>
          <p:nvPr>
            <p:ph type="body" idx="102"/>
          </p:nvPr>
        </p:nvSpPr>
        <p:spPr>
          <a:xfrm>
            <a:off x="406401" y="374650"/>
            <a:ext cx="7768771" cy="1780721"/>
          </a:xfrm>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s-ES" spc="0">
                <a:latin typeface="+mj-lt"/>
              </a:rPr>
              <a:t>
</a:t>
            </a:r>
          </a:p>
        </p:txBody>
      </p:sp>
      <p:pic>
        <p:nvPicPr>
          <p:cNvPr id="8" name="Marcador de posición de imagen 7" descr="Dibujo en blanco y negro&#10;&#10;El contenido generado por IA puede ser incorrecto.">
            <a:extLst>
              <a:ext uri="{FF2B5EF4-FFF2-40B4-BE49-F238E27FC236}">
                <a16:creationId xmlns:a16="http://schemas.microsoft.com/office/drawing/2014/main" id="{D051A4B9-0954-068D-A95E-EF528062C731}"/>
              </a:ext>
            </a:extLst>
          </p:cNvPr>
          <p:cNvPicPr>
            <a:picLocks noGrp="1" noChangeAspect="1"/>
          </p:cNvPicPr>
          <p:nvPr>
            <p:ph type="pic" sz="quarter" idx="107"/>
          </p:nvPr>
        </p:nvPicPr>
        <p:blipFill>
          <a:blip r:embed="rId2"/>
          <a:srcRect t="355" b="355"/>
          <a:stretch>
            <a:fillRect/>
          </a:stretch>
        </p:blipFill>
        <p:spPr>
          <a:xfrm>
            <a:off x="9403068" y="404284"/>
            <a:ext cx="2382532" cy="6049433"/>
          </a:xfrm>
        </p:spPr>
      </p:pic>
      <p:sp>
        <p:nvSpPr>
          <p:cNvPr id="32" name="Marcador de texto 3">
            <a:extLst>
              <a:ext uri="{FF2B5EF4-FFF2-40B4-BE49-F238E27FC236}">
                <a16:creationId xmlns:a16="http://schemas.microsoft.com/office/drawing/2014/main" id="{87D0EDC8-CF4F-35CA-C77A-60AA0A24D545}"/>
              </a:ext>
            </a:extLst>
          </p:cNvPr>
          <p:cNvSpPr txBox="1">
            <a:spLocks/>
          </p:cNvSpPr>
          <p:nvPr/>
        </p:nvSpPr>
        <p:spPr>
          <a:xfrm>
            <a:off x="406401" y="889491"/>
            <a:ext cx="7507817" cy="632652"/>
          </a:xfrm>
          <a:prstGeom prst="rect">
            <a:avLst/>
          </a:prstGeom>
          <a:noFill/>
          <a:ln/>
        </p:spPr>
        <p:txBody>
          <a:bodyPr wrap="square" lIns="0" tIns="0" rIns="0" bIns="0" rtlCol="0" anchor="t">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4400" spc="0">
              <a:latin typeface="+mj-lt"/>
            </a:endParaRPr>
          </a:p>
        </p:txBody>
      </p:sp>
      <p:sp>
        <p:nvSpPr>
          <p:cNvPr id="4" name="Tekstvak 3">
            <a:extLst>
              <a:ext uri="{FF2B5EF4-FFF2-40B4-BE49-F238E27FC236}">
                <a16:creationId xmlns:a16="http://schemas.microsoft.com/office/drawing/2014/main" id="{A558D0FF-20AF-1B21-AA0D-33661C16E150}"/>
              </a:ext>
            </a:extLst>
          </p:cNvPr>
          <p:cNvSpPr txBox="1"/>
          <p:nvPr/>
        </p:nvSpPr>
        <p:spPr>
          <a:xfrm>
            <a:off x="314326" y="321840"/>
            <a:ext cx="6096000" cy="420564"/>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2133" b="1" spc="0" noProof="0">
                <a:latin typeface="+mj-lt"/>
              </a:rPr>
              <a:t>Delivery Approach</a:t>
            </a:r>
            <a:endParaRPr lang="en-GB" sz="2133" b="1" noProof="0"/>
          </a:p>
        </p:txBody>
      </p:sp>
      <p:sp>
        <p:nvSpPr>
          <p:cNvPr id="7" name="Tekstvak 6">
            <a:extLst>
              <a:ext uri="{FF2B5EF4-FFF2-40B4-BE49-F238E27FC236}">
                <a16:creationId xmlns:a16="http://schemas.microsoft.com/office/drawing/2014/main" id="{38787665-0700-DCDA-64AE-BDA609D3033E}"/>
              </a:ext>
            </a:extLst>
          </p:cNvPr>
          <p:cNvSpPr txBox="1"/>
          <p:nvPr/>
        </p:nvSpPr>
        <p:spPr>
          <a:xfrm>
            <a:off x="347230" y="1097400"/>
            <a:ext cx="8030977" cy="2386935"/>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1600" b="1" spc="0" noProof="0">
                <a:latin typeface="+mj-lt"/>
              </a:rPr>
              <a:t>Discovery Sprint</a:t>
            </a:r>
            <a:br>
              <a:rPr lang="en-GB" sz="1600" spc="0" noProof="0">
                <a:latin typeface="+mj-lt"/>
              </a:rPr>
            </a:br>
            <a:r>
              <a:rPr lang="en-GB" sz="1600" spc="0" noProof="0">
                <a:latin typeface="+mj-lt"/>
              </a:rPr>
              <a:t>
Kick-off with a 2-person team for a 2-week discovery sprint.</a:t>
            </a:r>
            <a:r>
              <a:rPr lang="en-GB" sz="1600" noProof="0">
                <a:latin typeface="+mj-lt"/>
              </a:rPr>
              <a:t> </a:t>
            </a:r>
            <a:r>
              <a:rPr lang="en-GB" sz="1600" spc="0" noProof="0">
                <a:latin typeface="+mj-lt"/>
              </a:rPr>
              <a:t>During this phase, we will:</a:t>
            </a:r>
            <a:br>
              <a:rPr lang="en-GB" sz="1600" spc="0" noProof="0">
                <a:latin typeface="+mj-lt"/>
              </a:rPr>
            </a:br>
            <a:r>
              <a:rPr lang="en-GB" sz="1600" spc="0" noProof="0">
                <a:latin typeface="+mj-lt"/>
              </a:rPr>
              <a:t>
</a:t>
            </a:r>
          </a:p>
          <a:p>
            <a:pPr marL="228611" indent="-228611">
              <a:lnSpc>
                <a:spcPct val="150000"/>
              </a:lnSpc>
              <a:buFont typeface="Wingdings" pitchFamily="2" charset="2"/>
              <a:buChar char="§"/>
            </a:pPr>
            <a:r>
              <a:rPr lang="en-GB" sz="1600" spc="0" noProof="0">
                <a:latin typeface="+mj-lt"/>
              </a:rPr>
              <a:t>Create the initial backlog 
Ensure permissions and access to systems
Develop a high-level architecture design</a:t>
            </a:r>
            <a:endParaRPr lang="en-GB" sz="1600" noProof="0"/>
          </a:p>
        </p:txBody>
      </p:sp>
      <p:sp>
        <p:nvSpPr>
          <p:cNvPr id="10" name="Tekstvak 9">
            <a:extLst>
              <a:ext uri="{FF2B5EF4-FFF2-40B4-BE49-F238E27FC236}">
                <a16:creationId xmlns:a16="http://schemas.microsoft.com/office/drawing/2014/main" id="{185BB7DF-1AA2-0141-D0F2-11092A67F6E0}"/>
              </a:ext>
            </a:extLst>
          </p:cNvPr>
          <p:cNvSpPr txBox="1"/>
          <p:nvPr/>
        </p:nvSpPr>
        <p:spPr>
          <a:xfrm>
            <a:off x="314326" y="3792048"/>
            <a:ext cx="7087960" cy="1815882"/>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1600" b="1" spc="0" noProof="0">
                <a:latin typeface="+mj-lt"/>
              </a:rPr>
              <a:t>Implementation Phase</a:t>
            </a:r>
          </a:p>
          <a:p>
            <a:r>
              <a:rPr lang="en-GB" sz="1600" spc="0" noProof="0">
                <a:latin typeface="+mj-lt"/>
              </a:rPr>
              <a:t>
We will develop software according to our way of working, focusing on delivering the MVP features iteratively. The team will work closely with the Product Owner to ensure alignment with business goals and user needs.
</a:t>
            </a:r>
            <a:endParaRPr lang="en-GB" sz="1600" noProof="0"/>
          </a:p>
        </p:txBody>
      </p:sp>
      <p:pic>
        <p:nvPicPr>
          <p:cNvPr id="3" name="Marcador de posición de imagen 19">
            <a:extLst>
              <a:ext uri="{FF2B5EF4-FFF2-40B4-BE49-F238E27FC236}">
                <a16:creationId xmlns:a16="http://schemas.microsoft.com/office/drawing/2014/main" id="{913555C0-23B3-D4A3-84C4-8DCC4AD711D5}"/>
              </a:ext>
            </a:extLst>
          </p:cNvPr>
          <p:cNvPicPr>
            <a:picLocks noChangeAspect="1"/>
          </p:cNvPicPr>
          <p:nvPr/>
        </p:nvPicPr>
        <p:blipFill>
          <a:blip r:embed="rId3"/>
          <a:srcRect l="132" r="132"/>
          <a:stretch/>
        </p:blipFill>
        <p:spPr>
          <a:xfrm>
            <a:off x="9059335" y="404284"/>
            <a:ext cx="2713567" cy="6049433"/>
          </a:xfrm>
          <a:prstGeom prst="rect">
            <a:avLst/>
          </a:prstGeom>
        </p:spPr>
      </p:pic>
    </p:spTree>
    <p:extLst>
      <p:ext uri="{BB962C8B-B14F-4D97-AF65-F5344CB8AC3E}">
        <p14:creationId xmlns:p14="http://schemas.microsoft.com/office/powerpoint/2010/main" val="634068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Create a new document." ma:contentTypeScope="" ma:versionID="283da0b2364561ab782b410ff861744e">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5f887ffba204074ad768068e39e5f9fe"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2DECEC-45C1-4BE9-9A3D-3C007B6BF364}"/>
</file>

<file path=customXml/itemProps2.xml><?xml version="1.0" encoding="utf-8"?>
<ds:datastoreItem xmlns:ds="http://schemas.openxmlformats.org/officeDocument/2006/customXml" ds:itemID="{D12661A7-8140-48B2-A837-BFB325CD9993}">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customXml/itemProps3.xml><?xml version="1.0" encoding="utf-8"?>
<ds:datastoreItem xmlns:ds="http://schemas.openxmlformats.org/officeDocument/2006/customXml" ds:itemID="{2DC1507C-00AE-4A90-896A-7CCD8704583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2026-01-22T14:29:28Z</dcterms:created>
  <dcterms:modified xsi:type="dcterms:W3CDTF">2026-01-22T14:30:04Z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