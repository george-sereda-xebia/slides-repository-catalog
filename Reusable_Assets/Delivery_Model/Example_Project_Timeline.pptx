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5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A6FF00-478E-3A64-D90F-603F95F85ED0}" v="2" dt="2026-01-23T11:33:14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E1A6FF00-478E-3A64-D90F-603F95F85ED0}"/>
    <pc:docChg chg="addSld delSld">
      <pc:chgData name="George Sereda" userId="S::george.sereda@xebia.com::5e824fc6-3a6a-482b-8597-f9374fb4b421" providerId="AD" clId="Web-{E1A6FF00-478E-3A64-D90F-603F95F85ED0}" dt="2026-01-23T11:33:14.182" v="1"/>
      <pc:docMkLst>
        <pc:docMk/>
      </pc:docMkLst>
      <pc:sldChg chg="del">
        <pc:chgData name="George Sereda" userId="S::george.sereda@xebia.com::5e824fc6-3a6a-482b-8597-f9374fb4b421" providerId="AD" clId="Web-{E1A6FF00-478E-3A64-D90F-603F95F85ED0}" dt="2026-01-23T11:33:14.182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E1A6FF00-478E-3A64-D90F-603F95F85ED0}" dt="2026-01-23T11:33:12.526" v="0"/>
        <pc:sldMkLst>
          <pc:docMk/>
          <pc:sldMk cId="463136048" sldId="2147483552"/>
        </pc:sldMkLst>
      </pc:sldChg>
      <pc:sldMasterChg chg="addSldLayout">
        <pc:chgData name="George Sereda" userId="S::george.sereda@xebia.com::5e824fc6-3a6a-482b-8597-f9374fb4b421" providerId="AD" clId="Web-{E1A6FF00-478E-3A64-D90F-603F95F85ED0}" dt="2026-01-23T11:33:12.526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E1A6FF00-478E-3A64-D90F-603F95F85ED0}" dt="2026-01-23T11:33:12.526" v="0"/>
          <pc:sldLayoutMkLst>
            <pc:docMk/>
            <pc:sldMasterMk cId="2460954070" sldId="2147483660"/>
            <pc:sldLayoutMk cId="2507572729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0757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46A7-B8B8-0759-52E6-F7E0786C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E92D95-B958-69F0-8FB3-CF3008EAE15E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BA774-8954-2EDA-67F3-4FC68699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A9A9C-934B-ADB1-88AD-0F350BEF5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0486" y="6632963"/>
            <a:ext cx="3673475" cy="123111"/>
          </a:xfrm>
        </p:spPr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7B13D76B-0D0C-B533-EE05-D7E603D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pPr lvl="0">
              <a:defRPr/>
            </a:pPr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Proposed Timeline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6D9C648-B85C-7E13-07C3-DC61E331A7E3}"/>
              </a:ext>
            </a:extLst>
          </p:cNvPr>
          <p:cNvSpPr txBox="1"/>
          <p:nvPr/>
        </p:nvSpPr>
        <p:spPr>
          <a:xfrm>
            <a:off x="89980" y="5985701"/>
            <a:ext cx="115443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600"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Poppins Light"/>
                <a:cs typeface="Arial" panose="020B0604020202020204" pitchFamily="34" charset="0"/>
                <a:sym typeface="Poppins Light"/>
              </a:rPr>
              <a:t>*</a:t>
            </a: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This proposal presents an example project timeline identified and established according to our current knowledge. Regardless of the specific timeline, our approach to implementation will remain Agile, utilizing a bridging strategy and adhering to the established scope to ensure efficient and effective delivery.</a:t>
            </a:r>
            <a:endParaRPr kumimoji="0" lang="en-US" sz="1100" b="1" i="1" u="none" strike="noStrike" kern="120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ea typeface="Poppins Light"/>
              <a:cs typeface="Arial" panose="020B0604020202020204" pitchFamily="34" charset="0"/>
              <a:sym typeface="Poppins Light"/>
            </a:endParaRP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5EEC284-255F-24C5-3F80-56AED7289CD8}"/>
              </a:ext>
            </a:extLst>
          </p:cNvPr>
          <p:cNvGrpSpPr/>
          <p:nvPr/>
        </p:nvGrpSpPr>
        <p:grpSpPr>
          <a:xfrm>
            <a:off x="257176" y="1127363"/>
            <a:ext cx="11565207" cy="4089121"/>
            <a:chOff x="257176" y="1127363"/>
            <a:chExt cx="11565207" cy="4089121"/>
          </a:xfrm>
        </p:grpSpPr>
        <p:sp>
          <p:nvSpPr>
            <p:cNvPr id="212" name="Oval 65">
              <a:extLst>
                <a:ext uri="{FF2B5EF4-FFF2-40B4-BE49-F238E27FC236}">
                  <a16:creationId xmlns:a16="http://schemas.microsoft.com/office/drawing/2014/main" id="{25F414DB-BAFB-7E9A-F9B4-E216C395C9A7}"/>
                </a:ext>
              </a:extLst>
            </p:cNvPr>
            <p:cNvSpPr/>
            <p:nvPr/>
          </p:nvSpPr>
          <p:spPr>
            <a:xfrm>
              <a:off x="6087307" y="2334454"/>
              <a:ext cx="124239" cy="121343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9D92B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36AA0D95-5C5B-E111-6627-75EFE18B55E2}"/>
                </a:ext>
              </a:extLst>
            </p:cNvPr>
            <p:cNvGrpSpPr/>
            <p:nvPr/>
          </p:nvGrpSpPr>
          <p:grpSpPr>
            <a:xfrm>
              <a:off x="257176" y="1127363"/>
              <a:ext cx="11565207" cy="4089121"/>
              <a:chOff x="257176" y="1127363"/>
              <a:chExt cx="11565207" cy="4089121"/>
            </a:xfrm>
          </p:grpSpPr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FFFB3E54-A236-19B2-9CE8-A9254BEA9F15}"/>
                  </a:ext>
                </a:extLst>
              </p:cNvPr>
              <p:cNvGrpSpPr/>
              <p:nvPr/>
            </p:nvGrpSpPr>
            <p:grpSpPr>
              <a:xfrm>
                <a:off x="257176" y="1127363"/>
                <a:ext cx="11565207" cy="4089121"/>
                <a:chOff x="514351" y="1127363"/>
                <a:chExt cx="11565207" cy="4089121"/>
              </a:xfrm>
            </p:grpSpPr>
            <p:sp>
              <p:nvSpPr>
                <p:cNvPr id="110" name="Oval 20">
                  <a:extLst>
                    <a:ext uri="{FF2B5EF4-FFF2-40B4-BE49-F238E27FC236}">
                      <a16:creationId xmlns:a16="http://schemas.microsoft.com/office/drawing/2014/main" id="{D31E0674-64F3-9EA4-4C2E-6DD349D7C7D9}"/>
                    </a:ext>
                  </a:extLst>
                </p:cNvPr>
                <p:cNvSpPr/>
                <p:nvPr/>
              </p:nvSpPr>
              <p:spPr>
                <a:xfrm>
                  <a:off x="7367168" y="4155004"/>
                  <a:ext cx="130265" cy="129166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6C1D5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1">
                    <a:ln>
                      <a:noFill/>
                    </a:ln>
                    <a:solidFill>
                      <a:schemeClr val="accent6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BF3342B8-D844-1F8B-BE36-970842B318A2}"/>
                    </a:ext>
                  </a:extLst>
                </p:cNvPr>
                <p:cNvGrpSpPr/>
                <p:nvPr/>
              </p:nvGrpSpPr>
              <p:grpSpPr>
                <a:xfrm>
                  <a:off x="514351" y="1127363"/>
                  <a:ext cx="11565207" cy="4089121"/>
                  <a:chOff x="253170" y="1057170"/>
                  <a:chExt cx="11565207" cy="4089121"/>
                </a:xfrm>
              </p:grpSpPr>
              <p:grpSp>
                <p:nvGrpSpPr>
                  <p:cNvPr id="109" name="Group 108">
                    <a:extLst>
                      <a:ext uri="{FF2B5EF4-FFF2-40B4-BE49-F238E27FC236}">
                        <a16:creationId xmlns:a16="http://schemas.microsoft.com/office/drawing/2014/main" id="{3EC6A300-2B2D-DB5D-7EB5-232D627E5BFC}"/>
                      </a:ext>
                    </a:extLst>
                  </p:cNvPr>
                  <p:cNvGrpSpPr/>
                  <p:nvPr/>
                </p:nvGrpSpPr>
                <p:grpSpPr>
                  <a:xfrm>
                    <a:off x="253170" y="1057170"/>
                    <a:ext cx="11565207" cy="4089121"/>
                    <a:chOff x="115517" y="1057170"/>
                    <a:chExt cx="11565207" cy="4089121"/>
                  </a:xfrm>
                </p:grpSpPr>
                <p:cxnSp>
                  <p:nvCxnSpPr>
                    <p:cNvPr id="108" name="Straight Connector 32">
                      <a:extLst>
                        <a:ext uri="{FF2B5EF4-FFF2-40B4-BE49-F238E27FC236}">
                          <a16:creationId xmlns:a16="http://schemas.microsoft.com/office/drawing/2014/main" id="{60769177-E12B-3F08-77B6-188AE968F3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70293" y="2404266"/>
                      <a:ext cx="14430" cy="2704902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A1A1A1"/>
                      </a:solidFill>
                      <a:prstDash val="dash"/>
                      <a:miter lim="800000"/>
                    </a:ln>
                    <a:effectLst/>
                  </p:spPr>
                </p:cxnSp>
                <p:grpSp>
                  <p:nvGrpSpPr>
                    <p:cNvPr id="4" name="Grupa 53">
                      <a:extLst>
                        <a:ext uri="{FF2B5EF4-FFF2-40B4-BE49-F238E27FC236}">
                          <a16:creationId xmlns:a16="http://schemas.microsoft.com/office/drawing/2014/main" id="{1AD30186-6F93-86E4-6029-3F40774E3C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5517" y="1057170"/>
                      <a:ext cx="11565207" cy="4089121"/>
                      <a:chOff x="156575" y="1061883"/>
                      <a:chExt cx="11565207" cy="4089121"/>
                    </a:xfrm>
                  </p:grpSpPr>
                  <p:grpSp>
                    <p:nvGrpSpPr>
                      <p:cNvPr id="6" name="Grupa 30">
                        <a:extLst>
                          <a:ext uri="{FF2B5EF4-FFF2-40B4-BE49-F238E27FC236}">
                            <a16:creationId xmlns:a16="http://schemas.microsoft.com/office/drawing/2014/main" id="{32D7B82A-092B-4ADB-6CC8-74B79D7F384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6575" y="1061883"/>
                        <a:ext cx="11565207" cy="4062979"/>
                        <a:chOff x="5158" y="1050250"/>
                        <a:chExt cx="11565207" cy="4062979"/>
                      </a:xfrm>
                    </p:grpSpPr>
                    <p:grpSp>
                      <p:nvGrpSpPr>
                        <p:cNvPr id="22" name="Grupa 27">
                          <a:extLst>
                            <a:ext uri="{FF2B5EF4-FFF2-40B4-BE49-F238E27FC236}">
                              <a16:creationId xmlns:a16="http://schemas.microsoft.com/office/drawing/2014/main" id="{B58681B4-59DE-1725-AA35-DC7657DDA3D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10875" y="1050250"/>
                          <a:ext cx="11359490" cy="4062979"/>
                          <a:chOff x="-935462" y="1344289"/>
                          <a:chExt cx="11586209" cy="4124528"/>
                        </a:xfrm>
                      </p:grpSpPr>
                      <p:cxnSp>
                        <p:nvCxnSpPr>
                          <p:cNvPr id="33" name="Straight Connector 32">
                            <a:extLst>
                              <a:ext uri="{FF2B5EF4-FFF2-40B4-BE49-F238E27FC236}">
                                <a16:creationId xmlns:a16="http://schemas.microsoft.com/office/drawing/2014/main" id="{A4BD6248-E170-E940-1DD2-F168E30E7C5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0283591" y="2711787"/>
                            <a:ext cx="14718" cy="2745878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34" name="Straight Connector 32">
                            <a:extLst>
                              <a:ext uri="{FF2B5EF4-FFF2-40B4-BE49-F238E27FC236}">
                                <a16:creationId xmlns:a16="http://schemas.microsoft.com/office/drawing/2014/main" id="{A1151218-5ECD-8A8C-ED91-B49EC3C4432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9055302" y="2711787"/>
                            <a:ext cx="14718" cy="2745878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35" name="Straight Connector 32">
                            <a:extLst>
                              <a:ext uri="{FF2B5EF4-FFF2-40B4-BE49-F238E27FC236}">
                                <a16:creationId xmlns:a16="http://schemas.microsoft.com/office/drawing/2014/main" id="{22DDA196-C625-52E7-A682-707C7CB18B6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6944905" y="2711787"/>
                            <a:ext cx="14718" cy="2745878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36" name="Straight Connector 32">
                            <a:extLst>
                              <a:ext uri="{FF2B5EF4-FFF2-40B4-BE49-F238E27FC236}">
                                <a16:creationId xmlns:a16="http://schemas.microsoft.com/office/drawing/2014/main" id="{AFB0F454-B86D-C729-DA15-D7FB1AF8BCB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817713" y="2711787"/>
                            <a:ext cx="11597" cy="2698130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37" name="Straight Connector 32">
                            <a:extLst>
                              <a:ext uri="{FF2B5EF4-FFF2-40B4-BE49-F238E27FC236}">
                                <a16:creationId xmlns:a16="http://schemas.microsoft.com/office/drawing/2014/main" id="{BF8E51CD-213C-8950-8C7B-BCE17F1B94A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858030" y="2711787"/>
                            <a:ext cx="14718" cy="2745878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38" name="Straight Connector 32">
                            <a:extLst>
                              <a:ext uri="{FF2B5EF4-FFF2-40B4-BE49-F238E27FC236}">
                                <a16:creationId xmlns:a16="http://schemas.microsoft.com/office/drawing/2014/main" id="{4DEF9991-BF52-9054-D61D-F93A0A0D9C7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901468" y="2711787"/>
                            <a:ext cx="14718" cy="2745878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39" name="Straight Connector 62">
                            <a:extLst>
                              <a:ext uri="{FF2B5EF4-FFF2-40B4-BE49-F238E27FC236}">
                                <a16:creationId xmlns:a16="http://schemas.microsoft.com/office/drawing/2014/main" id="{C9C8E190-E9CF-4989-2EC4-8C80E44B0B8D}"/>
                              </a:ext>
                            </a:extLst>
                          </p:cNvPr>
                          <p:cNvCxnSpPr>
                            <a:cxnSpLocks/>
                            <a:stCxn id="98" idx="4"/>
                            <a:endCxn id="64" idx="0"/>
                          </p:cNvCxnSpPr>
                          <p:nvPr/>
                        </p:nvCxnSpPr>
                        <p:spPr>
                          <a:xfrm>
                            <a:off x="814432" y="2563387"/>
                            <a:ext cx="13643" cy="1858696"/>
                          </a:xfrm>
                          <a:prstGeom prst="line">
                            <a:avLst/>
                          </a:prstGeom>
                          <a:noFill/>
                          <a:ln w="12700" cap="flat" cmpd="sng" algn="ctr">
                            <a:solidFill>
                              <a:srgbClr val="6C1D5F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40" name="Straight Connector 53">
                            <a:extLst>
                              <a:ext uri="{FF2B5EF4-FFF2-40B4-BE49-F238E27FC236}">
                                <a16:creationId xmlns:a16="http://schemas.microsoft.com/office/drawing/2014/main" id="{7FFE68EF-F1F5-8FCC-ACC9-DC21D94B3A9F}"/>
                              </a:ext>
                            </a:extLst>
                          </p:cNvPr>
                          <p:cNvCxnSpPr>
                            <a:cxnSpLocks/>
                            <a:stCxn id="99" idx="4"/>
                            <a:endCxn id="91" idx="0"/>
                          </p:cNvCxnSpPr>
                          <p:nvPr/>
                        </p:nvCxnSpPr>
                        <p:spPr>
                          <a:xfrm>
                            <a:off x="9043190" y="2370055"/>
                            <a:ext cx="1582" cy="2027768"/>
                          </a:xfrm>
                          <a:prstGeom prst="line">
                            <a:avLst/>
                          </a:prstGeom>
                          <a:noFill/>
                          <a:ln w="22225" cap="flat" cmpd="sng" algn="ctr">
                            <a:solidFill>
                              <a:srgbClr val="491E47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</p:cxnSp>
                      <p:sp>
                        <p:nvSpPr>
                          <p:cNvPr id="41" name="Rounded Rectangle 42">
                            <a:extLst>
                              <a:ext uri="{FF2B5EF4-FFF2-40B4-BE49-F238E27FC236}">
                                <a16:creationId xmlns:a16="http://schemas.microsoft.com/office/drawing/2014/main" id="{408CD9FE-CA7D-58FC-7EC5-A09902C61D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94685" y="3824051"/>
                            <a:ext cx="4119434" cy="250063"/>
                          </a:xfrm>
                          <a:prstGeom prst="roundRect">
                            <a:avLst/>
                          </a:prstGeom>
                          <a:solidFill>
                            <a:schemeClr val="tx2"/>
                          </a:solidFill>
                          <a:ln w="12700" cap="flat" cmpd="sng" algn="ctr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lIns="91440" tIns="45720" rIns="91440" bIns="45720" rtlCol="0" anchor="ctr"/>
                          <a:lstStyle/>
                          <a:p>
                            <a:pPr algn="ctr">
                              <a:defRPr/>
                            </a:pPr>
                            <a:r>
                              <a:rPr kumimoji="0" lang="en-US" sz="900" b="1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Pilot implementations</a:t>
                            </a:r>
                            <a:endParaRPr lang="en-US" sz="900" b="1" i="0" u="none" strike="noStrike" kern="0" cap="none" spc="0" normalizeH="0" baseline="0" noProof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2" name="TextBox 46">
                            <a:extLst>
                              <a:ext uri="{FF2B5EF4-FFF2-40B4-BE49-F238E27FC236}">
                                <a16:creationId xmlns:a16="http://schemas.microsoft.com/office/drawing/2014/main" id="{6FD27C87-D16E-C404-7E08-13A45208F33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086971" y="1863171"/>
                            <a:ext cx="1818316" cy="293826"/>
                          </a:xfrm>
                          <a:prstGeom prst="round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100" b="1" i="0" u="none" strike="noStrike" kern="120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Project completion</a:t>
                            </a:r>
                          </a:p>
                        </p:txBody>
                      </p:sp>
                      <p:pic>
                        <p:nvPicPr>
                          <p:cNvPr id="43" name="Graphic 48">
                            <a:extLst>
                              <a:ext uri="{FF2B5EF4-FFF2-40B4-BE49-F238E27FC236}">
                                <a16:creationId xmlns:a16="http://schemas.microsoft.com/office/drawing/2014/main" id="{3E5475DF-83A8-21E8-E100-0434D7E00708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 cstate="email">
                            <a:extLst>
                              <a:ext uri="{28A0092B-C50C-407E-A947-70E740481C1C}">
                                <a14:useLocalDpi xmlns:a14="http://schemas.microsoft.com/office/drawing/2010/main"/>
                              </a:ext>
                              <a:ext uri="{96DAC541-7B7A-43D3-8B79-37D633B846F1}">
                                <asvg:svgBlip xmlns:asvg="http://schemas.microsoft.com/office/drawing/2016/SVG/main" r:embed="rId3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8862307" y="1344289"/>
                            <a:ext cx="361759" cy="372187"/>
                          </a:xfrm>
                          <a:prstGeom prst="rect">
                            <a:avLst/>
                          </a:prstGeom>
                        </p:spPr>
                      </p:pic>
                      <p:grpSp>
                        <p:nvGrpSpPr>
                          <p:cNvPr id="44" name="Group 49">
                            <a:extLst>
                              <a:ext uri="{FF2B5EF4-FFF2-40B4-BE49-F238E27FC236}">
                                <a16:creationId xmlns:a16="http://schemas.microsoft.com/office/drawing/2014/main" id="{67DC5109-2BF9-A400-DAB9-DC33E0EE395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938904" y="2177948"/>
                            <a:ext cx="208571" cy="192107"/>
                            <a:chOff x="-2136509" y="3090913"/>
                            <a:chExt cx="284544" cy="284544"/>
                          </a:xfrm>
                        </p:grpSpPr>
                        <p:sp>
                          <p:nvSpPr>
                            <p:cNvPr id="99" name="Oval 50">
                              <a:extLst>
                                <a:ext uri="{FF2B5EF4-FFF2-40B4-BE49-F238E27FC236}">
                                  <a16:creationId xmlns:a16="http://schemas.microsoft.com/office/drawing/2014/main" id="{0B900FC6-049B-FC9C-0E5A-C8A0838CDC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-2136509" y="3090913"/>
                              <a:ext cx="284544" cy="284544"/>
                            </a:xfrm>
                            <a:prstGeom prst="ellipse">
                              <a:avLst/>
                            </a:prstGeom>
                            <a:solidFill>
                              <a:srgbClr val="FFFFFF"/>
                            </a:solidFill>
                            <a:ln w="22225" cap="flat" cmpd="sng" algn="ctr">
                              <a:solidFill>
                                <a:srgbClr val="6C1D5F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00" name="Oval 51">
                              <a:extLst>
                                <a:ext uri="{FF2B5EF4-FFF2-40B4-BE49-F238E27FC236}">
                                  <a16:creationId xmlns:a16="http://schemas.microsoft.com/office/drawing/2014/main" id="{4245E863-81C4-86F0-0645-E1A0E99CC8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-2098413" y="3127349"/>
                              <a:ext cx="208344" cy="208344"/>
                            </a:xfrm>
                            <a:prstGeom prst="ellipse">
                              <a:avLst/>
                            </a:prstGeom>
                            <a:solidFill>
                              <a:srgbClr val="6C1D5F"/>
                            </a:solidFill>
                            <a:ln w="12700" cap="flat" cmpd="sng" algn="ctr">
                              <a:noFill/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5" name="TextBox 68">
                            <a:extLst>
                              <a:ext uri="{FF2B5EF4-FFF2-40B4-BE49-F238E27FC236}">
                                <a16:creationId xmlns:a16="http://schemas.microsoft.com/office/drawing/2014/main" id="{4560147D-1785-86B8-7EC3-9A3791B354E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88725" y="2139554"/>
                            <a:ext cx="1295141" cy="265573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</p:spPr>
                        <p:txBody>
                          <a:bodyPr wrap="square" lIns="91440" tIns="45720" rIns="91440" bIns="45720" rtlCol="0" anchor="t">
                            <a:spAutoFit/>
                          </a:bodyPr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100" b="1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/>
                                <a:cs typeface="Arial"/>
                              </a:rPr>
                              <a:t>Project Kick-off</a:t>
                            </a:r>
                            <a:endParaRPr kumimoji="0" lang="en-US" sz="1000" i="0" u="none" strike="noStrike" kern="0" cap="none" spc="0" normalizeH="0" baseline="0" noProof="1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grpSp>
                        <p:nvGrpSpPr>
                          <p:cNvPr id="46" name="Group 54">
                            <a:extLst>
                              <a:ext uri="{FF2B5EF4-FFF2-40B4-BE49-F238E27FC236}">
                                <a16:creationId xmlns:a16="http://schemas.microsoft.com/office/drawing/2014/main" id="{A8886596-0C0C-DF8B-04F5-F45A43D1E32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3303" y="2465872"/>
                            <a:ext cx="122239" cy="112590"/>
                            <a:chOff x="1210520" y="3884270"/>
                            <a:chExt cx="284545" cy="284544"/>
                          </a:xfrm>
                        </p:grpSpPr>
                        <p:sp>
                          <p:nvSpPr>
                            <p:cNvPr id="97" name="Oval 55">
                              <a:extLst>
                                <a:ext uri="{FF2B5EF4-FFF2-40B4-BE49-F238E27FC236}">
                                  <a16:creationId xmlns:a16="http://schemas.microsoft.com/office/drawing/2014/main" id="{C98A5E24-4478-1388-E2F3-E1F309340A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10520" y="3884270"/>
                              <a:ext cx="284545" cy="284544"/>
                            </a:xfrm>
                            <a:prstGeom prst="ellipse">
                              <a:avLst/>
                            </a:prstGeom>
                            <a:solidFill>
                              <a:srgbClr val="FFFFFF"/>
                            </a:solidFill>
                            <a:ln w="12700" cap="flat" cmpd="sng" algn="ctr">
                              <a:solidFill>
                                <a:srgbClr val="6C1D5F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98" name="Oval 56">
                              <a:extLst>
                                <a:ext uri="{FF2B5EF4-FFF2-40B4-BE49-F238E27FC236}">
                                  <a16:creationId xmlns:a16="http://schemas.microsoft.com/office/drawing/2014/main" id="{1B1F79BB-C485-E851-57B7-F435A8D115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48639" y="3922371"/>
                              <a:ext cx="208345" cy="208345"/>
                            </a:xfrm>
                            <a:prstGeom prst="ellipse">
                              <a:avLst/>
                            </a:prstGeom>
                            <a:solidFill>
                              <a:srgbClr val="6C1D5F"/>
                            </a:solidFill>
                            <a:ln w="12700" cap="flat" cmpd="sng" algn="ctr">
                              <a:noFill/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48" name="Grupa 62">
                            <a:extLst>
                              <a:ext uri="{FF2B5EF4-FFF2-40B4-BE49-F238E27FC236}">
                                <a16:creationId xmlns:a16="http://schemas.microsoft.com/office/drawing/2014/main" id="{FB6A31EE-D79B-D3F2-6A7E-6E0D07643CA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-935462" y="2711756"/>
                            <a:ext cx="11586209" cy="2745852"/>
                            <a:chOff x="-4206115" y="3484147"/>
                            <a:chExt cx="13112616" cy="2995514"/>
                          </a:xfrm>
                        </p:grpSpPr>
                        <p:cxnSp>
                          <p:nvCxnSpPr>
                            <p:cNvPr id="69" name="Straight Connector 4">
                              <a:extLst>
                                <a:ext uri="{FF2B5EF4-FFF2-40B4-BE49-F238E27FC236}">
                                  <a16:creationId xmlns:a16="http://schemas.microsoft.com/office/drawing/2014/main" id="{CDCBAA6B-1E7C-5742-9AAC-86C1C635711B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-4206115" y="5384405"/>
                              <a:ext cx="13112616" cy="55408"/>
                            </a:xfrm>
                            <a:prstGeom prst="line">
                              <a:avLst/>
                            </a:prstGeom>
                            <a:noFill/>
                            <a:ln w="22225" cap="flat" cmpd="sng" algn="ctr">
                              <a:solidFill>
                                <a:srgbClr val="6C1D5F"/>
                              </a:solidFill>
                              <a:prstDash val="solid"/>
                              <a:miter lim="800000"/>
                              <a:tailEnd type="triangle"/>
                            </a:ln>
                            <a:effectLst/>
                          </p:spPr>
                        </p:cxnSp>
                        <p:cxnSp>
                          <p:nvCxnSpPr>
                            <p:cNvPr id="68" name="Straight Connector 32">
                              <a:extLst>
                                <a:ext uri="{FF2B5EF4-FFF2-40B4-BE49-F238E27FC236}">
                                  <a16:creationId xmlns:a16="http://schemas.microsoft.com/office/drawing/2014/main" id="{6C8DDD09-307B-1A65-EDCF-689864C7670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-7644" y="3484147"/>
                              <a:ext cx="16657" cy="2995514"/>
                            </a:xfrm>
                            <a:prstGeom prst="line">
                              <a:avLst/>
                            </a:prstGeom>
                            <a:noFill/>
                            <a:ln w="6350" cap="flat" cmpd="sng" algn="ctr">
                              <a:solidFill>
                                <a:srgbClr val="A1A1A1"/>
                              </a:solidFill>
                              <a:prstDash val="dash"/>
                              <a:miter lim="800000"/>
                            </a:ln>
                            <a:effectLst/>
                          </p:spPr>
                        </p:cxnSp>
                        <p:grpSp>
                          <p:nvGrpSpPr>
                            <p:cNvPr id="70" name="Group 7">
                              <a:extLst>
                                <a:ext uri="{FF2B5EF4-FFF2-40B4-BE49-F238E27FC236}">
                                  <a16:creationId xmlns:a16="http://schemas.microsoft.com/office/drawing/2014/main" id="{A4E6B74A-BE28-59FE-1AF9-58365D34461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-59756" y="5340656"/>
                              <a:ext cx="150370" cy="143044"/>
                              <a:chOff x="480298" y="3884270"/>
                              <a:chExt cx="284545" cy="284544"/>
                            </a:xfrm>
                          </p:grpSpPr>
                          <p:sp>
                            <p:nvSpPr>
                              <p:cNvPr id="95" name="Oval 8">
                                <a:extLst>
                                  <a:ext uri="{FF2B5EF4-FFF2-40B4-BE49-F238E27FC236}">
                                    <a16:creationId xmlns:a16="http://schemas.microsoft.com/office/drawing/2014/main" id="{D75C9AA1-C608-AD31-315F-E4CCD6C92B4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80298" y="3884270"/>
                                <a:ext cx="284545" cy="2845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 cap="flat" cmpd="sng" algn="ctr">
                                <a:solidFill>
                                  <a:srgbClr val="6C1D5F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6" name="Oval 9">
                                <a:extLst>
                                  <a:ext uri="{FF2B5EF4-FFF2-40B4-BE49-F238E27FC236}">
                                    <a16:creationId xmlns:a16="http://schemas.microsoft.com/office/drawing/2014/main" id="{7FF569E6-B01D-EE35-2ACE-D9F280D5D98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18391" y="3922370"/>
                                <a:ext cx="208343" cy="208345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6C1D5F"/>
                              </a:solidFill>
                              <a:ln w="12700" cap="flat" cmpd="sng" algn="ctr">
                                <a:noFill/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1" name="Group 13">
                              <a:extLst>
                                <a:ext uri="{FF2B5EF4-FFF2-40B4-BE49-F238E27FC236}">
                                  <a16:creationId xmlns:a16="http://schemas.microsoft.com/office/drawing/2014/main" id="{35F6C7C8-55C5-56EA-6FDF-2BA820BD623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15724" y="5334011"/>
                              <a:ext cx="150371" cy="143044"/>
                              <a:chOff x="113596" y="3884270"/>
                              <a:chExt cx="284546" cy="284544"/>
                            </a:xfrm>
                          </p:grpSpPr>
                          <p:sp>
                            <p:nvSpPr>
                              <p:cNvPr id="93" name="Oval 14">
                                <a:extLst>
                                  <a:ext uri="{FF2B5EF4-FFF2-40B4-BE49-F238E27FC236}">
                                    <a16:creationId xmlns:a16="http://schemas.microsoft.com/office/drawing/2014/main" id="{8BD068B7-D3A1-BD02-2C3C-5149760E994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13596" y="3884270"/>
                                <a:ext cx="284546" cy="2845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 cap="flat" cmpd="sng" algn="ctr">
                                <a:solidFill>
                                  <a:srgbClr val="6C1D5F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4" name="Oval 15">
                                <a:extLst>
                                  <a:ext uri="{FF2B5EF4-FFF2-40B4-BE49-F238E27FC236}">
                                    <a16:creationId xmlns:a16="http://schemas.microsoft.com/office/drawing/2014/main" id="{C2BFDA4D-39F1-A4F1-09A0-02F7227E31B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51706" y="3922363"/>
                                <a:ext cx="208347" cy="208345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6C1D5F"/>
                              </a:solidFill>
                              <a:ln w="12700" cap="flat" cmpd="sng" algn="ctr">
                                <a:noFill/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2" name="Group 16">
                              <a:extLst>
                                <a:ext uri="{FF2B5EF4-FFF2-40B4-BE49-F238E27FC236}">
                                  <a16:creationId xmlns:a16="http://schemas.microsoft.com/office/drawing/2014/main" id="{118242A1-9CE6-3767-EB8A-CFF79FA8962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013763" y="5323467"/>
                              <a:ext cx="150370" cy="143044"/>
                              <a:chOff x="1210519" y="3884270"/>
                              <a:chExt cx="284544" cy="284544"/>
                            </a:xfrm>
                          </p:grpSpPr>
                          <p:sp>
                            <p:nvSpPr>
                              <p:cNvPr id="91" name="Oval 17">
                                <a:extLst>
                                  <a:ext uri="{FF2B5EF4-FFF2-40B4-BE49-F238E27FC236}">
                                    <a16:creationId xmlns:a16="http://schemas.microsoft.com/office/drawing/2014/main" id="{7DACF5BD-781F-0088-3C14-2571FD94A83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210519" y="3884270"/>
                                <a:ext cx="284544" cy="2845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 cap="flat" cmpd="sng" algn="ctr">
                                <a:solidFill>
                                  <a:srgbClr val="6C1D5F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2" name="Oval 18">
                                <a:extLst>
                                  <a:ext uri="{FF2B5EF4-FFF2-40B4-BE49-F238E27FC236}">
                                    <a16:creationId xmlns:a16="http://schemas.microsoft.com/office/drawing/2014/main" id="{A20AED52-BBCA-75C3-BC57-72E497AB7A3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248619" y="3922370"/>
                                <a:ext cx="208344" cy="2083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6C1D5F"/>
                              </a:solidFill>
                              <a:ln w="12700" cap="flat" cmpd="sng" algn="ctr">
                                <a:noFill/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3" name="Group 19">
                              <a:extLst>
                                <a:ext uri="{FF2B5EF4-FFF2-40B4-BE49-F238E27FC236}">
                                  <a16:creationId xmlns:a16="http://schemas.microsoft.com/office/drawing/2014/main" id="{0F131137-96E9-39FC-3676-C47541FBE9D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2289583" y="5350020"/>
                              <a:ext cx="150372" cy="143044"/>
                              <a:chOff x="-164711" y="3884270"/>
                              <a:chExt cx="284546" cy="284544"/>
                            </a:xfrm>
                          </p:grpSpPr>
                          <p:sp>
                            <p:nvSpPr>
                              <p:cNvPr id="89" name="Oval 20">
                                <a:extLst>
                                  <a:ext uri="{FF2B5EF4-FFF2-40B4-BE49-F238E27FC236}">
                                    <a16:creationId xmlns:a16="http://schemas.microsoft.com/office/drawing/2014/main" id="{80026242-7B78-B6D1-4928-F9BA83EE11D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164711" y="3884270"/>
                                <a:ext cx="284546" cy="2845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 cap="flat" cmpd="sng" algn="ctr">
                                <a:solidFill>
                                  <a:srgbClr val="6C1D5F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0" name="Oval 21">
                                <a:extLst>
                                  <a:ext uri="{FF2B5EF4-FFF2-40B4-BE49-F238E27FC236}">
                                    <a16:creationId xmlns:a16="http://schemas.microsoft.com/office/drawing/2014/main" id="{0AE38EB6-3949-E472-05D3-2549F87E5FE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126618" y="3922370"/>
                                <a:ext cx="208347" cy="208345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6C1D5F"/>
                              </a:solidFill>
                              <a:ln w="12700" cap="flat" cmpd="sng" algn="ctr">
                                <a:noFill/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74" name="Group 22">
                              <a:extLst>
                                <a:ext uri="{FF2B5EF4-FFF2-40B4-BE49-F238E27FC236}">
                                  <a16:creationId xmlns:a16="http://schemas.microsoft.com/office/drawing/2014/main" id="{E9C00129-70E2-AE12-17B6-7431ED0F90A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657123" y="5340656"/>
                              <a:ext cx="150368" cy="143044"/>
                              <a:chOff x="1701675" y="3884270"/>
                              <a:chExt cx="284543" cy="284544"/>
                            </a:xfrm>
                          </p:grpSpPr>
                          <p:sp>
                            <p:nvSpPr>
                              <p:cNvPr id="87" name="Oval 23">
                                <a:extLst>
                                  <a:ext uri="{FF2B5EF4-FFF2-40B4-BE49-F238E27FC236}">
                                    <a16:creationId xmlns:a16="http://schemas.microsoft.com/office/drawing/2014/main" id="{87FE3E4B-C40F-C257-3EDF-90760CAA857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701675" y="3884270"/>
                                <a:ext cx="284543" cy="2845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 cap="flat" cmpd="sng" algn="ctr">
                                <a:solidFill>
                                  <a:srgbClr val="6C1D5F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88" name="Oval 24">
                                <a:extLst>
                                  <a:ext uri="{FF2B5EF4-FFF2-40B4-BE49-F238E27FC236}">
                                    <a16:creationId xmlns:a16="http://schemas.microsoft.com/office/drawing/2014/main" id="{BF2A6086-5CD7-99FD-EDFD-95C5028B347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739779" y="3922370"/>
                                <a:ext cx="208343" cy="208345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6C1D5F"/>
                              </a:solidFill>
                              <a:ln w="12700" cap="flat" cmpd="sng" algn="ctr">
                                <a:noFill/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80" name="Group 22">
                              <a:extLst>
                                <a:ext uri="{FF2B5EF4-FFF2-40B4-BE49-F238E27FC236}">
                                  <a16:creationId xmlns:a16="http://schemas.microsoft.com/office/drawing/2014/main" id="{90A128F3-3248-C8F7-8347-D96566BAC61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839678" y="5349932"/>
                              <a:ext cx="150369" cy="143044"/>
                              <a:chOff x="1488415" y="3884270"/>
                              <a:chExt cx="284544" cy="284544"/>
                            </a:xfrm>
                          </p:grpSpPr>
                          <p:sp>
                            <p:nvSpPr>
                              <p:cNvPr id="85" name="Oval 23">
                                <a:extLst>
                                  <a:ext uri="{FF2B5EF4-FFF2-40B4-BE49-F238E27FC236}">
                                    <a16:creationId xmlns:a16="http://schemas.microsoft.com/office/drawing/2014/main" id="{79858E88-2B7E-863E-342D-2E548F02C11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88415" y="3884270"/>
                                <a:ext cx="284544" cy="2845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 cap="flat" cmpd="sng" algn="ctr">
                                <a:solidFill>
                                  <a:srgbClr val="6C1D5F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86" name="Oval 24">
                                <a:extLst>
                                  <a:ext uri="{FF2B5EF4-FFF2-40B4-BE49-F238E27FC236}">
                                    <a16:creationId xmlns:a16="http://schemas.microsoft.com/office/drawing/2014/main" id="{24A0091D-CE2F-4496-7BC0-F1DC4ECFB0D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526509" y="3922369"/>
                                <a:ext cx="208346" cy="208343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6C1D5F"/>
                              </a:solidFill>
                              <a:ln w="12700" cap="flat" cmpd="sng" algn="ctr">
                                <a:noFill/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81" name="Group 16">
                              <a:extLst>
                                <a:ext uri="{FF2B5EF4-FFF2-40B4-BE49-F238E27FC236}">
                                  <a16:creationId xmlns:a16="http://schemas.microsoft.com/office/drawing/2014/main" id="{FC88355A-A3A5-407B-24EC-F4FB5E1FC9E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403768" y="5323467"/>
                              <a:ext cx="150370" cy="143044"/>
                              <a:chOff x="1210519" y="3884270"/>
                              <a:chExt cx="284544" cy="284544"/>
                            </a:xfrm>
                          </p:grpSpPr>
                          <p:sp>
                            <p:nvSpPr>
                              <p:cNvPr id="83" name="Oval 17">
                                <a:extLst>
                                  <a:ext uri="{FF2B5EF4-FFF2-40B4-BE49-F238E27FC236}">
                                    <a16:creationId xmlns:a16="http://schemas.microsoft.com/office/drawing/2014/main" id="{F0B210F7-4795-4E8E-C6D7-86E8834301D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210519" y="3884270"/>
                                <a:ext cx="284544" cy="2845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FFFFF"/>
                              </a:solidFill>
                              <a:ln w="12700" cap="flat" cmpd="sng" algn="ctr">
                                <a:solidFill>
                                  <a:srgbClr val="6C1D5F"/>
                                </a:solidFill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84" name="Oval 18">
                                <a:extLst>
                                  <a:ext uri="{FF2B5EF4-FFF2-40B4-BE49-F238E27FC236}">
                                    <a16:creationId xmlns:a16="http://schemas.microsoft.com/office/drawing/2014/main" id="{A5034E63-5C2C-A323-1BEE-F1C5B61DA51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248619" y="3922370"/>
                                <a:ext cx="208344" cy="208344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6C1D5F"/>
                              </a:solidFill>
                              <a:ln w="12700" cap="flat" cmpd="sng" algn="ctr">
                                <a:noFill/>
                                <a:prstDash val="solid"/>
                                <a:miter lim="800000"/>
                              </a:ln>
                              <a:effectLst/>
                            </p:spPr>
                            <p:txBody>
                              <a:bodyPr rtlCol="0" anchor="ctr"/>
                              <a:lstStyle/>
                              <a:p>
                                <a:pPr marL="0" marR="0" lvl="0" indent="0" algn="ctr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:endParaRPr kumimoji="0" lang="en-US" sz="1600" b="0" i="0" u="none" strike="noStrike" kern="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82" name="TextBox 40">
                              <a:extLst>
                                <a:ext uri="{FF2B5EF4-FFF2-40B4-BE49-F238E27FC236}">
                                  <a16:creationId xmlns:a16="http://schemas.microsoft.com/office/drawing/2014/main" id="{4D1D1DBC-0AA8-8B65-4978-326E73D583A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895368" y="5554530"/>
                              <a:ext cx="1862922" cy="24305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r>
                                <a:rPr kumimoji="0" lang="pl-PL" sz="800" b="0" i="0" u="none" strike="noStrike" kern="120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7 months </a:t>
                              </a:r>
                              <a:r>
                                <a:rPr kumimoji="0" lang="en-US" sz="800" b="0" i="0" u="none" strike="noStrike" kern="1200" cap="none" spc="0" normalizeH="0" baseline="0" noProof="1">
                                  <a:ln>
                                    <a:noFill/>
                                  </a:ln>
                                  <a:solidFill>
                                    <a:schemeClr val="accent6"/>
                                  </a:solidFill>
                                  <a:effectLst/>
                                  <a:uLnTx/>
                                  <a:uFillTx/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and beyond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0" name="Rounded Rectangle 45">
                            <a:extLst>
                              <a:ext uri="{FF2B5EF4-FFF2-40B4-BE49-F238E27FC236}">
                                <a16:creationId xmlns:a16="http://schemas.microsoft.com/office/drawing/2014/main" id="{BDA4DB6E-1E29-A877-4E4E-63BCA141D0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68328" y="3198140"/>
                            <a:ext cx="3079173" cy="259815"/>
                          </a:xfrm>
                          <a:prstGeom prst="roundRect">
                            <a:avLst/>
                          </a:prstGeom>
                          <a:solidFill>
                            <a:srgbClr val="9D92B2"/>
                          </a:solidFill>
                          <a:ln w="12700" cap="flat" cmpd="sng" algn="ctr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lIns="91440" tIns="45720" rIns="91440" bIns="45720" rtlCol="0" anchor="ctr"/>
                          <a:lstStyle/>
                          <a:p>
                            <a:pPr algn="ctr">
                              <a:defRPr/>
                            </a:pPr>
                            <a:r>
                              <a:rPr lang="en-US" sz="900" b="1" kern="0" noProof="1">
                                <a:solidFill>
                                  <a:schemeClr val="accent6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Solution – MVP development </a:t>
                            </a:r>
                            <a:endParaRPr lang="en-US" noProof="1">
                              <a:solidFill>
                                <a:schemeClr val="accent6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" name="Rounded Rectangle 43">
                            <a:extLst>
                              <a:ext uri="{FF2B5EF4-FFF2-40B4-BE49-F238E27FC236}">
                                <a16:creationId xmlns:a16="http://schemas.microsoft.com/office/drawing/2014/main" id="{6569F898-AAD3-DD87-47CF-E6088871C3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4872" y="4916011"/>
                            <a:ext cx="8209107" cy="199994"/>
                          </a:xfrm>
                          <a:prstGeom prst="roundRect">
                            <a:avLst/>
                          </a:prstGeom>
                          <a:solidFill>
                            <a:schemeClr val="bg2">
                              <a:lumMod val="25000"/>
                            </a:schemeClr>
                          </a:solidFill>
                          <a:ln w="3175" cap="flat" cmpd="sng" algn="ctr">
                            <a:solidFill>
                              <a:srgbClr val="6C1D5F"/>
                            </a:solidFill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900" b="1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Quality Assurance</a:t>
                            </a:r>
                          </a:p>
                        </p:txBody>
                      </p:sp>
                      <p:sp>
                        <p:nvSpPr>
                          <p:cNvPr id="53" name="Rounded Rectangle 43">
                            <a:extLst>
                              <a:ext uri="{FF2B5EF4-FFF2-40B4-BE49-F238E27FC236}">
                                <a16:creationId xmlns:a16="http://schemas.microsoft.com/office/drawing/2014/main" id="{41AF67FF-EE37-9638-E7E7-012DA9593F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610" y="5200830"/>
                            <a:ext cx="8210369" cy="190724"/>
                          </a:xfrm>
                          <a:prstGeom prst="roundRect">
                            <a:avLst/>
                          </a:prstGeom>
                          <a:solidFill>
                            <a:schemeClr val="bg2">
                              <a:lumMod val="90000"/>
                            </a:schemeClr>
                          </a:solidFill>
                          <a:ln w="3175" cap="flat" cmpd="sng" algn="ctr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900" b="1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Project Management</a:t>
                            </a:r>
                          </a:p>
                        </p:txBody>
                      </p:sp>
                      <p:sp>
                        <p:nvSpPr>
                          <p:cNvPr id="54" name="Rounded Rectangle 43">
                            <a:extLst>
                              <a:ext uri="{FF2B5EF4-FFF2-40B4-BE49-F238E27FC236}">
                                <a16:creationId xmlns:a16="http://schemas.microsoft.com/office/drawing/2014/main" id="{2781EB8F-412B-5BF7-C725-C50E413678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209695" y="3340891"/>
                            <a:ext cx="1441050" cy="905876"/>
                          </a:xfrm>
                          <a:prstGeom prst="stripedRightArrow">
                            <a:avLst>
                              <a:gd name="adj1" fmla="val 64318"/>
                              <a:gd name="adj2" fmla="val 42804"/>
                            </a:avLst>
                          </a:prstGeom>
                          <a:solidFill>
                            <a:schemeClr val="bg1">
                              <a:lumMod val="95000"/>
                            </a:schemeClr>
                          </a:solidFill>
                          <a:ln w="3175" cap="flat" cmpd="sng" algn="ctr">
                            <a:noFill/>
                            <a:prstDash val="solid"/>
                            <a:miter lim="800000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900" b="1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Further development / maintainance or hand-over</a:t>
                            </a:r>
                          </a:p>
                        </p:txBody>
                      </p:sp>
                      <p:cxnSp>
                        <p:nvCxnSpPr>
                          <p:cNvPr id="58" name="Straight Connector 32">
                            <a:extLst>
                              <a:ext uri="{FF2B5EF4-FFF2-40B4-BE49-F238E27FC236}">
                                <a16:creationId xmlns:a16="http://schemas.microsoft.com/office/drawing/2014/main" id="{7901E666-4F56-849A-145E-51D2BEE31C2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739921" y="2711787"/>
                            <a:ext cx="14718" cy="2745878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cxnSp>
                        <p:nvCxnSpPr>
                          <p:cNvPr id="59" name="Straight Connector 32">
                            <a:extLst>
                              <a:ext uri="{FF2B5EF4-FFF2-40B4-BE49-F238E27FC236}">
                                <a16:creationId xmlns:a16="http://schemas.microsoft.com/office/drawing/2014/main" id="{D1589AB5-6572-AD14-8A3F-9479FF10C3B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27293" y="2722939"/>
                            <a:ext cx="14718" cy="2745878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A1A1A1"/>
                            </a:solidFill>
                            <a:prstDash val="dash"/>
                            <a:miter lim="800000"/>
                          </a:ln>
                          <a:effectLst/>
                        </p:spPr>
                      </p:cxnSp>
                      <p:grpSp>
                        <p:nvGrpSpPr>
                          <p:cNvPr id="60" name="Grupa 19">
                            <a:extLst>
                              <a:ext uri="{FF2B5EF4-FFF2-40B4-BE49-F238E27FC236}">
                                <a16:creationId xmlns:a16="http://schemas.microsoft.com/office/drawing/2014/main" id="{19FC29D8-FAAA-95DA-535C-A2D9C4A3031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678460" y="4413580"/>
                            <a:ext cx="132867" cy="131123"/>
                            <a:chOff x="1248064" y="3967839"/>
                            <a:chExt cx="132867" cy="131123"/>
                          </a:xfrm>
                        </p:grpSpPr>
                        <p:sp>
                          <p:nvSpPr>
                            <p:cNvPr id="66" name="Oval 8">
                              <a:extLst>
                                <a:ext uri="{FF2B5EF4-FFF2-40B4-BE49-F238E27FC236}">
                                  <a16:creationId xmlns:a16="http://schemas.microsoft.com/office/drawing/2014/main" id="{2EB1721A-7B4E-302C-EE8C-A54E8F988F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48064" y="3967839"/>
                              <a:ext cx="132867" cy="131123"/>
                            </a:xfrm>
                            <a:prstGeom prst="ellipse">
                              <a:avLst/>
                            </a:prstGeom>
                            <a:solidFill>
                              <a:srgbClr val="FFFFFF"/>
                            </a:solidFill>
                            <a:ln w="12700" cap="flat" cmpd="sng" algn="ctr">
                              <a:solidFill>
                                <a:srgbClr val="6C1D5F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67" name="Oval 9">
                              <a:extLst>
                                <a:ext uri="{FF2B5EF4-FFF2-40B4-BE49-F238E27FC236}">
                                  <a16:creationId xmlns:a16="http://schemas.microsoft.com/office/drawing/2014/main" id="{E0E98B90-131A-49D7-4E69-547CE6658D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68241" y="3985396"/>
                              <a:ext cx="97286" cy="96009"/>
                            </a:xfrm>
                            <a:prstGeom prst="ellipse">
                              <a:avLst/>
                            </a:prstGeom>
                            <a:solidFill>
                              <a:srgbClr val="6C1D5F"/>
                            </a:solidFill>
                            <a:ln w="12700" cap="flat" cmpd="sng" algn="ctr">
                              <a:noFill/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1" name="Grupa 20">
                            <a:extLst>
                              <a:ext uri="{FF2B5EF4-FFF2-40B4-BE49-F238E27FC236}">
                                <a16:creationId xmlns:a16="http://schemas.microsoft.com/office/drawing/2014/main" id="{137FFD1D-3B8E-14A6-45B1-F5CA840C9CD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61641" y="4422083"/>
                            <a:ext cx="132867" cy="131123"/>
                            <a:chOff x="1481107" y="3967839"/>
                            <a:chExt cx="132867" cy="131123"/>
                          </a:xfrm>
                        </p:grpSpPr>
                        <p:sp>
                          <p:nvSpPr>
                            <p:cNvPr id="64" name="Oval 8">
                              <a:extLst>
                                <a:ext uri="{FF2B5EF4-FFF2-40B4-BE49-F238E27FC236}">
                                  <a16:creationId xmlns:a16="http://schemas.microsoft.com/office/drawing/2014/main" id="{7F34C66A-5E96-AA1B-FD16-DDC146FE58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81107" y="3967839"/>
                              <a:ext cx="132867" cy="131123"/>
                            </a:xfrm>
                            <a:prstGeom prst="ellipse">
                              <a:avLst/>
                            </a:prstGeom>
                            <a:solidFill>
                              <a:srgbClr val="FFFFFF"/>
                            </a:solidFill>
                            <a:ln w="12700" cap="flat" cmpd="sng" algn="ctr">
                              <a:solidFill>
                                <a:srgbClr val="6C1D5F"/>
                              </a:solidFill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65" name="Oval 9">
                              <a:extLst>
                                <a:ext uri="{FF2B5EF4-FFF2-40B4-BE49-F238E27FC236}">
                                  <a16:creationId xmlns:a16="http://schemas.microsoft.com/office/drawing/2014/main" id="{23BF9B27-E984-96E2-01D9-8369664F76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98898" y="3985396"/>
                              <a:ext cx="97286" cy="96009"/>
                            </a:xfrm>
                            <a:prstGeom prst="ellipse">
                              <a:avLst/>
                            </a:prstGeom>
                            <a:solidFill>
                              <a:srgbClr val="6C1D5F"/>
                            </a:solidFill>
                            <a:ln w="12700" cap="flat" cmpd="sng" algn="ctr">
                              <a:noFill/>
                              <a:prstDash val="solid"/>
                              <a:miter lim="800000"/>
                            </a:ln>
                            <a:effectLst/>
                          </p:spPr>
                          <p:txBody>
                            <a:bodyPr rtlCol="0" anchor="ctr"/>
                            <a:lstStyle/>
                            <a:p>
                              <a:pPr marL="0" marR="0" lvl="0" indent="0" algn="ctr" defTabSz="914400" rtl="0" eaLnBrk="1" fontAlgn="auto" latinLnBrk="0" hangingPunct="1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Tx/>
                                <a:buSzTx/>
                                <a:buFontTx/>
                                <a:buNone/>
                                <a:tabLst/>
                                <a:defRPr/>
                              </a:pPr>
                              <a:endParaRPr kumimoji="0" lang="en-US" sz="1600" b="0" i="0" u="none" strike="noStrike" kern="0" cap="none" spc="0" normalizeH="0" baseline="0" noProof="1">
                                <a:ln>
                                  <a:noFill/>
                                </a:ln>
                                <a:solidFill>
                                  <a:schemeClr val="accent6"/>
                                </a:solidFill>
                                <a:effectLst/>
                                <a:uLnTx/>
                                <a:uFillTx/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13" name="Rounded Rectangle 45">
                          <a:extLst>
                            <a:ext uri="{FF2B5EF4-FFF2-40B4-BE49-F238E27FC236}">
                              <a16:creationId xmlns:a16="http://schemas.microsoft.com/office/drawing/2014/main" id="{4B28C2F3-CD5B-61B9-96C7-21810D24B65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131590" y="2616129"/>
                          <a:ext cx="691992" cy="249188"/>
                        </a:xfrm>
                        <a:prstGeom prst="roundRect">
                          <a:avLst/>
                        </a:prstGeom>
                        <a:solidFill>
                          <a:srgbClr val="5C4F61"/>
                        </a:solidFill>
                        <a:ln w="12700" cap="flat" cmpd="sng" algn="ctr">
                          <a:noFill/>
                          <a:prstDash val="solid"/>
                          <a:miter lim="800000"/>
                        </a:ln>
                        <a:effectLst/>
                      </p:spPr>
                      <p:txBody>
                        <a:bodyPr lIns="91440" tIns="45720" rIns="91440" bIns="45720" rtlCol="0" anchor="ctr"/>
                        <a:lstStyle/>
                        <a:p>
                          <a:pPr algn="ctr">
                            <a:defRPr/>
                          </a:pPr>
                          <a:r>
                            <a:rPr lang="en-US" sz="700" b="1" kern="0" noProof="1">
                              <a:solidFill>
                                <a:schemeClr val="bg1"/>
                              </a:solidFill>
                              <a:latin typeface="Arial"/>
                              <a:cs typeface="Arial"/>
                            </a:rPr>
                            <a:t>Discovery</a:t>
                          </a:r>
                          <a:endParaRPr lang="en-US" sz="700" noProof="1"/>
                        </a:p>
                      </p:txBody>
                    </p:sp>
                    <p:sp>
                      <p:nvSpPr>
                        <p:cNvPr id="15" name="Prostokąt 3">
                          <a:extLst>
                            <a:ext uri="{FF2B5EF4-FFF2-40B4-BE49-F238E27FC236}">
                              <a16:creationId xmlns:a16="http://schemas.microsoft.com/office/drawing/2014/main" id="{E9A57133-4215-942C-F541-E31E4065EA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8" y="3178036"/>
                          <a:ext cx="940378" cy="370534"/>
                        </a:xfrm>
                        <a:prstGeom prst="rect">
                          <a:avLst/>
                        </a:prstGeom>
                        <a:noFill/>
                        <a:ln w="12700" cap="flat" cmpd="sng" algn="ctr">
                          <a:noFill/>
                          <a:prstDash val="solid"/>
                          <a:miter lim="800000"/>
                        </a:ln>
                        <a:effectLst/>
                      </p:spPr>
                      <p:txBody>
                        <a:bodyPr lIns="91440" tIns="45720" rIns="91440" bIns="45720" rtlCol="0" anchor="ctr"/>
                        <a:lstStyle/>
                        <a:p>
                          <a:pPr algn="ctr">
                            <a:defRPr/>
                          </a:pPr>
                          <a:r>
                            <a:rPr kumimoji="0" lang="en-US" sz="800" b="1" i="0" u="none" strike="noStrike" kern="0" cap="none" spc="0" normalizeH="0" baseline="0" noProof="1">
                              <a:ln>
                                <a:noFill/>
                              </a:ln>
                              <a:solidFill>
                                <a:schemeClr val="accent6"/>
                              </a:solidFill>
                              <a:effectLst/>
                              <a:uLnTx/>
                              <a:uFillTx/>
                              <a:latin typeface="Arial"/>
                              <a:cs typeface="Arial"/>
                              <a:sym typeface="Calisto MT" panose="02040603050505030304" pitchFamily="18" charset="0"/>
                            </a:rPr>
                            <a:t>Contract negotiations &amp; </a:t>
                          </a:r>
                          <a:r>
                            <a:rPr lang="en-US" sz="800" b="1" kern="0" noProof="1">
                              <a:solidFill>
                                <a:schemeClr val="accent6"/>
                              </a:solidFill>
                              <a:latin typeface="Arial"/>
                              <a:cs typeface="Arial"/>
                              <a:sym typeface="Calisto MT" panose="02040603050505030304" pitchFamily="18" charset="0"/>
                            </a:rPr>
                            <a:t>SoW sign-off</a:t>
                          </a:r>
                          <a:endParaRPr kumimoji="0" lang="en-US" sz="800" b="1" i="0" u="none" strike="noStrike" kern="0" cap="none" spc="0" normalizeH="0" baseline="0" noProof="1">
                            <a:ln>
                              <a:noFill/>
                            </a:ln>
                            <a:solidFill>
                              <a:schemeClr val="accent6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pic>
                      <p:nvPicPr>
                        <p:cNvPr id="16" name="Grafika 29" descr="Uścisk dłoni z wypełnieniem pełnym">
                          <a:extLst>
                            <a:ext uri="{FF2B5EF4-FFF2-40B4-BE49-F238E27FC236}">
                              <a16:creationId xmlns:a16="http://schemas.microsoft.com/office/drawing/2014/main" id="{F7BF37A3-53EB-EC1A-94A9-E677801319C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7374" y="2874521"/>
                          <a:ext cx="309686" cy="309687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7" name="Prostokąt 3">
                        <a:extLst>
                          <a:ext uri="{FF2B5EF4-FFF2-40B4-BE49-F238E27FC236}">
                            <a16:creationId xmlns:a16="http://schemas.microsoft.com/office/drawing/2014/main" id="{9A4A2828-6E9B-DC20-4F31-83B4D98263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0602" y="3598765"/>
                        <a:ext cx="970607" cy="343533"/>
                      </a:xfrm>
                      <a:prstGeom prst="rect">
                        <a:avLst/>
                      </a:prstGeom>
                      <a:noFill/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lIns="91440" tIns="45720" rIns="91440" bIns="45720"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800" b="1" i="0" u="none" strike="noStrike" kern="0" cap="none" spc="0" normalizeH="0" baseline="0" noProof="1">
                            <a:ln>
                              <a:noFill/>
                            </a:ln>
                            <a:solidFill>
                              <a:schemeClr val="accent6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cs typeface="Arial" panose="020B0604020202020204" pitchFamily="34" charset="0"/>
                            <a:sym typeface="Calisto MT" panose="02040603050505030304" pitchFamily="18" charset="0"/>
                          </a:rPr>
                          <a:t>Project start confirmation</a:t>
                        </a:r>
                        <a:endParaRPr kumimoji="0" lang="en-US" sz="800" b="1" i="0" u="none" strike="noStrike" kern="0" cap="none" spc="0" normalizeH="0" baseline="0" noProof="1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pic>
                    <p:nvPicPr>
                      <p:cNvPr id="8" name="Grafika 45" descr="Komentarz — lubię kontur">
                        <a:extLst>
                          <a:ext uri="{FF2B5EF4-FFF2-40B4-BE49-F238E27FC236}">
                            <a16:creationId xmlns:a16="http://schemas.microsoft.com/office/drawing/2014/main" id="{4B23E623-93ED-A959-AAB9-D86C32AD2D8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353682" y="3323592"/>
                        <a:ext cx="309686" cy="309687"/>
                      </a:xfrm>
                      <a:prstGeom prst="rect">
                        <a:avLst/>
                      </a:prstGeom>
                    </p:spPr>
                  </p:pic>
                  <p:cxnSp>
                    <p:nvCxnSpPr>
                      <p:cNvPr id="9" name="Straight Connector 32">
                        <a:extLst>
                          <a:ext uri="{FF2B5EF4-FFF2-40B4-BE49-F238E27FC236}">
                            <a16:creationId xmlns:a16="http://schemas.microsoft.com/office/drawing/2014/main" id="{0A5A0494-CD92-07A2-F9D1-B362A249434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37139" y="2446101"/>
                        <a:ext cx="14430" cy="2704903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rgbClr val="A1A1A1"/>
                        </a:solidFill>
                        <a:prstDash val="dash"/>
                        <a:miter lim="800000"/>
                      </a:ln>
                      <a:effectLst/>
                    </p:spPr>
                  </p:cxnSp>
                  <p:sp>
                    <p:nvSpPr>
                      <p:cNvPr id="10" name="Oval 17">
                        <a:extLst>
                          <a:ext uri="{FF2B5EF4-FFF2-40B4-BE49-F238E27FC236}">
                            <a16:creationId xmlns:a16="http://schemas.microsoft.com/office/drawing/2014/main" id="{8E297F63-A0BA-C296-602A-D60AA31187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1593" y="4106977"/>
                        <a:ext cx="130264" cy="12916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12700" cap="flat" cmpd="sng" algn="ctr">
                        <a:solidFill>
                          <a:srgbClr val="6C1D5F"/>
                        </a:solidFill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600" b="0" i="0" u="none" strike="noStrike" kern="0" cap="none" spc="0" normalizeH="0" baseline="0" noProof="1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1" name="Oval 18">
                        <a:extLst>
                          <a:ext uri="{FF2B5EF4-FFF2-40B4-BE49-F238E27FC236}">
                            <a16:creationId xmlns:a16="http://schemas.microsoft.com/office/drawing/2014/main" id="{7258AB4A-19A2-4EA2-5CE5-922BD5EE2B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9035" y="4124272"/>
                        <a:ext cx="95380" cy="94576"/>
                      </a:xfrm>
                      <a:prstGeom prst="ellipse">
                        <a:avLst/>
                      </a:prstGeom>
                      <a:solidFill>
                        <a:srgbClr val="6C1D5F"/>
                      </a:soli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600" b="0" i="0" u="none" strike="noStrike" kern="0" cap="none" spc="0" normalizeH="0" baseline="0" noProof="1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sp>
                <p:nvSpPr>
                  <p:cNvPr id="205" name="Oval 21">
                    <a:extLst>
                      <a:ext uri="{FF2B5EF4-FFF2-40B4-BE49-F238E27FC236}">
                        <a16:creationId xmlns:a16="http://schemas.microsoft.com/office/drawing/2014/main" id="{A8C63188-9F15-0838-A08E-F6036226D142}"/>
                      </a:ext>
                    </a:extLst>
                  </p:cNvPr>
                  <p:cNvSpPr/>
                  <p:nvPr/>
                </p:nvSpPr>
                <p:spPr>
                  <a:xfrm>
                    <a:off x="7125794" y="4101419"/>
                    <a:ext cx="95381" cy="94576"/>
                  </a:xfrm>
                  <a:prstGeom prst="ellipse">
                    <a:avLst/>
                  </a:prstGeom>
                  <a:solidFill>
                    <a:srgbClr val="6C1D5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1">
                      <a:ln>
                        <a:noFill/>
                      </a:ln>
                      <a:solidFill>
                        <a:schemeClr val="accent6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208" name="Rounded Rectangle 45">
                <a:extLst>
                  <a:ext uri="{FF2B5EF4-FFF2-40B4-BE49-F238E27FC236}">
                    <a16:creationId xmlns:a16="http://schemas.microsoft.com/office/drawing/2014/main" id="{AE1F5FF5-1AD6-3EF7-6215-27B600C4D06E}"/>
                  </a:ext>
                </a:extLst>
              </p:cNvPr>
              <p:cNvSpPr/>
              <p:nvPr/>
            </p:nvSpPr>
            <p:spPr>
              <a:xfrm>
                <a:off x="6156763" y="3236660"/>
                <a:ext cx="4042410" cy="255938"/>
              </a:xfrm>
              <a:prstGeom prst="roundRect">
                <a:avLst/>
              </a:prstGeom>
              <a:solidFill>
                <a:srgbClr val="9D92B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r>
                  <a:rPr lang="en-US" sz="900" b="1" kern="0" noProof="1">
                    <a:solidFill>
                      <a:schemeClr val="accent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 - Continued Development</a:t>
                </a:r>
                <a:endParaRPr lang="en-US" noProof="1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0" name="Oval 66">
              <a:extLst>
                <a:ext uri="{FF2B5EF4-FFF2-40B4-BE49-F238E27FC236}">
                  <a16:creationId xmlns:a16="http://schemas.microsoft.com/office/drawing/2014/main" id="{DA9975FF-7018-B52B-C81B-35D61DEF3191}"/>
                </a:ext>
              </a:extLst>
            </p:cNvPr>
            <p:cNvSpPr/>
            <p:nvPr/>
          </p:nvSpPr>
          <p:spPr>
            <a:xfrm>
              <a:off x="6103942" y="2351489"/>
              <a:ext cx="90969" cy="88847"/>
            </a:xfrm>
            <a:prstGeom prst="ellipse">
              <a:avLst/>
            </a:prstGeom>
            <a:solidFill>
              <a:srgbClr val="9D9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1" name="Straight Connector 63">
              <a:extLst>
                <a:ext uri="{FF2B5EF4-FFF2-40B4-BE49-F238E27FC236}">
                  <a16:creationId xmlns:a16="http://schemas.microsoft.com/office/drawing/2014/main" id="{1A06AB40-3B5D-6FF8-7BAD-C192CEB3D832}"/>
                </a:ext>
              </a:extLst>
            </p:cNvPr>
            <p:cNvCxnSpPr>
              <a:cxnSpLocks/>
            </p:cNvCxnSpPr>
            <p:nvPr/>
          </p:nvCxnSpPr>
          <p:spPr>
            <a:xfrm>
              <a:off x="6140282" y="2474085"/>
              <a:ext cx="7740" cy="1646299"/>
            </a:xfrm>
            <a:prstGeom prst="line">
              <a:avLst/>
            </a:prstGeom>
            <a:noFill/>
            <a:ln w="12700" cap="flat" cmpd="sng" algn="ctr">
              <a:solidFill>
                <a:srgbClr val="9D92B2"/>
              </a:solidFill>
              <a:prstDash val="solid"/>
              <a:miter lim="800000"/>
            </a:ln>
            <a:effectLst/>
          </p:spPr>
        </p:cxnSp>
      </p:grpSp>
      <p:sp>
        <p:nvSpPr>
          <p:cNvPr id="214" name="TextBox 68">
            <a:extLst>
              <a:ext uri="{FF2B5EF4-FFF2-40B4-BE49-F238E27FC236}">
                <a16:creationId xmlns:a16="http://schemas.microsoft.com/office/drawing/2014/main" id="{C71FB8C6-1A81-2F79-6287-AD2343FC8B3A}"/>
              </a:ext>
            </a:extLst>
          </p:cNvPr>
          <p:cNvSpPr txBox="1"/>
          <p:nvPr/>
        </p:nvSpPr>
        <p:spPr>
          <a:xfrm>
            <a:off x="5469053" y="1910766"/>
            <a:ext cx="1269777" cy="26161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cs typeface="Arial"/>
              </a:rPr>
              <a:t>MVP Released</a:t>
            </a:r>
            <a:endParaRPr kumimoji="0" lang="en-US" sz="1000" i="0" u="none" strike="noStrike" kern="0" cap="none" spc="0" normalizeH="0" baseline="0" noProof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136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511468-A1C1-4164-B001-331CFF61DD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230753-88B5-4024-9077-3DD5A5753210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A6EF97AC-45CE-405C-B7C4-8298D3C5F5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Proposed 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2026-01-23T11:32:58Z</dcterms:created>
  <dcterms:modified xsi:type="dcterms:W3CDTF">2026-01-23T11:33:23Z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