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s/modernComment_7FF64B85_44FACBA9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7"/>
  </p:sldMasterIdLst>
  <p:sldIdLst>
    <p:sldId id="2146847621" r:id="rId8"/>
    <p:sldId id="214684762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FDB02F-6C3A-E2B0-B990-E20A059828E3}" name="Ruben Oostinga" initials="RO" userId="S::roostinga@xebia.com::b47da8b3-6910-4561-8b63-58f0576537d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EEFE6A-95A0-A19A-368F-7F8CA85B0DCD}" v="3" dt="2026-01-23T14:11:52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47EEFE6A-95A0-A19A-368F-7F8CA85B0DCD}"/>
    <pc:docChg chg="addSld delSld">
      <pc:chgData name="George Sereda" userId="S::george.sereda@xebia.com::5e824fc6-3a6a-482b-8597-f9374fb4b421" providerId="AD" clId="Web-{47EEFE6A-95A0-A19A-368F-7F8CA85B0DCD}" dt="2026-01-23T14:11:52.225" v="2"/>
      <pc:docMkLst>
        <pc:docMk/>
      </pc:docMkLst>
      <pc:sldChg chg="del">
        <pc:chgData name="George Sereda" userId="S::george.sereda@xebia.com::5e824fc6-3a6a-482b-8597-f9374fb4b421" providerId="AD" clId="Web-{47EEFE6A-95A0-A19A-368F-7F8CA85B0DCD}" dt="2026-01-23T14:11:52.225" v="2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47EEFE6A-95A0-A19A-368F-7F8CA85B0DCD}" dt="2026-01-23T14:11:47.147" v="0"/>
        <pc:sldMkLst>
          <pc:docMk/>
          <pc:sldMk cId="1157286825" sldId="2146847621"/>
        </pc:sldMkLst>
      </pc:sldChg>
      <pc:sldChg chg="add">
        <pc:chgData name="George Sereda" userId="S::george.sereda@xebia.com::5e824fc6-3a6a-482b-8597-f9374fb4b421" providerId="AD" clId="Web-{47EEFE6A-95A0-A19A-368F-7F8CA85B0DCD}" dt="2026-01-23T14:11:47.241" v="1"/>
        <pc:sldMkLst>
          <pc:docMk/>
          <pc:sldMk cId="643651617" sldId="2146847625"/>
        </pc:sldMkLst>
      </pc:sldChg>
      <pc:sldMasterChg chg="addSldLayout">
        <pc:chgData name="George Sereda" userId="S::george.sereda@xebia.com::5e824fc6-3a6a-482b-8597-f9374fb4b421" providerId="AD" clId="Web-{47EEFE6A-95A0-A19A-368F-7F8CA85B0DCD}" dt="2026-01-23T14:11:47.147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47EEFE6A-95A0-A19A-368F-7F8CA85B0DCD}" dt="2026-01-23T14:11:47.147" v="0"/>
          <pc:sldLayoutMkLst>
            <pc:docMk/>
            <pc:sldMasterMk cId="2460954070" sldId="2147483660"/>
            <pc:sldLayoutMk cId="1644677756" sldId="2147483672"/>
          </pc:sldLayoutMkLst>
        </pc:sldLayoutChg>
      </pc:sldMasterChg>
    </pc:docChg>
  </pc:docChgLst>
</pc:chgInfo>
</file>

<file path=ppt/comments/modernComment_7FF64B85_44FACB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E65C03-EAD4-EC4F-8430-D42AE03AC789}" authorId="{EBFDB02F-6C3A-E2B0-B990-E20A059828E3}" status="resolved" created="2025-10-10T13:42:13.372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57286825" sldId="2146847621"/>
      <ac:spMk id="4" creationId="{4E8B6EAB-855D-CB23-4084-3353F626D4F1}"/>
    </ac:deMkLst>
    <p188:txBody>
      <a:bodyPr/>
      <a:lstStyle/>
      <a:p>
        <a:r>
          <a:rPr lang="en-US"/>
          <a:t>make it more clear open the open ended section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+Ligh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B2E9A-A3A7-5E29-DB1D-9E9F00FA2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9001"/>
            <a:ext cx="6025197" cy="1131687"/>
          </a:xfrm>
        </p:spPr>
        <p:txBody>
          <a:bodyPr>
            <a:no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2726C70-C945-365C-11C4-22B07EC83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9570-D3FC-6D43-AC32-D988B1849109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5" name="Vrije vorm 13">
            <a:extLst>
              <a:ext uri="{FF2B5EF4-FFF2-40B4-BE49-F238E27FC236}">
                <a16:creationId xmlns:a16="http://schemas.microsoft.com/office/drawing/2014/main" id="{BEDF62D9-E046-AFA3-C586-7F20FB7128D7}"/>
              </a:ext>
            </a:extLst>
          </p:cNvPr>
          <p:cNvSpPr/>
          <p:nvPr userDrawn="1"/>
        </p:nvSpPr>
        <p:spPr>
          <a:xfrm rot="21359183">
            <a:off x="6552482" y="-213982"/>
            <a:ext cx="5924488" cy="7310466"/>
          </a:xfrm>
          <a:custGeom>
            <a:avLst/>
            <a:gdLst>
              <a:gd name="connsiteX0" fmla="*/ 979994 w 5398271"/>
              <a:gd name="connsiteY0" fmla="*/ 0 h 6858298"/>
              <a:gd name="connsiteX1" fmla="*/ 5398271 w 5398271"/>
              <a:gd name="connsiteY1" fmla="*/ 0 h 6858298"/>
              <a:gd name="connsiteX2" fmla="*/ 5398271 w 5398271"/>
              <a:gd name="connsiteY2" fmla="*/ 6858296 h 6858298"/>
              <a:gd name="connsiteX3" fmla="*/ 1198739 w 5398271"/>
              <a:gd name="connsiteY3" fmla="*/ 6858296 h 6858298"/>
              <a:gd name="connsiteX4" fmla="*/ 1198738 w 5398271"/>
              <a:gd name="connsiteY4" fmla="*/ 6858298 h 6858298"/>
              <a:gd name="connsiteX5" fmla="*/ 921183 w 5398271"/>
              <a:gd name="connsiteY5" fmla="*/ 6858298 h 6858298"/>
              <a:gd name="connsiteX6" fmla="*/ 6039 w 5398271"/>
              <a:gd name="connsiteY6" fmla="*/ 3605993 h 6858298"/>
              <a:gd name="connsiteX7" fmla="*/ 773241 w 5398271"/>
              <a:gd name="connsiteY7" fmla="*/ 2 h 6858298"/>
              <a:gd name="connsiteX8" fmla="*/ 979994 w 5398271"/>
              <a:gd name="connsiteY8" fmla="*/ 2 h 6858298"/>
              <a:gd name="connsiteX9" fmla="*/ 979994 w 5398271"/>
              <a:gd name="connsiteY9" fmla="*/ 0 h 6858298"/>
              <a:gd name="connsiteX0" fmla="*/ 980001 w 5398278"/>
              <a:gd name="connsiteY0" fmla="*/ 175323 h 7033621"/>
              <a:gd name="connsiteX1" fmla="*/ 5398278 w 5398278"/>
              <a:gd name="connsiteY1" fmla="*/ 175323 h 7033621"/>
              <a:gd name="connsiteX2" fmla="*/ 5398278 w 5398278"/>
              <a:gd name="connsiteY2" fmla="*/ 7033619 h 7033621"/>
              <a:gd name="connsiteX3" fmla="*/ 1198746 w 5398278"/>
              <a:gd name="connsiteY3" fmla="*/ 7033619 h 7033621"/>
              <a:gd name="connsiteX4" fmla="*/ 1198745 w 5398278"/>
              <a:gd name="connsiteY4" fmla="*/ 7033621 h 7033621"/>
              <a:gd name="connsiteX5" fmla="*/ 921190 w 5398278"/>
              <a:gd name="connsiteY5" fmla="*/ 7033621 h 7033621"/>
              <a:gd name="connsiteX6" fmla="*/ 6046 w 5398278"/>
              <a:gd name="connsiteY6" fmla="*/ 3781316 h 7033621"/>
              <a:gd name="connsiteX7" fmla="*/ 772070 w 5398278"/>
              <a:gd name="connsiteY7" fmla="*/ 0 h 7033621"/>
              <a:gd name="connsiteX8" fmla="*/ 980001 w 5398278"/>
              <a:gd name="connsiteY8" fmla="*/ 175325 h 7033621"/>
              <a:gd name="connsiteX9" fmla="*/ 980001 w 5398278"/>
              <a:gd name="connsiteY9" fmla="*/ 175323 h 7033621"/>
              <a:gd name="connsiteX0" fmla="*/ 1003768 w 5398278"/>
              <a:gd name="connsiteY0" fmla="*/ 28710 h 7033621"/>
              <a:gd name="connsiteX1" fmla="*/ 5398278 w 5398278"/>
              <a:gd name="connsiteY1" fmla="*/ 175323 h 7033621"/>
              <a:gd name="connsiteX2" fmla="*/ 5398278 w 5398278"/>
              <a:gd name="connsiteY2" fmla="*/ 7033619 h 7033621"/>
              <a:gd name="connsiteX3" fmla="*/ 1198746 w 5398278"/>
              <a:gd name="connsiteY3" fmla="*/ 7033619 h 7033621"/>
              <a:gd name="connsiteX4" fmla="*/ 1198745 w 5398278"/>
              <a:gd name="connsiteY4" fmla="*/ 7033621 h 7033621"/>
              <a:gd name="connsiteX5" fmla="*/ 921190 w 5398278"/>
              <a:gd name="connsiteY5" fmla="*/ 7033621 h 7033621"/>
              <a:gd name="connsiteX6" fmla="*/ 6046 w 5398278"/>
              <a:gd name="connsiteY6" fmla="*/ 3781316 h 7033621"/>
              <a:gd name="connsiteX7" fmla="*/ 772070 w 5398278"/>
              <a:gd name="connsiteY7" fmla="*/ 0 h 7033621"/>
              <a:gd name="connsiteX8" fmla="*/ 980001 w 5398278"/>
              <a:gd name="connsiteY8" fmla="*/ 175325 h 7033621"/>
              <a:gd name="connsiteX9" fmla="*/ 1003768 w 5398278"/>
              <a:gd name="connsiteY9" fmla="*/ 28710 h 7033621"/>
              <a:gd name="connsiteX0" fmla="*/ 1003768 w 5924488"/>
              <a:gd name="connsiteY0" fmla="*/ 28710 h 7033621"/>
              <a:gd name="connsiteX1" fmla="*/ 5924488 w 5924488"/>
              <a:gd name="connsiteY1" fmla="*/ 360526 h 7033621"/>
              <a:gd name="connsiteX2" fmla="*/ 5398278 w 5924488"/>
              <a:gd name="connsiteY2" fmla="*/ 7033619 h 7033621"/>
              <a:gd name="connsiteX3" fmla="*/ 1198746 w 5924488"/>
              <a:gd name="connsiteY3" fmla="*/ 7033619 h 7033621"/>
              <a:gd name="connsiteX4" fmla="*/ 1198745 w 5924488"/>
              <a:gd name="connsiteY4" fmla="*/ 7033621 h 7033621"/>
              <a:gd name="connsiteX5" fmla="*/ 921190 w 5924488"/>
              <a:gd name="connsiteY5" fmla="*/ 7033621 h 7033621"/>
              <a:gd name="connsiteX6" fmla="*/ 6046 w 5924488"/>
              <a:gd name="connsiteY6" fmla="*/ 3781316 h 7033621"/>
              <a:gd name="connsiteX7" fmla="*/ 772070 w 5924488"/>
              <a:gd name="connsiteY7" fmla="*/ 0 h 7033621"/>
              <a:gd name="connsiteX8" fmla="*/ 980001 w 5924488"/>
              <a:gd name="connsiteY8" fmla="*/ 175325 h 7033621"/>
              <a:gd name="connsiteX9" fmla="*/ 1003768 w 5924488"/>
              <a:gd name="connsiteY9" fmla="*/ 28710 h 7033621"/>
              <a:gd name="connsiteX0" fmla="*/ 1003768 w 5924488"/>
              <a:gd name="connsiteY0" fmla="*/ 28710 h 7033621"/>
              <a:gd name="connsiteX1" fmla="*/ 5924488 w 5924488"/>
              <a:gd name="connsiteY1" fmla="*/ 360526 h 7033621"/>
              <a:gd name="connsiteX2" fmla="*/ 5398278 w 5924488"/>
              <a:gd name="connsiteY2" fmla="*/ 7033619 h 7033621"/>
              <a:gd name="connsiteX3" fmla="*/ 1198746 w 5924488"/>
              <a:gd name="connsiteY3" fmla="*/ 7033619 h 7033621"/>
              <a:gd name="connsiteX4" fmla="*/ 1198745 w 5924488"/>
              <a:gd name="connsiteY4" fmla="*/ 7033621 h 7033621"/>
              <a:gd name="connsiteX5" fmla="*/ 921190 w 5924488"/>
              <a:gd name="connsiteY5" fmla="*/ 7033621 h 7033621"/>
              <a:gd name="connsiteX6" fmla="*/ 6046 w 5924488"/>
              <a:gd name="connsiteY6" fmla="*/ 3781316 h 7033621"/>
              <a:gd name="connsiteX7" fmla="*/ 772070 w 5924488"/>
              <a:gd name="connsiteY7" fmla="*/ 0 h 7033621"/>
              <a:gd name="connsiteX8" fmla="*/ 1003768 w 5924488"/>
              <a:gd name="connsiteY8" fmla="*/ 28710 h 7033621"/>
              <a:gd name="connsiteX0" fmla="*/ 1000568 w 5924488"/>
              <a:gd name="connsiteY0" fmla="*/ 74317 h 7033621"/>
              <a:gd name="connsiteX1" fmla="*/ 5924488 w 5924488"/>
              <a:gd name="connsiteY1" fmla="*/ 360526 h 7033621"/>
              <a:gd name="connsiteX2" fmla="*/ 5398278 w 5924488"/>
              <a:gd name="connsiteY2" fmla="*/ 7033619 h 7033621"/>
              <a:gd name="connsiteX3" fmla="*/ 1198746 w 5924488"/>
              <a:gd name="connsiteY3" fmla="*/ 7033619 h 7033621"/>
              <a:gd name="connsiteX4" fmla="*/ 1198745 w 5924488"/>
              <a:gd name="connsiteY4" fmla="*/ 7033621 h 7033621"/>
              <a:gd name="connsiteX5" fmla="*/ 921190 w 5924488"/>
              <a:gd name="connsiteY5" fmla="*/ 7033621 h 7033621"/>
              <a:gd name="connsiteX6" fmla="*/ 6046 w 5924488"/>
              <a:gd name="connsiteY6" fmla="*/ 3781316 h 7033621"/>
              <a:gd name="connsiteX7" fmla="*/ 772070 w 5924488"/>
              <a:gd name="connsiteY7" fmla="*/ 0 h 7033621"/>
              <a:gd name="connsiteX8" fmla="*/ 1000568 w 5924488"/>
              <a:gd name="connsiteY8" fmla="*/ 74317 h 7033621"/>
              <a:gd name="connsiteX0" fmla="*/ 772070 w 5924488"/>
              <a:gd name="connsiteY0" fmla="*/ 0 h 7033621"/>
              <a:gd name="connsiteX1" fmla="*/ 5924488 w 5924488"/>
              <a:gd name="connsiteY1" fmla="*/ 360526 h 7033621"/>
              <a:gd name="connsiteX2" fmla="*/ 5398278 w 5924488"/>
              <a:gd name="connsiteY2" fmla="*/ 7033619 h 7033621"/>
              <a:gd name="connsiteX3" fmla="*/ 1198746 w 5924488"/>
              <a:gd name="connsiteY3" fmla="*/ 7033619 h 7033621"/>
              <a:gd name="connsiteX4" fmla="*/ 1198745 w 5924488"/>
              <a:gd name="connsiteY4" fmla="*/ 7033621 h 7033621"/>
              <a:gd name="connsiteX5" fmla="*/ 921190 w 5924488"/>
              <a:gd name="connsiteY5" fmla="*/ 7033621 h 7033621"/>
              <a:gd name="connsiteX6" fmla="*/ 6046 w 5924488"/>
              <a:gd name="connsiteY6" fmla="*/ 3781316 h 7033621"/>
              <a:gd name="connsiteX7" fmla="*/ 772070 w 5924488"/>
              <a:gd name="connsiteY7" fmla="*/ 0 h 7033621"/>
              <a:gd name="connsiteX0" fmla="*/ 772070 w 5924488"/>
              <a:gd name="connsiteY0" fmla="*/ 0 h 7290943"/>
              <a:gd name="connsiteX1" fmla="*/ 5924488 w 5924488"/>
              <a:gd name="connsiteY1" fmla="*/ 360526 h 7290943"/>
              <a:gd name="connsiteX2" fmla="*/ 5407722 w 5924488"/>
              <a:gd name="connsiteY2" fmla="*/ 7290943 h 7290943"/>
              <a:gd name="connsiteX3" fmla="*/ 1198746 w 5924488"/>
              <a:gd name="connsiteY3" fmla="*/ 7033619 h 7290943"/>
              <a:gd name="connsiteX4" fmla="*/ 1198745 w 5924488"/>
              <a:gd name="connsiteY4" fmla="*/ 7033621 h 7290943"/>
              <a:gd name="connsiteX5" fmla="*/ 921190 w 5924488"/>
              <a:gd name="connsiteY5" fmla="*/ 7033621 h 7290943"/>
              <a:gd name="connsiteX6" fmla="*/ 6046 w 5924488"/>
              <a:gd name="connsiteY6" fmla="*/ 3781316 h 7290943"/>
              <a:gd name="connsiteX7" fmla="*/ 772070 w 5924488"/>
              <a:gd name="connsiteY7" fmla="*/ 0 h 7290943"/>
              <a:gd name="connsiteX0" fmla="*/ 772070 w 5924488"/>
              <a:gd name="connsiteY0" fmla="*/ 0 h 7320227"/>
              <a:gd name="connsiteX1" fmla="*/ 5924488 w 5924488"/>
              <a:gd name="connsiteY1" fmla="*/ 360526 h 7320227"/>
              <a:gd name="connsiteX2" fmla="*/ 5433167 w 5924488"/>
              <a:gd name="connsiteY2" fmla="*/ 7320227 h 7320227"/>
              <a:gd name="connsiteX3" fmla="*/ 1198746 w 5924488"/>
              <a:gd name="connsiteY3" fmla="*/ 7033619 h 7320227"/>
              <a:gd name="connsiteX4" fmla="*/ 1198745 w 5924488"/>
              <a:gd name="connsiteY4" fmla="*/ 7033621 h 7320227"/>
              <a:gd name="connsiteX5" fmla="*/ 921190 w 5924488"/>
              <a:gd name="connsiteY5" fmla="*/ 7033621 h 7320227"/>
              <a:gd name="connsiteX6" fmla="*/ 6046 w 5924488"/>
              <a:gd name="connsiteY6" fmla="*/ 3781316 h 7320227"/>
              <a:gd name="connsiteX7" fmla="*/ 772070 w 5924488"/>
              <a:gd name="connsiteY7" fmla="*/ 0 h 7320227"/>
              <a:gd name="connsiteX0" fmla="*/ 772070 w 5924488"/>
              <a:gd name="connsiteY0" fmla="*/ 0 h 7320227"/>
              <a:gd name="connsiteX1" fmla="*/ 5924488 w 5924488"/>
              <a:gd name="connsiteY1" fmla="*/ 360526 h 7320227"/>
              <a:gd name="connsiteX2" fmla="*/ 5433167 w 5924488"/>
              <a:gd name="connsiteY2" fmla="*/ 7320227 h 7320227"/>
              <a:gd name="connsiteX3" fmla="*/ 1198746 w 5924488"/>
              <a:gd name="connsiteY3" fmla="*/ 7033619 h 7320227"/>
              <a:gd name="connsiteX4" fmla="*/ 1198745 w 5924488"/>
              <a:gd name="connsiteY4" fmla="*/ 7033621 h 7320227"/>
              <a:gd name="connsiteX5" fmla="*/ 934152 w 5924488"/>
              <a:gd name="connsiteY5" fmla="*/ 6979532 h 7320227"/>
              <a:gd name="connsiteX6" fmla="*/ 6046 w 5924488"/>
              <a:gd name="connsiteY6" fmla="*/ 3781316 h 7320227"/>
              <a:gd name="connsiteX7" fmla="*/ 772070 w 5924488"/>
              <a:gd name="connsiteY7" fmla="*/ 0 h 7320227"/>
              <a:gd name="connsiteX0" fmla="*/ 772070 w 5924488"/>
              <a:gd name="connsiteY0" fmla="*/ 0 h 7320227"/>
              <a:gd name="connsiteX1" fmla="*/ 5924488 w 5924488"/>
              <a:gd name="connsiteY1" fmla="*/ 360526 h 7320227"/>
              <a:gd name="connsiteX2" fmla="*/ 5433167 w 5924488"/>
              <a:gd name="connsiteY2" fmla="*/ 7320227 h 7320227"/>
              <a:gd name="connsiteX3" fmla="*/ 1198746 w 5924488"/>
              <a:gd name="connsiteY3" fmla="*/ 7033619 h 7320227"/>
              <a:gd name="connsiteX4" fmla="*/ 934152 w 5924488"/>
              <a:gd name="connsiteY4" fmla="*/ 6979532 h 7320227"/>
              <a:gd name="connsiteX5" fmla="*/ 6046 w 5924488"/>
              <a:gd name="connsiteY5" fmla="*/ 3781316 h 7320227"/>
              <a:gd name="connsiteX6" fmla="*/ 772070 w 5924488"/>
              <a:gd name="connsiteY6" fmla="*/ 0 h 7320227"/>
              <a:gd name="connsiteX0" fmla="*/ 772070 w 5924488"/>
              <a:gd name="connsiteY0" fmla="*/ 0 h 7320227"/>
              <a:gd name="connsiteX1" fmla="*/ 5924488 w 5924488"/>
              <a:gd name="connsiteY1" fmla="*/ 360526 h 7320227"/>
              <a:gd name="connsiteX2" fmla="*/ 5433167 w 5924488"/>
              <a:gd name="connsiteY2" fmla="*/ 7320227 h 7320227"/>
              <a:gd name="connsiteX3" fmla="*/ 934152 w 5924488"/>
              <a:gd name="connsiteY3" fmla="*/ 6979532 h 7320227"/>
              <a:gd name="connsiteX4" fmla="*/ 6046 w 5924488"/>
              <a:gd name="connsiteY4" fmla="*/ 3781316 h 7320227"/>
              <a:gd name="connsiteX5" fmla="*/ 772070 w 5924488"/>
              <a:gd name="connsiteY5" fmla="*/ 0 h 7320227"/>
              <a:gd name="connsiteX0" fmla="*/ 772070 w 5924488"/>
              <a:gd name="connsiteY0" fmla="*/ 0 h 7284381"/>
              <a:gd name="connsiteX1" fmla="*/ 5924488 w 5924488"/>
              <a:gd name="connsiteY1" fmla="*/ 360526 h 7284381"/>
              <a:gd name="connsiteX2" fmla="*/ 5444848 w 5924488"/>
              <a:gd name="connsiteY2" fmla="*/ 7284381 h 7284381"/>
              <a:gd name="connsiteX3" fmla="*/ 934152 w 5924488"/>
              <a:gd name="connsiteY3" fmla="*/ 6979532 h 7284381"/>
              <a:gd name="connsiteX4" fmla="*/ 6046 w 5924488"/>
              <a:gd name="connsiteY4" fmla="*/ 3781316 h 7284381"/>
              <a:gd name="connsiteX5" fmla="*/ 772070 w 5924488"/>
              <a:gd name="connsiteY5" fmla="*/ 0 h 7284381"/>
              <a:gd name="connsiteX0" fmla="*/ 772070 w 5924488"/>
              <a:gd name="connsiteY0" fmla="*/ 0 h 7310466"/>
              <a:gd name="connsiteX1" fmla="*/ 5924488 w 5924488"/>
              <a:gd name="connsiteY1" fmla="*/ 360526 h 7310466"/>
              <a:gd name="connsiteX2" fmla="*/ 5424685 w 5924488"/>
              <a:gd name="connsiteY2" fmla="*/ 7310466 h 7310466"/>
              <a:gd name="connsiteX3" fmla="*/ 934152 w 5924488"/>
              <a:gd name="connsiteY3" fmla="*/ 6979532 h 7310466"/>
              <a:gd name="connsiteX4" fmla="*/ 6046 w 5924488"/>
              <a:gd name="connsiteY4" fmla="*/ 3781316 h 7310466"/>
              <a:gd name="connsiteX5" fmla="*/ 772070 w 5924488"/>
              <a:gd name="connsiteY5" fmla="*/ 0 h 731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4488" h="7310466">
                <a:moveTo>
                  <a:pt x="772070" y="0"/>
                </a:moveTo>
                <a:lnTo>
                  <a:pt x="5924488" y="360526"/>
                </a:lnTo>
                <a:lnTo>
                  <a:pt x="5424685" y="7310466"/>
                </a:lnTo>
                <a:lnTo>
                  <a:pt x="934152" y="6979532"/>
                </a:lnTo>
                <a:cubicBezTo>
                  <a:pt x="1164575" y="5276766"/>
                  <a:pt x="92455" y="5055510"/>
                  <a:pt x="6046" y="3781316"/>
                </a:cubicBezTo>
                <a:cubicBezTo>
                  <a:pt x="-84289" y="2446062"/>
                  <a:pt x="868953" y="1276498"/>
                  <a:pt x="772070" y="0"/>
                </a:cubicBezTo>
                <a:close/>
              </a:path>
            </a:pathLst>
          </a:custGeom>
          <a:solidFill>
            <a:srgbClr val="501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Vrije vorm 13">
            <a:extLst>
              <a:ext uri="{FF2B5EF4-FFF2-40B4-BE49-F238E27FC236}">
                <a16:creationId xmlns:a16="http://schemas.microsoft.com/office/drawing/2014/main" id="{96A23206-923F-1534-5FF2-B2926467E14C}"/>
              </a:ext>
            </a:extLst>
          </p:cNvPr>
          <p:cNvSpPr/>
          <p:nvPr userDrawn="1"/>
        </p:nvSpPr>
        <p:spPr>
          <a:xfrm>
            <a:off x="6793729" y="-3"/>
            <a:ext cx="5398271" cy="6858298"/>
          </a:xfrm>
          <a:custGeom>
            <a:avLst/>
            <a:gdLst>
              <a:gd name="connsiteX0" fmla="*/ 979994 w 5398271"/>
              <a:gd name="connsiteY0" fmla="*/ 0 h 6858298"/>
              <a:gd name="connsiteX1" fmla="*/ 5398271 w 5398271"/>
              <a:gd name="connsiteY1" fmla="*/ 0 h 6858298"/>
              <a:gd name="connsiteX2" fmla="*/ 5398271 w 5398271"/>
              <a:gd name="connsiteY2" fmla="*/ 6858296 h 6858298"/>
              <a:gd name="connsiteX3" fmla="*/ 1198739 w 5398271"/>
              <a:gd name="connsiteY3" fmla="*/ 6858296 h 6858298"/>
              <a:gd name="connsiteX4" fmla="*/ 1198738 w 5398271"/>
              <a:gd name="connsiteY4" fmla="*/ 6858298 h 6858298"/>
              <a:gd name="connsiteX5" fmla="*/ 921183 w 5398271"/>
              <a:gd name="connsiteY5" fmla="*/ 6858298 h 6858298"/>
              <a:gd name="connsiteX6" fmla="*/ 6039 w 5398271"/>
              <a:gd name="connsiteY6" fmla="*/ 3605993 h 6858298"/>
              <a:gd name="connsiteX7" fmla="*/ 773241 w 5398271"/>
              <a:gd name="connsiteY7" fmla="*/ 2 h 6858298"/>
              <a:gd name="connsiteX8" fmla="*/ 979994 w 5398271"/>
              <a:gd name="connsiteY8" fmla="*/ 2 h 6858298"/>
              <a:gd name="connsiteX9" fmla="*/ 979994 w 5398271"/>
              <a:gd name="connsiteY9" fmla="*/ 0 h 6858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98271" h="6858298">
                <a:moveTo>
                  <a:pt x="979994" y="0"/>
                </a:moveTo>
                <a:lnTo>
                  <a:pt x="5398271" y="0"/>
                </a:lnTo>
                <a:lnTo>
                  <a:pt x="5398271" y="6858296"/>
                </a:lnTo>
                <a:lnTo>
                  <a:pt x="1198739" y="6858296"/>
                </a:lnTo>
                <a:lnTo>
                  <a:pt x="1198738" y="6858298"/>
                </a:lnTo>
                <a:lnTo>
                  <a:pt x="921183" y="6858298"/>
                </a:lnTo>
                <a:cubicBezTo>
                  <a:pt x="1151606" y="5155532"/>
                  <a:pt x="92448" y="4880187"/>
                  <a:pt x="6039" y="3605993"/>
                </a:cubicBezTo>
                <a:cubicBezTo>
                  <a:pt x="-84296" y="2270739"/>
                  <a:pt x="870124" y="1276500"/>
                  <a:pt x="773241" y="2"/>
                </a:cubicBezTo>
                <a:lnTo>
                  <a:pt x="979994" y="2"/>
                </a:lnTo>
                <a:lnTo>
                  <a:pt x="979994" y="0"/>
                </a:lnTo>
                <a:close/>
              </a:path>
            </a:pathLst>
          </a:custGeom>
          <a:solidFill>
            <a:srgbClr val="6C1D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86A33DD3-32CC-6E7C-5B77-C150CB9AA1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26015" y="549275"/>
            <a:ext cx="3615122" cy="1150938"/>
          </a:xfr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Titel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9079507-547E-8BDB-86E0-0D8CF5992DE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26015" y="1822835"/>
            <a:ext cx="3615123" cy="44858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lnSpc>
                <a:spcPct val="110000"/>
              </a:lnSpc>
              <a:buClr>
                <a:schemeClr val="accent3"/>
              </a:buClr>
              <a:buSzPct val="75000"/>
              <a:buFont typeface="Wingdings" panose="05000000000000000000" pitchFamily="2" charset="2"/>
              <a:buChar char="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DA4FFCE-46F1-63CF-2ED8-2ADBC02C61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2" y="1822835"/>
            <a:ext cx="6025197" cy="44858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lnSpc>
                <a:spcPct val="110000"/>
              </a:lnSpc>
              <a:buClr>
                <a:schemeClr val="accent3"/>
              </a:buClr>
              <a:buSzPct val="75000"/>
              <a:buFont typeface="Wingdings" panose="05000000000000000000" pitchFamily="2" charset="2"/>
              <a:buChar char=""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4677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52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64B85_44FACBA9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3C9F-9AF4-3483-5609-DE2478F1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Project Approach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9E7945-9E5D-E58E-50C7-524323F902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1</a:t>
            </a:fld>
            <a:endParaRPr lang="en-P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CA92D5-B677-144E-FEF6-CAE5617232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7FE1EB-E482-7A3A-2599-294B12B3684B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/>
              <a:t>Project Transition</a:t>
            </a:r>
          </a:p>
          <a:p>
            <a:r>
              <a:rPr lang="en-US" sz="1200"/>
              <a:t>Evaluate progress and performance gains after each release</a:t>
            </a:r>
            <a:endParaRPr lang="en-US" sz="1200">
              <a:cs typeface="Arial"/>
            </a:endParaRPr>
          </a:p>
          <a:p>
            <a:r>
              <a:rPr lang="en-US" sz="1200"/>
              <a:t>Determine whether to continue optimization efforts or transition to existing team</a:t>
            </a:r>
            <a:endParaRPr lang="en-US" sz="1200">
              <a:cs typeface="Arial"/>
            </a:endParaRPr>
          </a:p>
          <a:p>
            <a:r>
              <a:rPr lang="en-US" sz="1200"/>
              <a:t>Ensure smooth handover with documentation and knowledge transfer</a:t>
            </a:r>
            <a:endParaRPr lang="en-US" sz="1200">
              <a:cs typeface="Arial"/>
            </a:endParaRPr>
          </a:p>
          <a:p>
            <a:pPr marL="0" indent="0">
              <a:buNone/>
            </a:pPr>
            <a:endParaRPr lang="en-US" sz="1200" b="1">
              <a:cs typeface="Arial"/>
            </a:endParaRPr>
          </a:p>
          <a:p>
            <a:endParaRPr lang="en-US" sz="12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B6EAB-855D-CB23-4084-3353F626D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200" b="1"/>
              <a:t>Migration Strategy</a:t>
            </a:r>
          </a:p>
          <a:p>
            <a:pPr>
              <a:spcBef>
                <a:spcPts val="400"/>
              </a:spcBef>
            </a:pPr>
            <a:r>
              <a:rPr lang="en-US" sz="1200"/>
              <a:t>Migrate to containers before implementing any performance optimization</a:t>
            </a:r>
          </a:p>
          <a:p>
            <a:pPr>
              <a:spcBef>
                <a:spcPts val="400"/>
              </a:spcBef>
            </a:pPr>
            <a:r>
              <a:rPr lang="en-US" sz="1200"/>
              <a:t>Optimize for the target infrastructure (containers) rather than current VM environment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200" b="1"/>
              <a:t>Performance Optimization Methodology</a:t>
            </a:r>
          </a:p>
          <a:p>
            <a:pPr>
              <a:spcBef>
                <a:spcPts val="400"/>
              </a:spcBef>
            </a:pPr>
            <a:r>
              <a:rPr lang="en-US" sz="1200"/>
              <a:t>Apply a scientific, data-driven approach to performance improvements</a:t>
            </a:r>
          </a:p>
          <a:p>
            <a:pPr>
              <a:spcBef>
                <a:spcPts val="400"/>
              </a:spcBef>
            </a:pPr>
            <a:r>
              <a:rPr lang="en-US" sz="1200"/>
              <a:t>Establish comprehensive observability tools first to understand current system behavior</a:t>
            </a:r>
          </a:p>
          <a:p>
            <a:pPr>
              <a:spcBef>
                <a:spcPts val="400"/>
              </a:spcBef>
            </a:pPr>
            <a:r>
              <a:rPr lang="en-US" sz="1200"/>
              <a:t>Execute realistic performance tests to identify actual bottlenecks</a:t>
            </a:r>
          </a:p>
          <a:p>
            <a:pPr>
              <a:spcBef>
                <a:spcPts val="400"/>
              </a:spcBef>
            </a:pPr>
            <a:r>
              <a:rPr lang="en-US" sz="1200"/>
              <a:t>Base optimization decisions on measurable data rather than assumptions</a:t>
            </a:r>
          </a:p>
          <a:p>
            <a:pPr>
              <a:spcBef>
                <a:spcPts val="400"/>
              </a:spcBef>
            </a:pPr>
            <a:r>
              <a:rPr lang="en-US" sz="1200"/>
              <a:t>Create a prioritized roadmap of performance improvements based on observability data and business impact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200" b="1"/>
              <a:t>Collaboration &amp; Validation</a:t>
            </a:r>
          </a:p>
          <a:p>
            <a:pPr>
              <a:spcBef>
                <a:spcPts val="400"/>
              </a:spcBef>
            </a:pPr>
            <a:r>
              <a:rPr lang="en-US" sz="1200"/>
              <a:t>Align solution design and roadmap with other </a:t>
            </a:r>
            <a:r>
              <a:rPr lang="en-US" sz="1200" err="1"/>
              <a:t>Qwiq</a:t>
            </a:r>
            <a:r>
              <a:rPr lang="en-US" sz="1200"/>
              <a:t> experts</a:t>
            </a:r>
          </a:p>
          <a:p>
            <a:pPr>
              <a:spcBef>
                <a:spcPts val="400"/>
              </a:spcBef>
            </a:pPr>
            <a:r>
              <a:rPr lang="en-US" sz="1200"/>
              <a:t>Ensure consistency with broader organizational standards and best practices</a:t>
            </a:r>
          </a:p>
          <a:p>
            <a:pPr>
              <a:spcBef>
                <a:spcPts val="400"/>
              </a:spcBef>
            </a:pPr>
            <a:r>
              <a:rPr lang="en-US" sz="1200"/>
              <a:t>Leverage collective expertise for optimal outcomes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200" b="1"/>
              <a:t>Implementation Strategy</a:t>
            </a:r>
          </a:p>
          <a:p>
            <a:pPr>
              <a:spcBef>
                <a:spcPts val="400"/>
              </a:spcBef>
            </a:pPr>
            <a:r>
              <a:rPr lang="en-US" sz="1200"/>
              <a:t>Focus on high-impact improvements that deliver maximum value</a:t>
            </a:r>
          </a:p>
          <a:p>
            <a:pPr>
              <a:spcBef>
                <a:spcPts val="400"/>
              </a:spcBef>
            </a:pPr>
            <a:r>
              <a:rPr lang="en-US" sz="1200"/>
              <a:t>Deploy optimizations to production environment</a:t>
            </a:r>
          </a:p>
          <a:p>
            <a:pPr>
              <a:spcBef>
                <a:spcPts val="400"/>
              </a:spcBef>
            </a:pPr>
            <a:r>
              <a:rPr lang="en-US" sz="1200"/>
              <a:t>Validate results after each implementation cycle</a:t>
            </a:r>
          </a:p>
        </p:txBody>
      </p:sp>
    </p:spTree>
    <p:extLst>
      <p:ext uri="{BB962C8B-B14F-4D97-AF65-F5344CB8AC3E}">
        <p14:creationId xmlns:p14="http://schemas.microsoft.com/office/powerpoint/2010/main" val="11572868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0D74E-215F-FCA3-D51E-F15EE8CD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E78B5-751F-49AE-460F-C90978F6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Project Approach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AAF8B-360F-B5B2-4985-314E81360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2</a:t>
            </a:fld>
            <a:endParaRPr lang="en-P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4D3101-C82A-1A2D-90AF-D0B4A40690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4131C7-0B2E-7985-E6D6-ED20DEE43CB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endParaRPr lang="en-US" sz="1200" b="1"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80992-BB5F-E7C6-C809-FBAE0189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822835"/>
            <a:ext cx="5811303" cy="4485890"/>
          </a:xfrm>
        </p:spPr>
        <p:txBody>
          <a:bodyPr vert="horz" lIns="0" tIns="0" rIns="0" bIns="0" rtlCol="0" anchor="t">
            <a:noAutofit/>
          </a:bodyPr>
          <a:lstStyle/>
          <a:p>
            <a:pPr>
              <a:buFont typeface="Wingdings"/>
              <a:buChar char=""/>
            </a:pPr>
            <a:r>
              <a:rPr lang="en-US" sz="1400" b="1">
                <a:ea typeface="+mn-lt"/>
                <a:cs typeface="+mn-lt"/>
              </a:rPr>
              <a:t>Phase 1 (Fixed Scope):</a:t>
            </a:r>
            <a:r>
              <a:rPr lang="en-US" sz="1400">
                <a:ea typeface="+mn-lt"/>
                <a:cs typeface="+mn-lt"/>
              </a:rPr>
              <a:t> Migrate application from VM to container infrastructure</a:t>
            </a:r>
          </a:p>
          <a:p>
            <a:pPr>
              <a:buFont typeface="Wingdings"/>
              <a:buChar char=""/>
            </a:pPr>
            <a:r>
              <a:rPr lang="en-US" sz="1400" b="1">
                <a:ea typeface="+mn-lt"/>
                <a:cs typeface="+mn-lt"/>
              </a:rPr>
              <a:t>Phase 2 (Fixed Scope):</a:t>
            </a:r>
            <a:r>
              <a:rPr lang="en-US" sz="1400">
                <a:ea typeface="+mn-lt"/>
                <a:cs typeface="+mn-lt"/>
              </a:rPr>
              <a:t> Set up observability tools and develop performance improvement roadmap</a:t>
            </a:r>
          </a:p>
          <a:p>
            <a:pPr>
              <a:buFont typeface="Wingdings"/>
              <a:buChar char=""/>
            </a:pPr>
            <a:r>
              <a:rPr lang="en-US" sz="1400" b="1">
                <a:ea typeface="+mn-lt"/>
                <a:cs typeface="+mn-lt"/>
              </a:rPr>
              <a:t>Phase 3 (Open-ended):</a:t>
            </a:r>
            <a:r>
              <a:rPr lang="en-US" sz="1400">
                <a:ea typeface="+mn-lt"/>
                <a:cs typeface="+mn-lt"/>
              </a:rPr>
              <a:t> Implement performance optimizations based on data insights</a:t>
            </a:r>
          </a:p>
          <a:p>
            <a:pPr marL="914400" lvl="1" indent="-171450">
              <a:buChar char="•"/>
            </a:pPr>
            <a:r>
              <a:rPr lang="en-US" sz="1400" i="1">
                <a:ea typeface="+mn-lt"/>
                <a:cs typeface="+mn-lt"/>
              </a:rPr>
              <a:t>We will define duration and scope based on Phase 2 findings and business priorities</a:t>
            </a:r>
            <a:endParaRPr lang="en-US" sz="1400">
              <a:cs typeface="Arial" panose="020B0604020202020204"/>
            </a:endParaRPr>
          </a:p>
          <a:p>
            <a:pPr marL="914400" lvl="1" indent="-171450">
              <a:buChar char="•"/>
            </a:pPr>
            <a:r>
              <a:rPr lang="en-US" sz="1400" i="1">
                <a:ea typeface="+mn-lt"/>
                <a:cs typeface="+mn-lt"/>
              </a:rPr>
              <a:t>We provide a flexible engagement with regular evaluation points</a:t>
            </a:r>
            <a:endParaRPr lang="en-US" sz="1400">
              <a:cs typeface="Arial" panose="020B0604020202020204"/>
            </a:endParaRPr>
          </a:p>
          <a:p>
            <a:pPr marL="0" indent="0">
              <a:buNone/>
            </a:pPr>
            <a:endParaRPr lang="en-US" sz="1400" b="1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3651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69D06BE-88BF-4EDD-B897-647373756D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011365-C2D2-4713-ACC9-3933653CE03F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3.xml><?xml version="1.0" encoding="utf-8"?>
<ds:datastoreItem xmlns:ds="http://schemas.openxmlformats.org/officeDocument/2006/customXml" ds:itemID="{D923D9CD-BFFB-49F4-BBF0-D16263E888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D6E77FD5-5BED-4480-B293-69201EE889E6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E59C1991-6DA8-4599-A159-695BD9BE10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A48E00AB-B54F-49FD-960F-7BDAF7B2FE8C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Project Approach</vt:lpstr>
      <vt:lpstr>Project Approach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2026-01-23T14:11:44Z</dcterms:created>
  <dcterms:modified xsi:type="dcterms:W3CDTF">2026-01-23T14:11:52Z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