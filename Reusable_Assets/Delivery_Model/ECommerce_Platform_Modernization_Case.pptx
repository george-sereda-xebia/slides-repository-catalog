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14747424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E1AED2-2492-9BB5-E299-662E3C526F50}" v="2" dt="2026-01-23T10:38:55.1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Sereda" userId="S::george.sereda@xebia.com::5e824fc6-3a6a-482b-8597-f9374fb4b421" providerId="AD" clId="Web-{78E1AED2-2492-9BB5-E299-662E3C526F50}"/>
    <pc:docChg chg="addSld delSld">
      <pc:chgData name="George Sereda" userId="S::george.sereda@xebia.com::5e824fc6-3a6a-482b-8597-f9374fb4b421" providerId="AD" clId="Web-{78E1AED2-2492-9BB5-E299-662E3C526F50}" dt="2026-01-23T10:38:55.136" v="1"/>
      <pc:docMkLst>
        <pc:docMk/>
      </pc:docMkLst>
      <pc:sldChg chg="del">
        <pc:chgData name="George Sereda" userId="S::george.sereda@xebia.com::5e824fc6-3a6a-482b-8597-f9374fb4b421" providerId="AD" clId="Web-{78E1AED2-2492-9BB5-E299-662E3C526F50}" dt="2026-01-23T10:38:55.136" v="1"/>
        <pc:sldMkLst>
          <pc:docMk/>
          <pc:sldMk cId="109857222" sldId="256"/>
        </pc:sldMkLst>
      </pc:sldChg>
      <pc:sldChg chg="add">
        <pc:chgData name="George Sereda" userId="S::george.sereda@xebia.com::5e824fc6-3a6a-482b-8597-f9374fb4b421" providerId="AD" clId="Web-{78E1AED2-2492-9BB5-E299-662E3C526F50}" dt="2026-01-23T10:38:51.105" v="0"/>
        <pc:sldMkLst>
          <pc:docMk/>
          <pc:sldMk cId="4039430166" sldId="2147474247"/>
        </pc:sldMkLst>
      </pc:sldChg>
      <pc:sldMasterChg chg="addSldLayout">
        <pc:chgData name="George Sereda" userId="S::george.sereda@xebia.com::5e824fc6-3a6a-482b-8597-f9374fb4b421" providerId="AD" clId="Web-{78E1AED2-2492-9BB5-E299-662E3C526F50}" dt="2026-01-23T10:38:51.105" v="0"/>
        <pc:sldMasterMkLst>
          <pc:docMk/>
          <pc:sldMasterMk cId="2460954070" sldId="2147483660"/>
        </pc:sldMasterMkLst>
        <pc:sldLayoutChg chg="add">
          <pc:chgData name="George Sereda" userId="S::george.sereda@xebia.com::5e824fc6-3a6a-482b-8597-f9374fb4b421" providerId="AD" clId="Web-{78E1AED2-2492-9BB5-E299-662E3C526F50}" dt="2026-01-23T10:38:51.105" v="0"/>
          <pc:sldLayoutMkLst>
            <pc:docMk/>
            <pc:sldMasterMk cId="2460954070" sldId="2147483660"/>
            <pc:sldLayoutMk cId="2082058014" sldId="214748367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9D0729-AFBB-4562-A07E-8D575DB3E5FA}" type="datetimeFigureOut"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86CD16-758C-4120-8A34-777530FB1DE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567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Joseph</a:t>
            </a:r>
            <a:endParaRPr lang="en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2FC8E8-0CF1-4C81-B018-B9DDE5B5CC7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845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1">
            <a:extLst>
              <a:ext uri="{FF2B5EF4-FFF2-40B4-BE49-F238E27FC236}">
                <a16:creationId xmlns:a16="http://schemas.microsoft.com/office/drawing/2014/main" id="{4D83A0C1-F24D-47FA-B336-D58331222FA2}"/>
              </a:ext>
            </a:extLst>
          </p:cNvPr>
          <p:cNvSpPr>
            <a:spLocks noChangeAspect="1"/>
          </p:cNvSpPr>
          <p:nvPr userDrawn="1"/>
        </p:nvSpPr>
        <p:spPr>
          <a:xfrm>
            <a:off x="8732452" y="-13853"/>
            <a:ext cx="2867367" cy="6885706"/>
          </a:xfrm>
          <a:custGeom>
            <a:avLst/>
            <a:gdLst>
              <a:gd name="connsiteX0" fmla="*/ 892481 w 5315644"/>
              <a:gd name="connsiteY0" fmla="*/ 0 h 7563811"/>
              <a:gd name="connsiteX1" fmla="*/ 5816 w 5315644"/>
              <a:gd name="connsiteY1" fmla="*/ 3571624 h 7563811"/>
              <a:gd name="connsiteX2" fmla="*/ 747667 w 5315644"/>
              <a:gd name="connsiteY2" fmla="*/ 7563812 h 7563811"/>
              <a:gd name="connsiteX3" fmla="*/ 5315644 w 5315644"/>
              <a:gd name="connsiteY3" fmla="*/ 7563812 h 7563811"/>
              <a:gd name="connsiteX4" fmla="*/ 5315644 w 5315644"/>
              <a:gd name="connsiteY4" fmla="*/ 0 h 7563811"/>
              <a:gd name="connsiteX5" fmla="*/ 892481 w 5315644"/>
              <a:gd name="connsiteY5" fmla="*/ 0 h 7563811"/>
              <a:gd name="connsiteX0" fmla="*/ 892481 w 5315644"/>
              <a:gd name="connsiteY0" fmla="*/ 0 h 7563812"/>
              <a:gd name="connsiteX1" fmla="*/ 5816 w 5315644"/>
              <a:gd name="connsiteY1" fmla="*/ 3571624 h 7563812"/>
              <a:gd name="connsiteX2" fmla="*/ 747667 w 5315644"/>
              <a:gd name="connsiteY2" fmla="*/ 7563812 h 7563812"/>
              <a:gd name="connsiteX3" fmla="*/ 2927500 w 5315644"/>
              <a:gd name="connsiteY3" fmla="*/ 7563812 h 7563812"/>
              <a:gd name="connsiteX4" fmla="*/ 5315644 w 5315644"/>
              <a:gd name="connsiteY4" fmla="*/ 0 h 7563812"/>
              <a:gd name="connsiteX5" fmla="*/ 892481 w 5315644"/>
              <a:gd name="connsiteY5" fmla="*/ 0 h 7563812"/>
              <a:gd name="connsiteX0" fmla="*/ 892481 w 5315644"/>
              <a:gd name="connsiteY0" fmla="*/ 0 h 7563812"/>
              <a:gd name="connsiteX1" fmla="*/ 5816 w 5315644"/>
              <a:gd name="connsiteY1" fmla="*/ 3571624 h 7563812"/>
              <a:gd name="connsiteX2" fmla="*/ 747667 w 5315644"/>
              <a:gd name="connsiteY2" fmla="*/ 7563812 h 7563812"/>
              <a:gd name="connsiteX3" fmla="*/ 2357198 w 5315644"/>
              <a:gd name="connsiteY3" fmla="*/ 7551931 h 7563812"/>
              <a:gd name="connsiteX4" fmla="*/ 5315644 w 5315644"/>
              <a:gd name="connsiteY4" fmla="*/ 0 h 7563812"/>
              <a:gd name="connsiteX5" fmla="*/ 892481 w 5315644"/>
              <a:gd name="connsiteY5" fmla="*/ 0 h 7563812"/>
              <a:gd name="connsiteX0" fmla="*/ 892481 w 5315644"/>
              <a:gd name="connsiteY0" fmla="*/ 0 h 7563813"/>
              <a:gd name="connsiteX1" fmla="*/ 5816 w 5315644"/>
              <a:gd name="connsiteY1" fmla="*/ 3571624 h 7563813"/>
              <a:gd name="connsiteX2" fmla="*/ 747667 w 5315644"/>
              <a:gd name="connsiteY2" fmla="*/ 7563812 h 7563813"/>
              <a:gd name="connsiteX3" fmla="*/ 2535418 w 5315644"/>
              <a:gd name="connsiteY3" fmla="*/ 7563813 h 7563813"/>
              <a:gd name="connsiteX4" fmla="*/ 5315644 w 5315644"/>
              <a:gd name="connsiteY4" fmla="*/ 0 h 7563813"/>
              <a:gd name="connsiteX5" fmla="*/ 892481 w 5315644"/>
              <a:gd name="connsiteY5" fmla="*/ 0 h 7563813"/>
              <a:gd name="connsiteX0" fmla="*/ 892481 w 2535418"/>
              <a:gd name="connsiteY0" fmla="*/ 0 h 7563813"/>
              <a:gd name="connsiteX1" fmla="*/ 5816 w 2535418"/>
              <a:gd name="connsiteY1" fmla="*/ 3571624 h 7563813"/>
              <a:gd name="connsiteX2" fmla="*/ 747667 w 2535418"/>
              <a:gd name="connsiteY2" fmla="*/ 7563812 h 7563813"/>
              <a:gd name="connsiteX3" fmla="*/ 2535418 w 2535418"/>
              <a:gd name="connsiteY3" fmla="*/ 7563813 h 7563813"/>
              <a:gd name="connsiteX4" fmla="*/ 2250266 w 2535418"/>
              <a:gd name="connsiteY4" fmla="*/ 59407 h 7563813"/>
              <a:gd name="connsiteX5" fmla="*/ 892481 w 2535418"/>
              <a:gd name="connsiteY5" fmla="*/ 0 h 7563813"/>
              <a:gd name="connsiteX0" fmla="*/ 892481 w 2547299"/>
              <a:gd name="connsiteY0" fmla="*/ 0 h 7563813"/>
              <a:gd name="connsiteX1" fmla="*/ 5816 w 2547299"/>
              <a:gd name="connsiteY1" fmla="*/ 3571624 h 7563813"/>
              <a:gd name="connsiteX2" fmla="*/ 747667 w 2547299"/>
              <a:gd name="connsiteY2" fmla="*/ 7563812 h 7563813"/>
              <a:gd name="connsiteX3" fmla="*/ 2535418 w 2547299"/>
              <a:gd name="connsiteY3" fmla="*/ 7563813 h 7563813"/>
              <a:gd name="connsiteX4" fmla="*/ 2547299 w 2547299"/>
              <a:gd name="connsiteY4" fmla="*/ 1 h 7563813"/>
              <a:gd name="connsiteX5" fmla="*/ 892481 w 2547299"/>
              <a:gd name="connsiteY5" fmla="*/ 0 h 7563813"/>
              <a:gd name="connsiteX0" fmla="*/ 892481 w 5792267"/>
              <a:gd name="connsiteY0" fmla="*/ 0 h 7576011"/>
              <a:gd name="connsiteX1" fmla="*/ 5816 w 5792267"/>
              <a:gd name="connsiteY1" fmla="*/ 3571624 h 7576011"/>
              <a:gd name="connsiteX2" fmla="*/ 747667 w 5792267"/>
              <a:gd name="connsiteY2" fmla="*/ 7563812 h 7576011"/>
              <a:gd name="connsiteX3" fmla="*/ 5792264 w 5792267"/>
              <a:gd name="connsiteY3" fmla="*/ 7576011 h 7576011"/>
              <a:gd name="connsiteX4" fmla="*/ 2547299 w 5792267"/>
              <a:gd name="connsiteY4" fmla="*/ 1 h 7576011"/>
              <a:gd name="connsiteX5" fmla="*/ 892481 w 5792267"/>
              <a:gd name="connsiteY5" fmla="*/ 0 h 7576011"/>
              <a:gd name="connsiteX0" fmla="*/ 892481 w 5795414"/>
              <a:gd name="connsiteY0" fmla="*/ 12197 h 7588208"/>
              <a:gd name="connsiteX1" fmla="*/ 5816 w 5795414"/>
              <a:gd name="connsiteY1" fmla="*/ 3583821 h 7588208"/>
              <a:gd name="connsiteX2" fmla="*/ 747667 w 5795414"/>
              <a:gd name="connsiteY2" fmla="*/ 7576009 h 7588208"/>
              <a:gd name="connsiteX3" fmla="*/ 5792264 w 5795414"/>
              <a:gd name="connsiteY3" fmla="*/ 7588208 h 7588208"/>
              <a:gd name="connsiteX4" fmla="*/ 5795414 w 5795414"/>
              <a:gd name="connsiteY4" fmla="*/ 0 h 7588208"/>
              <a:gd name="connsiteX5" fmla="*/ 892481 w 5795414"/>
              <a:gd name="connsiteY5" fmla="*/ 12197 h 7588208"/>
              <a:gd name="connsiteX0" fmla="*/ 892481 w 5795414"/>
              <a:gd name="connsiteY0" fmla="*/ 12197 h 7588208"/>
              <a:gd name="connsiteX1" fmla="*/ 5816 w 5795414"/>
              <a:gd name="connsiteY1" fmla="*/ 3583821 h 7588208"/>
              <a:gd name="connsiteX2" fmla="*/ 747667 w 5795414"/>
              <a:gd name="connsiteY2" fmla="*/ 7576009 h 7588208"/>
              <a:gd name="connsiteX3" fmla="*/ 5792265 w 5795414"/>
              <a:gd name="connsiteY3" fmla="*/ 7588208 h 7588208"/>
              <a:gd name="connsiteX4" fmla="*/ 5795414 w 5795414"/>
              <a:gd name="connsiteY4" fmla="*/ 0 h 7588208"/>
              <a:gd name="connsiteX5" fmla="*/ 892481 w 5795414"/>
              <a:gd name="connsiteY5" fmla="*/ 12197 h 7588208"/>
              <a:gd name="connsiteX0" fmla="*/ 892481 w 5795414"/>
              <a:gd name="connsiteY0" fmla="*/ 12197 h 7576009"/>
              <a:gd name="connsiteX1" fmla="*/ 5816 w 5795414"/>
              <a:gd name="connsiteY1" fmla="*/ 3583821 h 7576009"/>
              <a:gd name="connsiteX2" fmla="*/ 747667 w 5795414"/>
              <a:gd name="connsiteY2" fmla="*/ 7576009 h 7576009"/>
              <a:gd name="connsiteX3" fmla="*/ 5792265 w 5795414"/>
              <a:gd name="connsiteY3" fmla="*/ 7249712 h 7576009"/>
              <a:gd name="connsiteX4" fmla="*/ 5795414 w 5795414"/>
              <a:gd name="connsiteY4" fmla="*/ 0 h 7576009"/>
              <a:gd name="connsiteX5" fmla="*/ 892481 w 5795414"/>
              <a:gd name="connsiteY5" fmla="*/ 12197 h 7576009"/>
              <a:gd name="connsiteX0" fmla="*/ 892481 w 5795414"/>
              <a:gd name="connsiteY0" fmla="*/ 12197 h 7576009"/>
              <a:gd name="connsiteX1" fmla="*/ 5816 w 5795414"/>
              <a:gd name="connsiteY1" fmla="*/ 3583821 h 7576009"/>
              <a:gd name="connsiteX2" fmla="*/ 747667 w 5795414"/>
              <a:gd name="connsiteY2" fmla="*/ 7576009 h 7576009"/>
              <a:gd name="connsiteX3" fmla="*/ 5792265 w 5795414"/>
              <a:gd name="connsiteY3" fmla="*/ 7571283 h 7576009"/>
              <a:gd name="connsiteX4" fmla="*/ 5795414 w 5795414"/>
              <a:gd name="connsiteY4" fmla="*/ 0 h 7576009"/>
              <a:gd name="connsiteX5" fmla="*/ 892481 w 5795414"/>
              <a:gd name="connsiteY5" fmla="*/ 12197 h 7576009"/>
              <a:gd name="connsiteX0" fmla="*/ 244943 w 5795414"/>
              <a:gd name="connsiteY0" fmla="*/ 0 h 7589493"/>
              <a:gd name="connsiteX1" fmla="*/ 5816 w 5795414"/>
              <a:gd name="connsiteY1" fmla="*/ 3597305 h 7589493"/>
              <a:gd name="connsiteX2" fmla="*/ 747667 w 5795414"/>
              <a:gd name="connsiteY2" fmla="*/ 7589493 h 7589493"/>
              <a:gd name="connsiteX3" fmla="*/ 5792265 w 5795414"/>
              <a:gd name="connsiteY3" fmla="*/ 7584767 h 7589493"/>
              <a:gd name="connsiteX4" fmla="*/ 5795414 w 5795414"/>
              <a:gd name="connsiteY4" fmla="*/ 13484 h 7589493"/>
              <a:gd name="connsiteX5" fmla="*/ 244943 w 5795414"/>
              <a:gd name="connsiteY5" fmla="*/ 0 h 7589493"/>
              <a:gd name="connsiteX0" fmla="*/ 0 w 5550471"/>
              <a:gd name="connsiteY0" fmla="*/ 0 h 7589493"/>
              <a:gd name="connsiteX1" fmla="*/ 352103 w 5550471"/>
              <a:gd name="connsiteY1" fmla="*/ 3580184 h 7589493"/>
              <a:gd name="connsiteX2" fmla="*/ 502724 w 5550471"/>
              <a:gd name="connsiteY2" fmla="*/ 7589493 h 7589493"/>
              <a:gd name="connsiteX3" fmla="*/ 5547322 w 5550471"/>
              <a:gd name="connsiteY3" fmla="*/ 7584767 h 7589493"/>
              <a:gd name="connsiteX4" fmla="*/ 5550471 w 5550471"/>
              <a:gd name="connsiteY4" fmla="*/ 13484 h 7589493"/>
              <a:gd name="connsiteX5" fmla="*/ 0 w 5550471"/>
              <a:gd name="connsiteY5" fmla="*/ 0 h 7589493"/>
              <a:gd name="connsiteX0" fmla="*/ 338101 w 5212879"/>
              <a:gd name="connsiteY0" fmla="*/ 0 h 7589493"/>
              <a:gd name="connsiteX1" fmla="*/ 14511 w 5212879"/>
              <a:gd name="connsiteY1" fmla="*/ 3580184 h 7589493"/>
              <a:gd name="connsiteX2" fmla="*/ 165132 w 5212879"/>
              <a:gd name="connsiteY2" fmla="*/ 7589493 h 7589493"/>
              <a:gd name="connsiteX3" fmla="*/ 5209730 w 5212879"/>
              <a:gd name="connsiteY3" fmla="*/ 7584767 h 7589493"/>
              <a:gd name="connsiteX4" fmla="*/ 5212879 w 5212879"/>
              <a:gd name="connsiteY4" fmla="*/ 13484 h 7589493"/>
              <a:gd name="connsiteX5" fmla="*/ 338101 w 5212879"/>
              <a:gd name="connsiteY5" fmla="*/ 0 h 7589493"/>
              <a:gd name="connsiteX0" fmla="*/ 334006 w 5208784"/>
              <a:gd name="connsiteY0" fmla="*/ 0 h 7584767"/>
              <a:gd name="connsiteX1" fmla="*/ 10416 w 5208784"/>
              <a:gd name="connsiteY1" fmla="*/ 3580184 h 7584767"/>
              <a:gd name="connsiteX2" fmla="*/ 315884 w 5208784"/>
              <a:gd name="connsiteY2" fmla="*/ 7563812 h 7584767"/>
              <a:gd name="connsiteX3" fmla="*/ 5205635 w 5208784"/>
              <a:gd name="connsiteY3" fmla="*/ 7584767 h 7584767"/>
              <a:gd name="connsiteX4" fmla="*/ 5208784 w 5208784"/>
              <a:gd name="connsiteY4" fmla="*/ 13484 h 7584767"/>
              <a:gd name="connsiteX5" fmla="*/ 334006 w 5208784"/>
              <a:gd name="connsiteY5" fmla="*/ 0 h 7584767"/>
              <a:gd name="connsiteX0" fmla="*/ 334006 w 5208784"/>
              <a:gd name="connsiteY0" fmla="*/ 0 h 7606615"/>
              <a:gd name="connsiteX1" fmla="*/ 10416 w 5208784"/>
              <a:gd name="connsiteY1" fmla="*/ 3580184 h 7606615"/>
              <a:gd name="connsiteX2" fmla="*/ 315884 w 5208784"/>
              <a:gd name="connsiteY2" fmla="*/ 7606615 h 7606615"/>
              <a:gd name="connsiteX3" fmla="*/ 5205635 w 5208784"/>
              <a:gd name="connsiteY3" fmla="*/ 7584767 h 7606615"/>
              <a:gd name="connsiteX4" fmla="*/ 5208784 w 5208784"/>
              <a:gd name="connsiteY4" fmla="*/ 13484 h 7606615"/>
              <a:gd name="connsiteX5" fmla="*/ 334006 w 5208784"/>
              <a:gd name="connsiteY5" fmla="*/ 0 h 760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08784" h="7606615">
                <a:moveTo>
                  <a:pt x="334006" y="0"/>
                </a:moveTo>
                <a:cubicBezTo>
                  <a:pt x="552497" y="1866494"/>
                  <a:pt x="92985" y="2179995"/>
                  <a:pt x="10416" y="3580184"/>
                </a:cubicBezTo>
                <a:cubicBezTo>
                  <a:pt x="-77234" y="5057878"/>
                  <a:pt x="420049" y="6189909"/>
                  <a:pt x="315884" y="7606615"/>
                </a:cubicBezTo>
                <a:lnTo>
                  <a:pt x="5205635" y="7584767"/>
                </a:lnTo>
                <a:cubicBezTo>
                  <a:pt x="5209595" y="5063496"/>
                  <a:pt x="5204824" y="2534755"/>
                  <a:pt x="5208784" y="13484"/>
                </a:cubicBezTo>
                <a:lnTo>
                  <a:pt x="334006" y="0"/>
                </a:lnTo>
                <a:close/>
              </a:path>
            </a:pathLst>
          </a:custGeom>
          <a:solidFill>
            <a:schemeClr val="accent1"/>
          </a:solidFill>
          <a:ln w="12692" cap="flat">
            <a:noFill/>
            <a:prstDash val="solid"/>
            <a:miter/>
          </a:ln>
        </p:spPr>
        <p:txBody>
          <a:bodyPr rtlCol="0" anchor="ctr"/>
          <a:lstStyle/>
          <a:p>
            <a:endParaRPr lang="nl-NL" sz="1633"/>
          </a:p>
        </p:txBody>
      </p:sp>
      <p:sp>
        <p:nvSpPr>
          <p:cNvPr id="5" name="Tekstvak 4"/>
          <p:cNvSpPr txBox="1"/>
          <p:nvPr userDrawn="1"/>
        </p:nvSpPr>
        <p:spPr>
          <a:xfrm>
            <a:off x="-10750" y="-662296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400" b="0" spc="50" baseline="0">
                <a:solidFill>
                  <a:schemeClr val="accent2"/>
                </a:solidFill>
                <a:latin typeface="+mj-lt"/>
                <a:cs typeface="Calibri" panose="020F0502020204030204" pitchFamily="34" charset="0"/>
              </a:rPr>
              <a:t>Alleen titel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C75EC70-7F42-4BDA-A7A4-1B42B53FCE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80868" y="728743"/>
            <a:ext cx="4594368" cy="895483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nl-NL"/>
              <a:t>Plaats hier een titel</a:t>
            </a:r>
            <a:br>
              <a:rPr lang="nl-NL"/>
            </a:br>
            <a:r>
              <a:rPr lang="nl-NL"/>
              <a:t>max. 2 regels</a:t>
            </a:r>
          </a:p>
        </p:txBody>
      </p:sp>
      <p:sp>
        <p:nvSpPr>
          <p:cNvPr id="79" name="Tijdelijke aanduiding voor afbeelding 167">
            <a:extLst>
              <a:ext uri="{FF2B5EF4-FFF2-40B4-BE49-F238E27FC236}">
                <a16:creationId xmlns:a16="http://schemas.microsoft.com/office/drawing/2014/main" id="{421A4813-C8E8-C5E4-F4AF-2AB4A9830C8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058758" y="-16101"/>
            <a:ext cx="3124955" cy="6858000"/>
          </a:xfrm>
          <a:custGeom>
            <a:avLst/>
            <a:gdLst>
              <a:gd name="connsiteX0" fmla="*/ 19264 w 6626648"/>
              <a:gd name="connsiteY0" fmla="*/ 0 h 6858000"/>
              <a:gd name="connsiteX1" fmla="*/ 6626648 w 6626648"/>
              <a:gd name="connsiteY1" fmla="*/ 0 h 6858000"/>
              <a:gd name="connsiteX2" fmla="*/ 6626648 w 6626648"/>
              <a:gd name="connsiteY2" fmla="*/ 6858000 h 6858000"/>
              <a:gd name="connsiteX3" fmla="*/ 825001 w 6626648"/>
              <a:gd name="connsiteY3" fmla="*/ 6858000 h 6858000"/>
              <a:gd name="connsiteX4" fmla="*/ 713454 w 6626648"/>
              <a:gd name="connsiteY4" fmla="*/ 6652262 h 6858000"/>
              <a:gd name="connsiteX5" fmla="*/ 301 w 6626648"/>
              <a:gd name="connsiteY5" fmla="*/ 3635946 h 6858000"/>
              <a:gd name="connsiteX6" fmla="*/ 19264 w 6626648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26648" h="6858000">
                <a:moveTo>
                  <a:pt x="19264" y="0"/>
                </a:moveTo>
                <a:lnTo>
                  <a:pt x="6626648" y="0"/>
                </a:lnTo>
                <a:lnTo>
                  <a:pt x="6626648" y="6858000"/>
                </a:lnTo>
                <a:lnTo>
                  <a:pt x="825001" y="6858000"/>
                </a:lnTo>
                <a:lnTo>
                  <a:pt x="713454" y="6652262"/>
                </a:lnTo>
                <a:cubicBezTo>
                  <a:pt x="178350" y="5620370"/>
                  <a:pt x="-8587" y="4565886"/>
                  <a:pt x="301" y="3635946"/>
                </a:cubicBezTo>
                <a:cubicBezTo>
                  <a:pt x="16103" y="2402074"/>
                  <a:pt x="377968" y="1384793"/>
                  <a:pt x="1926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bIns="162000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/>
              <a:t>Klik op het onderstaand icoon </a:t>
            </a:r>
            <a:br>
              <a:rPr lang="nl-NL"/>
            </a:br>
            <a:r>
              <a:rPr lang="nl-NL"/>
              <a:t>om een foto in te voegen.</a:t>
            </a:r>
            <a:br>
              <a:rPr lang="nl-NL"/>
            </a:br>
            <a:br>
              <a:rPr lang="nl-NL"/>
            </a:br>
            <a:r>
              <a:rPr lang="nl-NL"/>
              <a:t>Meer hulp nodig? </a:t>
            </a:r>
            <a:br>
              <a:rPr lang="nl-NL"/>
            </a:br>
            <a:r>
              <a:rPr lang="nl-NL"/>
              <a:t>Aan de zijkanten van de dia's zijn instructies </a:t>
            </a:r>
            <a:br>
              <a:rPr lang="nl-NL"/>
            </a:br>
            <a:r>
              <a:rPr lang="nl-NL"/>
              <a:t>geplaatst voor verdere informatie.</a:t>
            </a:r>
          </a:p>
        </p:txBody>
      </p:sp>
    </p:spTree>
    <p:extLst>
      <p:ext uri="{BB962C8B-B14F-4D97-AF65-F5344CB8AC3E}">
        <p14:creationId xmlns:p14="http://schemas.microsoft.com/office/powerpoint/2010/main" val="2082058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person looking at clothes on a rack&#10;&#10;Description automatically generated">
            <a:extLst>
              <a:ext uri="{FF2B5EF4-FFF2-40B4-BE49-F238E27FC236}">
                <a16:creationId xmlns:a16="http://schemas.microsoft.com/office/drawing/2014/main" id="{31273CA2-F5C5-F803-CE15-0924D2CA71A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77" r="35883"/>
          <a:stretch/>
        </p:blipFill>
        <p:spPr>
          <a:xfrm>
            <a:off x="9058758" y="-16101"/>
            <a:ext cx="3124955" cy="6858000"/>
          </a:xfrm>
        </p:spPr>
      </p:pic>
      <p:sp>
        <p:nvSpPr>
          <p:cNvPr id="14" name="Title 2">
            <a:extLst>
              <a:ext uri="{FF2B5EF4-FFF2-40B4-BE49-F238E27FC236}">
                <a16:creationId xmlns:a16="http://schemas.microsoft.com/office/drawing/2014/main" id="{959B042C-277D-6E1C-FD66-A6E38CEB8BE7}"/>
              </a:ext>
            </a:extLst>
          </p:cNvPr>
          <p:cNvSpPr txBox="1">
            <a:spLocks/>
          </p:cNvSpPr>
          <p:nvPr/>
        </p:nvSpPr>
        <p:spPr>
          <a:xfrm>
            <a:off x="641081" y="739437"/>
            <a:ext cx="5147535" cy="741193"/>
          </a:xfrm>
          <a:prstGeom prst="rect">
            <a:avLst/>
          </a:prstGeom>
          <a:noFill/>
        </p:spPr>
        <p:txBody>
          <a:bodyPr vert="horz" wrap="square" lIns="0" tIns="108000" rIns="108000" bIns="3600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55713" algn="l"/>
              </a:tabLst>
              <a:defRPr sz="3600" b="1" i="0" strike="noStrike" kern="1200" cap="none" spc="0" baseline="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rgbClr val="6A205F"/>
                </a:solidFill>
                <a:ea typeface="+mn-ea"/>
              </a:rPr>
              <a:t>The </a:t>
            </a:r>
            <a:r>
              <a:rPr lang="pl-PL" sz="2400">
                <a:solidFill>
                  <a:srgbClr val="6A205F"/>
                </a:solidFill>
                <a:ea typeface="+mn-ea"/>
              </a:rPr>
              <a:t>S</a:t>
            </a:r>
            <a:r>
              <a:rPr lang="en-US" sz="2400">
                <a:solidFill>
                  <a:srgbClr val="6A205F"/>
                </a:solidFill>
                <a:ea typeface="+mn-ea"/>
              </a:rPr>
              <a:t>ting – eCommerce platform</a:t>
            </a:r>
            <a:endParaRPr lang="en-GB" sz="2400" b="1">
              <a:solidFill>
                <a:srgbClr val="6C1D5F"/>
              </a:solidFill>
              <a:ea typeface="+mn-ea"/>
              <a:cs typeface="+mn-cs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C5CB0D8-671C-DD6C-B9A0-33EB519524A0}"/>
              </a:ext>
            </a:extLst>
          </p:cNvPr>
          <p:cNvSpPr txBox="1">
            <a:spLocks/>
          </p:cNvSpPr>
          <p:nvPr/>
        </p:nvSpPr>
        <p:spPr>
          <a:xfrm>
            <a:off x="641081" y="1405879"/>
            <a:ext cx="7030580" cy="870621"/>
          </a:xfrm>
          <a:prstGeom prst="rect">
            <a:avLst/>
          </a:prstGeom>
        </p:spPr>
        <p:txBody>
          <a:bodyPr vert="horz" lIns="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i="0" kern="1200" noProof="0">
                <a:solidFill>
                  <a:srgbClr val="6A205F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r>
              <a:rPr kumimoji="0" lang="pl-PL" sz="1200" b="1" i="0" u="none" strike="noStrike" kern="1200" cap="none" spc="0" normalizeH="0" baseline="0" noProof="0">
                <a:ln>
                  <a:noFill/>
                </a:ln>
                <a:solidFill>
                  <a:srgbClr val="6C1D5F"/>
                </a:solidFill>
                <a:effectLst/>
                <a:uLnTx/>
                <a:uFillTx/>
                <a:latin typeface="Century Gothic" panose="020B0502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Client: NGP Digital </a:t>
            </a:r>
            <a:r>
              <a:rPr lang="en-GB" sz="1200" b="1">
                <a:solidFill>
                  <a:srgbClr val="6C1D5F"/>
                </a:solidFill>
                <a:latin typeface="Century Gothic" panose="020B0502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(branch of Imperial Brands)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entury Gothic" panose="020B0502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marR="0" lvl="0" indent="-17145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l-PL" sz="1200">
              <a:solidFill>
                <a:schemeClr val="tx1"/>
              </a:solidFill>
              <a:latin typeface="Century Gothic" panose="020B0502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Roboto" panose="02000000000000000000" pitchFamily="2" charset="0"/>
                <a:cs typeface="+mn-cs"/>
              </a:rPr>
              <a:t>Maintenance Cost reduction by 50% on Team + License Cost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Roboto" panose="02000000000000000000" pitchFamily="2" charset="0"/>
                <a:cs typeface="+mn-cs"/>
              </a:rPr>
              <a:t>Arrested Customer Churn by 35% in the first quarter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Roboto" panose="02000000000000000000" pitchFamily="2" charset="0"/>
                <a:cs typeface="+mn-cs"/>
              </a:rPr>
              <a:t>Improved repeat purchase by 10%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Roboto" panose="02000000000000000000" pitchFamily="2" charset="0"/>
                <a:cs typeface="+mn-cs"/>
              </a:rPr>
              <a:t>2.7 % of Incremental Value was delivered in the first quarter with 30-60% increase QoQ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Medium"/>
              <a:ea typeface="Roboto" panose="02000000000000000000" pitchFamily="2" charset="0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77E5AF-39F9-88B7-A210-181997A5F2B2}"/>
              </a:ext>
            </a:extLst>
          </p:cNvPr>
          <p:cNvSpPr txBox="1"/>
          <p:nvPr/>
        </p:nvSpPr>
        <p:spPr>
          <a:xfrm>
            <a:off x="641082" y="3967434"/>
            <a:ext cx="4943642" cy="2723823"/>
          </a:xfrm>
          <a:prstGeom prst="rect">
            <a:avLst/>
          </a:prstGeom>
          <a:noFill/>
        </p:spPr>
        <p:txBody>
          <a:bodyPr wrap="square" lIns="0" rtlCol="0" anchor="t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buSzPct val="100000"/>
              <a:defRPr/>
            </a:pPr>
            <a:r>
              <a:rPr lang="pl-PL" sz="1000" b="1">
                <a:solidFill>
                  <a:srgbClr val="6A205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Solution </a:t>
            </a:r>
          </a:p>
          <a:p>
            <a:pPr>
              <a:lnSpc>
                <a:spcPct val="90000"/>
              </a:lnSpc>
              <a:spcBef>
                <a:spcPct val="0"/>
              </a:spcBef>
              <a:buSzPct val="100000"/>
              <a:defRPr/>
            </a:pPr>
            <a:endParaRPr lang="pl-PL" sz="1000" b="1">
              <a:solidFill>
                <a:srgbClr val="6A205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>
              <a:lnSpc>
                <a:spcPct val="9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  <a:defRPr/>
            </a:pPr>
            <a:endParaRPr lang="pl-PL" sz="1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marR="5080" lvl="0" indent="-17145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enable The Sting to offer its brands through store-specific </a:t>
            </a:r>
            <a:r>
              <a:rPr lang="en-US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webshops</a:t>
            </a:r>
            <a:r>
              <a:rPr lang="en-US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with minimum maintenance, and increased flexibility and efficiency, we built a state-of-the-art e-commerce platform on top of a modern IT stack. </a:t>
            </a:r>
          </a:p>
          <a:p>
            <a:pPr marL="171450" marR="5080" lvl="0" indent="-17145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new front-end was created in a modern React application, built upon functional, scalable, component-based architecture. </a:t>
            </a:r>
          </a:p>
          <a:p>
            <a:pPr marL="171450" marR="5080" lvl="0" indent="-17145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Cloud based solution ensures short release cycles and reduced TTM from months to days.</a:t>
            </a:r>
          </a:p>
          <a:p>
            <a:pPr marL="171450" marR="5080" lvl="0" indent="-17145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Newly designed front end ensured best user experience on all devices and screens.</a:t>
            </a:r>
          </a:p>
          <a:p>
            <a:pPr marL="171450" marR="5080" lvl="0" indent="-17145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Leveraged the power of google cloud and Kubernetes to guarantee uptime with a </a:t>
            </a:r>
            <a:br>
              <a:rPr lang="en-US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small team.</a:t>
            </a:r>
          </a:p>
          <a:p>
            <a:pPr marL="171450" marR="5080" lvl="0" indent="-17145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Technical Architecture – </a:t>
            </a:r>
            <a:r>
              <a:rPr lang="en-US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Lightbend</a:t>
            </a:r>
            <a:r>
              <a:rPr lang="en-US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Lagom</a:t>
            </a:r>
            <a:r>
              <a:rPr lang="en-US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Microservices Architecture, Java, React</a:t>
            </a:r>
          </a:p>
          <a:p>
            <a:pPr marL="171450" marR="5080" lvl="0" indent="-17145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addition to the new platform, </a:t>
            </a:r>
            <a:r>
              <a:rPr lang="en-US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Xebia</a:t>
            </a:r>
            <a:r>
              <a:rPr lang="en-US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trained The Sting’s teams to work in an Agile way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A49987-2712-0BD2-36DF-900A5A03B898}"/>
              </a:ext>
            </a:extLst>
          </p:cNvPr>
          <p:cNvSpPr txBox="1"/>
          <p:nvPr/>
        </p:nvSpPr>
        <p:spPr>
          <a:xfrm>
            <a:off x="641079" y="2988527"/>
            <a:ext cx="7239807" cy="830997"/>
          </a:xfrm>
          <a:prstGeom prst="rect">
            <a:avLst/>
          </a:prstGeom>
          <a:noFill/>
        </p:spPr>
        <p:txBody>
          <a:bodyPr wrap="square" lIns="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1">
                <a:solidFill>
                  <a:srgbClr val="6C1D5F"/>
                </a:solidFill>
                <a:latin typeface="Open Sans"/>
                <a:ea typeface="Open Sans"/>
                <a:cs typeface="Open Sans"/>
              </a:rPr>
              <a:t>The business </a:t>
            </a:r>
            <a:r>
              <a:rPr lang="pl-PL" sz="1000" b="1">
                <a:solidFill>
                  <a:srgbClr val="6C1D5F"/>
                </a:solidFill>
                <a:latin typeface="Open Sans"/>
                <a:ea typeface="Open Sans"/>
                <a:cs typeface="Open Sans"/>
              </a:rPr>
              <a:t>challenge</a:t>
            </a:r>
            <a:endParaRPr lang="en-GB" sz="1000" b="1">
              <a:solidFill>
                <a:srgbClr val="6C1D5F"/>
              </a:solidFill>
              <a:latin typeface="Open Sans"/>
              <a:ea typeface="Open Sans"/>
              <a:cs typeface="Open San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Open Sans"/>
                <a:ea typeface="Open Sans"/>
                <a:cs typeface="Open Sans"/>
              </a:rPr>
              <a:t>Our Client is a </a:t>
            </a:r>
            <a:r>
              <a:rPr lang="en-US" sz="1000">
                <a:latin typeface="Open Sans"/>
                <a:ea typeface="Open Sans"/>
                <a:cs typeface="Open Sans"/>
              </a:rPr>
              <a:t>Netherlands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Open Sans"/>
                <a:ea typeface="Open Sans"/>
                <a:cs typeface="Open Sans"/>
              </a:rPr>
              <a:t>Based Omnichannel Lifestyle retailer with 60+ Stores.</a:t>
            </a:r>
            <a:endParaRPr lang="en-US" sz="1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Open Sans"/>
              <a:ea typeface="Open Sans"/>
              <a:cs typeface="Open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Open Sans"/>
                <a:ea typeface="Open Sans"/>
                <a:cs typeface="Open Sans"/>
              </a:rPr>
              <a:t>The old Hybris platform was no longer scaling to the company’s needs. It couldn’t create new brand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Open Sans"/>
                <a:ea typeface="Open Sans"/>
                <a:cs typeface="Open Sans"/>
              </a:rPr>
              <a:t>webshops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Open Sans"/>
                <a:ea typeface="Open Sans"/>
                <a:cs typeface="Open Sans"/>
              </a:rPr>
              <a:t>, quickly iterate on the design or functionality of current stores, and it was expensive to operate.</a:t>
            </a:r>
            <a:endParaRPr lang="en-US" sz="1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19" name="The Data platform supports KADs current data journeys and is able to adapt to the rising business requirements in the future.…">
            <a:extLst>
              <a:ext uri="{FF2B5EF4-FFF2-40B4-BE49-F238E27FC236}">
                <a16:creationId xmlns:a16="http://schemas.microsoft.com/office/drawing/2014/main" id="{28CE0550-D5EE-631E-BB90-2DF55C00EB2C}"/>
              </a:ext>
            </a:extLst>
          </p:cNvPr>
          <p:cNvSpPr txBox="1"/>
          <p:nvPr/>
        </p:nvSpPr>
        <p:spPr>
          <a:xfrm>
            <a:off x="5994885" y="4052807"/>
            <a:ext cx="2401875" cy="1574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400" tIns="25400" rIns="25400" bIns="25400" anchor="t">
            <a:spAutoFit/>
          </a:bodyPr>
          <a:lstStyle/>
          <a:p>
            <a:pPr defTabSz="914377">
              <a:lnSpc>
                <a:spcPct val="120000"/>
              </a:lnSpc>
              <a:buSzPct val="100000"/>
              <a:defRPr sz="1300"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rPr lang="pl-PL" sz="1000" b="1">
                <a:solidFill>
                  <a:srgbClr val="6A205F"/>
                </a:solidFill>
                <a:latin typeface="Open Sans"/>
                <a:ea typeface="Open Sans"/>
                <a:cs typeface="Open Sans"/>
              </a:rPr>
              <a:t>Benefit</a:t>
            </a:r>
          </a:p>
          <a:p>
            <a:pPr marL="171450" indent="-171450">
              <a:lnSpc>
                <a:spcPct val="9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  <a:defRPr sz="1300">
                <a:latin typeface="Calibri Light"/>
                <a:ea typeface="Calibri Light"/>
                <a:cs typeface="Calibri Light"/>
                <a:sym typeface="Calibri Light"/>
              </a:defRPr>
            </a:pPr>
            <a:endParaRPr lang="pl-PL" sz="1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marR="0" lvl="0" indent="-171450" fontAlgn="auto">
              <a:lnSpc>
                <a:spcPct val="90000"/>
              </a:lnSpc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Improved User Experience – New and Improved UI with fresh Look</a:t>
            </a:r>
          </a:p>
          <a:p>
            <a:pPr marL="171450" marR="0" lvl="0" indent="-171450" fontAlgn="auto">
              <a:lnSpc>
                <a:spcPct val="90000"/>
              </a:lnSpc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Improved Function across Value Chain</a:t>
            </a:r>
          </a:p>
          <a:p>
            <a:pPr marL="171450" marR="0" lvl="0" indent="-171450" fontAlgn="auto">
              <a:lnSpc>
                <a:spcPct val="90000"/>
              </a:lnSpc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Easy Integrated planning.</a:t>
            </a:r>
          </a:p>
          <a:p>
            <a:pPr marL="171450" marR="0" lvl="0" indent="-171450" fontAlgn="auto">
              <a:lnSpc>
                <a:spcPct val="90000"/>
              </a:lnSpc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Uniform User Journeys across Channels.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5F6364E-C497-DC0A-BD9C-156914E798C6}"/>
              </a:ext>
            </a:extLst>
          </p:cNvPr>
          <p:cNvCxnSpPr/>
          <p:nvPr/>
        </p:nvCxnSpPr>
        <p:spPr>
          <a:xfrm>
            <a:off x="641079" y="2840617"/>
            <a:ext cx="72398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The Sting Logo, PNG, 1200x600px, Sting, Area, Automotive Exterior, Brand,  Clothing Download Free">
            <a:extLst>
              <a:ext uri="{FF2B5EF4-FFF2-40B4-BE49-F238E27FC236}">
                <a16:creationId xmlns:a16="http://schemas.microsoft.com/office/drawing/2014/main" id="{6157D80A-0465-F945-02CF-46D87ED4BA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743" b="89617" l="3659" r="96098">
                        <a14:foregroundMark x1="4512" y1="25683" x2="3902" y2="55191"/>
                        <a14:foregroundMark x1="9878" y1="38798" x2="9878" y2="38798"/>
                        <a14:foregroundMark x1="19756" y1="37705" x2="19756" y2="38251"/>
                        <a14:foregroundMark x1="31098" y1="39891" x2="31098" y2="39891"/>
                        <a14:foregroundMark x1="46585" y1="39344" x2="46585" y2="39344"/>
                        <a14:foregroundMark x1="57683" y1="36612" x2="57683" y2="36612"/>
                        <a14:foregroundMark x1="66341" y1="36612" x2="66341" y2="36612"/>
                        <a14:foregroundMark x1="72683" y1="39344" x2="72683" y2="39344"/>
                        <a14:foregroundMark x1="85610" y1="39344" x2="85610" y2="39344"/>
                        <a14:foregroundMark x1="83415" y1="81421" x2="83415" y2="81421"/>
                        <a14:foregroundMark x1="96098" y1="51366" x2="96098" y2="51366"/>
                        <a14:foregroundMark x1="24268" y1="83060" x2="50976" y2="84699"/>
                        <a14:foregroundMark x1="50976" y1="84699" x2="75610" y2="79781"/>
                        <a14:foregroundMark x1="75488" y1="79781" x2="28171" y2="8032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115921" y="739437"/>
            <a:ext cx="2159802" cy="531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9430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a0acd5-61c4-4018-b951-c082e5b75858" xsi:nil="true"/>
    <lcf76f155ced4ddcb4097134ff3c332f xmlns="c559e707-c4dc-481c-8f20-1390d9b1763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B178B1C63764FB69DC687AF91F3C3" ma:contentTypeVersion="14" ma:contentTypeDescription="Een nieuw document maken." ma:contentTypeScope="" ma:versionID="34baedd750c5ac2de39e17369f75ff4a">
  <xsd:schema xmlns:xsd="http://www.w3.org/2001/XMLSchema" xmlns:xs="http://www.w3.org/2001/XMLSchema" xmlns:p="http://schemas.microsoft.com/office/2006/metadata/properties" xmlns:ns2="c559e707-c4dc-481c-8f20-1390d9b1763d" xmlns:ns3="20a0acd5-61c4-4018-b951-c082e5b75858" targetNamespace="http://schemas.microsoft.com/office/2006/metadata/properties" ma:root="true" ma:fieldsID="94b6d483c48ce3ecd8a1cc1f7c9283d7" ns2:_="" ns3:_="">
    <xsd:import namespace="c559e707-c4dc-481c-8f20-1390d9b1763d"/>
    <xsd:import namespace="20a0acd5-61c4-4018-b951-c082e5b75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9e707-c4dc-481c-8f20-1390d9b176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28eca5aa-3823-4333-92a0-adf3de86d9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a0acd5-61c4-4018-b951-c082e5b75858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6fe27f-2603-4c92-a102-685a412d01be}" ma:internalName="TaxCatchAll" ma:showField="CatchAllData" ma:web="20a0acd5-61c4-4018-b951-c082e5b758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6324D05-B81F-4168-B1AF-C64CE8B5A2D8}">
  <ds:schemaRefs>
    <ds:schemaRef ds:uri="http://schemas.microsoft.com/office/2006/metadata/properties"/>
    <ds:schemaRef ds:uri="http://schemas.microsoft.com/office/infopath/2007/PartnerControls"/>
    <ds:schemaRef ds:uri="20a0acd5-61c4-4018-b951-c082e5b75858"/>
    <ds:schemaRef ds:uri="c559e707-c4dc-481c-8f20-1390d9b1763d"/>
  </ds:schemaRefs>
</ds:datastoreItem>
</file>

<file path=customXml/itemProps2.xml><?xml version="1.0" encoding="utf-8"?>
<ds:datastoreItem xmlns:ds="http://schemas.openxmlformats.org/officeDocument/2006/customXml" ds:itemID="{06117149-E7B8-4E34-A7DF-4699C6207C7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00C05ED-3810-49FA-9735-E7FCC63445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59e707-c4dc-481c-8f20-1390d9b1763d"/>
    <ds:schemaRef ds:uri="20a0acd5-61c4-4018-b951-c082e5b758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2026-01-23T10:38:20Z</dcterms:created>
  <dcterms:modified xsi:type="dcterms:W3CDTF">2026-01-23T10:39:01Z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0x01010038AB178B1C63764FB69DC687AF91F3C3</vt:lpwstr>
  </property>
  <property fmtid="{D5CDD505-2E9C-101B-9397-08002B2CF9AE}" pid="3" name="MediaServiceImageTags">
    <vt:lpwstr/>
  </property>
</Properties>
</file>