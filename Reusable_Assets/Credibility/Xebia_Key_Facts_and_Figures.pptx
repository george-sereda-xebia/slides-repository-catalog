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4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26172-160F-A758-6A41-AF50D7CF327A}" v="3" dt="2026-01-23T10:52:1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80526172-160F-A758-6A41-AF50D7CF327A}"/>
    <pc:docChg chg="addSld delSld modSld">
      <pc:chgData name="George Sereda" userId="S::george.sereda@xebia.com::5e824fc6-3a6a-482b-8597-f9374fb4b421" providerId="AD" clId="Web-{80526172-160F-A758-6A41-AF50D7CF327A}" dt="2026-01-23T10:52:17.765" v="2" actId="20577"/>
      <pc:docMkLst>
        <pc:docMk/>
      </pc:docMkLst>
      <pc:sldChg chg="del">
        <pc:chgData name="George Sereda" userId="S::george.sereda@xebia.com::5e824fc6-3a6a-482b-8597-f9374fb4b421" providerId="AD" clId="Web-{80526172-160F-A758-6A41-AF50D7CF327A}" dt="2026-01-23T10:52:00.855" v="1"/>
        <pc:sldMkLst>
          <pc:docMk/>
          <pc:sldMk cId="109857222" sldId="256"/>
        </pc:sldMkLst>
      </pc:sldChg>
      <pc:sldChg chg="modSp add">
        <pc:chgData name="George Sereda" userId="S::george.sereda@xebia.com::5e824fc6-3a6a-482b-8597-f9374fb4b421" providerId="AD" clId="Web-{80526172-160F-A758-6A41-AF50D7CF327A}" dt="2026-01-23T10:52:17.765" v="2" actId="20577"/>
        <pc:sldMkLst>
          <pc:docMk/>
          <pc:sldMk cId="565588212" sldId="2147483543"/>
        </pc:sldMkLst>
        <pc:spChg chg="mod">
          <ac:chgData name="George Sereda" userId="S::george.sereda@xebia.com::5e824fc6-3a6a-482b-8597-f9374fb4b421" providerId="AD" clId="Web-{80526172-160F-A758-6A41-AF50D7CF327A}" dt="2026-01-23T10:52:17.765" v="2" actId="20577"/>
          <ac:spMkLst>
            <pc:docMk/>
            <pc:sldMk cId="565588212" sldId="2147483543"/>
            <ac:spMk id="115" creationId="{A584076E-035F-2788-4B8A-DAAA71FCD168}"/>
          </ac:spMkLst>
        </pc:spChg>
      </pc:sldChg>
      <pc:sldMasterChg chg="addSldLayout">
        <pc:chgData name="George Sereda" userId="S::george.sereda@xebia.com::5e824fc6-3a6a-482b-8597-f9374fb4b421" providerId="AD" clId="Web-{80526172-160F-A758-6A41-AF50D7CF327A}" dt="2026-01-23T10:51:43.852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80526172-160F-A758-6A41-AF50D7CF327A}" dt="2026-01-23T10:51:43.852" v="0"/>
          <pc:sldLayoutMkLst>
            <pc:docMk/>
            <pc:sldMasterMk cId="2460954070" sldId="2147483660"/>
            <pc:sldLayoutMk cId="4142427598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4242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BBAD-9C1B-BB31-A332-8CF975D0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B61B9D-8E6B-313B-5DD4-B41700E27388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42768B-889F-F141-3162-4DE53ED4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8D345-72CE-9831-F95B-D7B438BA3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D233CD59-A8B2-3233-D176-1B84CBB5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Key Facts &amp; Figures</a:t>
            </a:r>
          </a:p>
        </p:txBody>
      </p:sp>
      <p:pic>
        <p:nvPicPr>
          <p:cNvPr id="95" name="Frame 427322300" descr="preencoded.png">
            <a:extLst>
              <a:ext uri="{FF2B5EF4-FFF2-40B4-BE49-F238E27FC236}">
                <a16:creationId xmlns:a16="http://schemas.microsoft.com/office/drawing/2014/main" id="{1D6C748D-2DC2-CDDB-6996-7909063A4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3974726"/>
            <a:ext cx="2114550" cy="2076450"/>
          </a:xfrm>
          <a:prstGeom prst="rect">
            <a:avLst/>
          </a:prstGeom>
        </p:spPr>
      </p:pic>
      <p:pic>
        <p:nvPicPr>
          <p:cNvPr id="96" name="Frame 427322293" descr="preencoded.png">
            <a:extLst>
              <a:ext uri="{FF2B5EF4-FFF2-40B4-BE49-F238E27FC236}">
                <a16:creationId xmlns:a16="http://schemas.microsoft.com/office/drawing/2014/main" id="{7FAC971B-6359-85BA-AD58-B4F97C39E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35550" y="1695076"/>
            <a:ext cx="2114550" cy="2076450"/>
          </a:xfrm>
          <a:prstGeom prst="rect">
            <a:avLst/>
          </a:prstGeom>
        </p:spPr>
      </p:pic>
      <p:pic>
        <p:nvPicPr>
          <p:cNvPr id="97" name="Frame 427322294" descr="preencoded.png">
            <a:extLst>
              <a:ext uri="{FF2B5EF4-FFF2-40B4-BE49-F238E27FC236}">
                <a16:creationId xmlns:a16="http://schemas.microsoft.com/office/drawing/2014/main" id="{412BA3E2-5045-958A-D2C6-AA29F6A7B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53300" y="1695076"/>
            <a:ext cx="2114550" cy="2076450"/>
          </a:xfrm>
          <a:prstGeom prst="rect">
            <a:avLst/>
          </a:prstGeom>
        </p:spPr>
      </p:pic>
      <p:pic>
        <p:nvPicPr>
          <p:cNvPr id="98" name="Frame 427322295" descr="preencoded.png">
            <a:extLst>
              <a:ext uri="{FF2B5EF4-FFF2-40B4-BE49-F238E27FC236}">
                <a16:creationId xmlns:a16="http://schemas.microsoft.com/office/drawing/2014/main" id="{20728488-A1C4-172D-18CC-4BB956A1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64700" y="1695076"/>
            <a:ext cx="2114550" cy="2076450"/>
          </a:xfrm>
          <a:prstGeom prst="rect">
            <a:avLst/>
          </a:prstGeom>
        </p:spPr>
      </p:pic>
      <p:pic>
        <p:nvPicPr>
          <p:cNvPr id="99" name="Frame 427322296" descr="preencoded.png">
            <a:extLst>
              <a:ext uri="{FF2B5EF4-FFF2-40B4-BE49-F238E27FC236}">
                <a16:creationId xmlns:a16="http://schemas.microsoft.com/office/drawing/2014/main" id="{F13FECED-9F6D-D6BE-7233-902847AC0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64700" y="3974726"/>
            <a:ext cx="2114550" cy="2076450"/>
          </a:xfrm>
          <a:prstGeom prst="rect">
            <a:avLst/>
          </a:prstGeom>
        </p:spPr>
      </p:pic>
      <p:pic>
        <p:nvPicPr>
          <p:cNvPr id="100" name="Frame 427322297" descr="preencoded.png">
            <a:extLst>
              <a:ext uri="{FF2B5EF4-FFF2-40B4-BE49-F238E27FC236}">
                <a16:creationId xmlns:a16="http://schemas.microsoft.com/office/drawing/2014/main" id="{46F359A1-F3C9-8B5B-8A1E-0AA5439D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53300" y="3974726"/>
            <a:ext cx="2114550" cy="2076450"/>
          </a:xfrm>
          <a:prstGeom prst="rect">
            <a:avLst/>
          </a:prstGeom>
        </p:spPr>
      </p:pic>
      <p:pic>
        <p:nvPicPr>
          <p:cNvPr id="101" name="Frame 427322298" descr="preencoded.png">
            <a:extLst>
              <a:ext uri="{FF2B5EF4-FFF2-40B4-BE49-F238E27FC236}">
                <a16:creationId xmlns:a16="http://schemas.microsoft.com/office/drawing/2014/main" id="{75305320-9473-070F-01D7-F37657E65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35550" y="3974726"/>
            <a:ext cx="2114550" cy="2076450"/>
          </a:xfrm>
          <a:prstGeom prst="rect">
            <a:avLst/>
          </a:prstGeom>
        </p:spPr>
      </p:pic>
      <p:pic>
        <p:nvPicPr>
          <p:cNvPr id="102" name="Frame 427322299" descr="preencoded.png">
            <a:extLst>
              <a:ext uri="{FF2B5EF4-FFF2-40B4-BE49-F238E27FC236}">
                <a16:creationId xmlns:a16="http://schemas.microsoft.com/office/drawing/2014/main" id="{FF966E3B-AA9F-EBF3-695D-706405009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24150" y="3974726"/>
            <a:ext cx="2114550" cy="2076450"/>
          </a:xfrm>
          <a:prstGeom prst="rect">
            <a:avLst/>
          </a:prstGeom>
        </p:spPr>
      </p:pic>
      <p:pic>
        <p:nvPicPr>
          <p:cNvPr id="103" name="Frame 427322291" descr="preencoded.png">
            <a:extLst>
              <a:ext uri="{FF2B5EF4-FFF2-40B4-BE49-F238E27FC236}">
                <a16:creationId xmlns:a16="http://schemas.microsoft.com/office/drawing/2014/main" id="{17331BDB-69D5-BDBD-6715-ACF17CD37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1695076"/>
            <a:ext cx="2114550" cy="2076450"/>
          </a:xfrm>
          <a:prstGeom prst="rect">
            <a:avLst/>
          </a:prstGeom>
        </p:spPr>
      </p:pic>
      <p:pic>
        <p:nvPicPr>
          <p:cNvPr id="104" name="Frame 427322292" descr="preencoded.png">
            <a:extLst>
              <a:ext uri="{FF2B5EF4-FFF2-40B4-BE49-F238E27FC236}">
                <a16:creationId xmlns:a16="http://schemas.microsoft.com/office/drawing/2014/main" id="{91F4C62E-4727-C956-8DAE-B6E452A30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24150" y="1695076"/>
            <a:ext cx="2114550" cy="2076450"/>
          </a:xfrm>
          <a:prstGeom prst="rect">
            <a:avLst/>
          </a:prstGeom>
        </p:spPr>
      </p:pic>
      <p:sp>
        <p:nvSpPr>
          <p:cNvPr id="115" name="name_376M">
            <a:extLst>
              <a:ext uri="{FF2B5EF4-FFF2-40B4-BE49-F238E27FC236}">
                <a16:creationId xmlns:a16="http://schemas.microsoft.com/office/drawing/2014/main" id="{A584076E-035F-2788-4B8A-DAAA71FCD168}"/>
              </a:ext>
            </a:extLst>
          </p:cNvPr>
          <p:cNvSpPr/>
          <p:nvPr/>
        </p:nvSpPr>
        <p:spPr>
          <a:xfrm>
            <a:off x="609600" y="3009526"/>
            <a:ext cx="13398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/>
                <a:cs typeface="Arial"/>
              </a:rPr>
              <a:t>$376M+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Suisse Int'l Regular"/>
              <a:cs typeface="Arial"/>
            </a:endParaRPr>
          </a:p>
        </p:txBody>
      </p:sp>
      <p:sp>
        <p:nvSpPr>
          <p:cNvPr id="116" name="Revenue 2024">
            <a:extLst>
              <a:ext uri="{FF2B5EF4-FFF2-40B4-BE49-F238E27FC236}">
                <a16:creationId xmlns:a16="http://schemas.microsoft.com/office/drawing/2014/main" id="{4408A828-20A2-D047-F299-152F1144A2BE}"/>
              </a:ext>
            </a:extLst>
          </p:cNvPr>
          <p:cNvSpPr/>
          <p:nvPr/>
        </p:nvSpPr>
        <p:spPr>
          <a:xfrm>
            <a:off x="609600" y="3415926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Revenue (2024)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7" name="name_5500">
            <a:extLst>
              <a:ext uri="{FF2B5EF4-FFF2-40B4-BE49-F238E27FC236}">
                <a16:creationId xmlns:a16="http://schemas.microsoft.com/office/drawing/2014/main" id="{E2F36C35-8A5D-04CF-160B-BE023FB5DB6C}"/>
              </a:ext>
            </a:extLst>
          </p:cNvPr>
          <p:cNvSpPr/>
          <p:nvPr/>
        </p:nvSpPr>
        <p:spPr>
          <a:xfrm>
            <a:off x="2924857" y="3009526"/>
            <a:ext cx="111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5500+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8" name="Xebians">
            <a:extLst>
              <a:ext uri="{FF2B5EF4-FFF2-40B4-BE49-F238E27FC236}">
                <a16:creationId xmlns:a16="http://schemas.microsoft.com/office/drawing/2014/main" id="{DCC833EC-B5D0-F2EA-F9AD-AC26C4A7317E}"/>
              </a:ext>
            </a:extLst>
          </p:cNvPr>
          <p:cNvSpPr/>
          <p:nvPr/>
        </p:nvSpPr>
        <p:spPr>
          <a:xfrm>
            <a:off x="2924857" y="3415926"/>
            <a:ext cx="44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Xebians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9" name="name_28">
            <a:extLst>
              <a:ext uri="{FF2B5EF4-FFF2-40B4-BE49-F238E27FC236}">
                <a16:creationId xmlns:a16="http://schemas.microsoft.com/office/drawing/2014/main" id="{32B6F2D2-008B-9D92-3A04-9566EF4C2959}"/>
              </a:ext>
            </a:extLst>
          </p:cNvPr>
          <p:cNvSpPr/>
          <p:nvPr/>
        </p:nvSpPr>
        <p:spPr>
          <a:xfrm>
            <a:off x="5240114" y="3009526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28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" name="Offices around the world">
            <a:extLst>
              <a:ext uri="{FF2B5EF4-FFF2-40B4-BE49-F238E27FC236}">
                <a16:creationId xmlns:a16="http://schemas.microsoft.com/office/drawing/2014/main" id="{A08EDD2D-FB06-4003-D2F4-F6DF31AF6C68}"/>
              </a:ext>
            </a:extLst>
          </p:cNvPr>
          <p:cNvSpPr/>
          <p:nvPr/>
        </p:nvSpPr>
        <p:spPr>
          <a:xfrm>
            <a:off x="5240114" y="3415926"/>
            <a:ext cx="1308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Offices around the world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1" name="name_16">
            <a:extLst>
              <a:ext uri="{FF2B5EF4-FFF2-40B4-BE49-F238E27FC236}">
                <a16:creationId xmlns:a16="http://schemas.microsoft.com/office/drawing/2014/main" id="{E1FDAB14-C309-FEAA-AFDF-65C974FFD161}"/>
              </a:ext>
            </a:extLst>
          </p:cNvPr>
          <p:cNvSpPr/>
          <p:nvPr/>
        </p:nvSpPr>
        <p:spPr>
          <a:xfrm>
            <a:off x="7555365" y="3009526"/>
            <a:ext cx="84477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16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2" name="Countries">
            <a:extLst>
              <a:ext uri="{FF2B5EF4-FFF2-40B4-BE49-F238E27FC236}">
                <a16:creationId xmlns:a16="http://schemas.microsoft.com/office/drawing/2014/main" id="{82269F13-F9C7-E96E-662B-7C2BCCF15E0F}"/>
              </a:ext>
            </a:extLst>
          </p:cNvPr>
          <p:cNvSpPr/>
          <p:nvPr/>
        </p:nvSpPr>
        <p:spPr>
          <a:xfrm>
            <a:off x="7555365" y="3415926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Countries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3" name="name_25">
            <a:extLst>
              <a:ext uri="{FF2B5EF4-FFF2-40B4-BE49-F238E27FC236}">
                <a16:creationId xmlns:a16="http://schemas.microsoft.com/office/drawing/2014/main" id="{73FF92B7-62FC-E02A-D3EB-2E2BAD29532B}"/>
              </a:ext>
            </a:extLst>
          </p:cNvPr>
          <p:cNvSpPr/>
          <p:nvPr/>
        </p:nvSpPr>
        <p:spPr>
          <a:xfrm>
            <a:off x="9870622" y="3009526"/>
            <a:ext cx="4381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25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4" name="Books published">
            <a:extLst>
              <a:ext uri="{FF2B5EF4-FFF2-40B4-BE49-F238E27FC236}">
                <a16:creationId xmlns:a16="http://schemas.microsoft.com/office/drawing/2014/main" id="{981AAF70-1C0C-4142-9A71-3ADFECB92980}"/>
              </a:ext>
            </a:extLst>
          </p:cNvPr>
          <p:cNvSpPr/>
          <p:nvPr/>
        </p:nvSpPr>
        <p:spPr>
          <a:xfrm>
            <a:off x="9870622" y="3415926"/>
            <a:ext cx="89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Books published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5" name="name_482">
            <a:extLst>
              <a:ext uri="{FF2B5EF4-FFF2-40B4-BE49-F238E27FC236}">
                <a16:creationId xmlns:a16="http://schemas.microsoft.com/office/drawing/2014/main" id="{484AC4D1-454B-EAFD-66F1-DD38DE7B043F}"/>
              </a:ext>
            </a:extLst>
          </p:cNvPr>
          <p:cNvSpPr/>
          <p:nvPr/>
        </p:nvSpPr>
        <p:spPr>
          <a:xfrm>
            <a:off x="609600" y="5136776"/>
            <a:ext cx="10604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48.2%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6" name="Revenue Growth CAGR 2020-2024">
            <a:extLst>
              <a:ext uri="{FF2B5EF4-FFF2-40B4-BE49-F238E27FC236}">
                <a16:creationId xmlns:a16="http://schemas.microsoft.com/office/drawing/2014/main" id="{083CDE3E-79EB-6F4E-1AF7-51A60D83ED64}"/>
              </a:ext>
            </a:extLst>
          </p:cNvPr>
          <p:cNvSpPr/>
          <p:nvPr/>
        </p:nvSpPr>
        <p:spPr>
          <a:xfrm>
            <a:off x="609600" y="5543176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Revenue Growth 
(CAGR 2020-2024)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7" name="name_13M">
            <a:extLst>
              <a:ext uri="{FF2B5EF4-FFF2-40B4-BE49-F238E27FC236}">
                <a16:creationId xmlns:a16="http://schemas.microsoft.com/office/drawing/2014/main" id="{878DD0E8-DE9E-BD79-63E3-FE1F87896280}"/>
              </a:ext>
            </a:extLst>
          </p:cNvPr>
          <p:cNvSpPr/>
          <p:nvPr/>
        </p:nvSpPr>
        <p:spPr>
          <a:xfrm>
            <a:off x="2924857" y="5136776"/>
            <a:ext cx="106067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1.3M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8" name="Professionalstrained by Xebia Academy">
            <a:extLst>
              <a:ext uri="{FF2B5EF4-FFF2-40B4-BE49-F238E27FC236}">
                <a16:creationId xmlns:a16="http://schemas.microsoft.com/office/drawing/2014/main" id="{916D452F-D67D-85C9-C7AB-17C89B135903}"/>
              </a:ext>
            </a:extLst>
          </p:cNvPr>
          <p:cNvSpPr/>
          <p:nvPr/>
        </p:nvSpPr>
        <p:spPr>
          <a:xfrm>
            <a:off x="2924858" y="5543176"/>
            <a:ext cx="1149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Professionals trained </a:t>
            </a:r>
            <a:b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by Xebia Academy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9" name="name_400">
            <a:extLst>
              <a:ext uri="{FF2B5EF4-FFF2-40B4-BE49-F238E27FC236}">
                <a16:creationId xmlns:a16="http://schemas.microsoft.com/office/drawing/2014/main" id="{51048F4A-80BF-FDA4-2E48-6606930950B8}"/>
              </a:ext>
            </a:extLst>
          </p:cNvPr>
          <p:cNvSpPr/>
          <p:nvPr/>
        </p:nvSpPr>
        <p:spPr>
          <a:xfrm>
            <a:off x="5240114" y="5136776"/>
            <a:ext cx="91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400+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0" name="Clients in different markets">
            <a:extLst>
              <a:ext uri="{FF2B5EF4-FFF2-40B4-BE49-F238E27FC236}">
                <a16:creationId xmlns:a16="http://schemas.microsoft.com/office/drawing/2014/main" id="{CC56D3D5-A9D8-D89C-D078-9E7D89A61351}"/>
              </a:ext>
            </a:extLst>
          </p:cNvPr>
          <p:cNvSpPr/>
          <p:nvPr/>
        </p:nvSpPr>
        <p:spPr>
          <a:xfrm>
            <a:off x="5240114" y="5543176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Clients in different markets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1" name="-120">
            <a:extLst>
              <a:ext uri="{FF2B5EF4-FFF2-40B4-BE49-F238E27FC236}">
                <a16:creationId xmlns:a16="http://schemas.microsoft.com/office/drawing/2014/main" id="{42ECDCE3-8877-6C87-4494-EFC7D3A8E31D}"/>
              </a:ext>
            </a:extLst>
          </p:cNvPr>
          <p:cNvSpPr/>
          <p:nvPr/>
        </p:nvSpPr>
        <p:spPr>
          <a:xfrm>
            <a:off x="7555365" y="5136776"/>
            <a:ext cx="106067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+120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2" name="Open-Source projectsin 26 languages">
            <a:extLst>
              <a:ext uri="{FF2B5EF4-FFF2-40B4-BE49-F238E27FC236}">
                <a16:creationId xmlns:a16="http://schemas.microsoft.com/office/drawing/2014/main" id="{07530CC8-4427-FAA6-AE0D-412986EB4959}"/>
              </a:ext>
            </a:extLst>
          </p:cNvPr>
          <p:cNvSpPr/>
          <p:nvPr/>
        </p:nvSpPr>
        <p:spPr>
          <a:xfrm>
            <a:off x="7555366" y="5543176"/>
            <a:ext cx="1187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Open-Source projects</a:t>
            </a:r>
            <a:b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in 26 languages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name_700">
            <a:extLst>
              <a:ext uri="{FF2B5EF4-FFF2-40B4-BE49-F238E27FC236}">
                <a16:creationId xmlns:a16="http://schemas.microsoft.com/office/drawing/2014/main" id="{E43D4176-1A9B-CB13-58AA-D8F57224A60E}"/>
              </a:ext>
            </a:extLst>
          </p:cNvPr>
          <p:cNvSpPr/>
          <p:nvPr/>
        </p:nvSpPr>
        <p:spPr>
          <a:xfrm>
            <a:off x="9870622" y="5136776"/>
            <a:ext cx="6540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700</a:t>
            </a:r>
            <a:endParaRPr kumimoji="0" lang="en-US" sz="28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4" name="Open-Source contributors">
            <a:extLst>
              <a:ext uri="{FF2B5EF4-FFF2-40B4-BE49-F238E27FC236}">
                <a16:creationId xmlns:a16="http://schemas.microsoft.com/office/drawing/2014/main" id="{2279340B-CFE8-9A5E-99D0-1104F3717CEA}"/>
              </a:ext>
            </a:extLst>
          </p:cNvPr>
          <p:cNvSpPr/>
          <p:nvPr/>
        </p:nvSpPr>
        <p:spPr>
          <a:xfrm>
            <a:off x="9870622" y="5543176"/>
            <a:ext cx="1403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Suisse Int'l Regular" pitchFamily="34" charset="-122"/>
                <a:cs typeface="Arial" panose="020B0604020202020204" pitchFamily="34" charset="0"/>
              </a:rPr>
              <a:t>Open-Source contributors</a:t>
            </a:r>
            <a:endParaRPr kumimoji="0" lang="en-US" sz="900" b="0" i="0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36" name="Grafika 332">
            <a:extLst>
              <a:ext uri="{FF2B5EF4-FFF2-40B4-BE49-F238E27FC236}">
                <a16:creationId xmlns:a16="http://schemas.microsoft.com/office/drawing/2014/main" id="{B36C18EC-FC1F-32D9-CCEF-B38F2FAF9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3041" y="1971425"/>
            <a:ext cx="360795" cy="360795"/>
          </a:xfrm>
          <a:prstGeom prst="rect">
            <a:avLst/>
          </a:prstGeom>
        </p:spPr>
      </p:pic>
      <p:pic>
        <p:nvPicPr>
          <p:cNvPr id="137" name="Grafika 308">
            <a:extLst>
              <a:ext uri="{FF2B5EF4-FFF2-40B4-BE49-F238E27FC236}">
                <a16:creationId xmlns:a16="http://schemas.microsoft.com/office/drawing/2014/main" id="{B3C825F4-9911-5441-7F0F-FDEAA56AC0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50051" y="1971425"/>
            <a:ext cx="360795" cy="360795"/>
          </a:xfrm>
          <a:prstGeom prst="rect">
            <a:avLst/>
          </a:prstGeom>
        </p:spPr>
      </p:pic>
      <p:pic>
        <p:nvPicPr>
          <p:cNvPr id="138" name="Grafika 114">
            <a:extLst>
              <a:ext uri="{FF2B5EF4-FFF2-40B4-BE49-F238E27FC236}">
                <a16:creationId xmlns:a16="http://schemas.microsoft.com/office/drawing/2014/main" id="{B57F973E-3025-66EB-1362-30E080B39C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8615" y="1968704"/>
            <a:ext cx="360795" cy="360795"/>
          </a:xfrm>
          <a:prstGeom prst="rect">
            <a:avLst/>
          </a:prstGeom>
        </p:spPr>
      </p:pic>
      <p:pic>
        <p:nvPicPr>
          <p:cNvPr id="139" name="Grafika 170">
            <a:extLst>
              <a:ext uri="{FF2B5EF4-FFF2-40B4-BE49-F238E27FC236}">
                <a16:creationId xmlns:a16="http://schemas.microsoft.com/office/drawing/2014/main" id="{654AA0C9-9FAA-D1B7-D2C8-1822854401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5816" y="1968703"/>
            <a:ext cx="360795" cy="360795"/>
          </a:xfrm>
          <a:prstGeom prst="rect">
            <a:avLst/>
          </a:prstGeom>
        </p:spPr>
      </p:pic>
      <p:pic>
        <p:nvPicPr>
          <p:cNvPr id="140" name="Grafika 250">
            <a:extLst>
              <a:ext uri="{FF2B5EF4-FFF2-40B4-BE49-F238E27FC236}">
                <a16:creationId xmlns:a16="http://schemas.microsoft.com/office/drawing/2014/main" id="{6CD325A3-6CDE-CC1A-27C7-02AF94A563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6497" y="1919783"/>
            <a:ext cx="360795" cy="360795"/>
          </a:xfrm>
          <a:prstGeom prst="rect">
            <a:avLst/>
          </a:prstGeom>
        </p:spPr>
      </p:pic>
      <p:pic>
        <p:nvPicPr>
          <p:cNvPr id="141" name="Grafika 260">
            <a:extLst>
              <a:ext uri="{FF2B5EF4-FFF2-40B4-BE49-F238E27FC236}">
                <a16:creationId xmlns:a16="http://schemas.microsoft.com/office/drawing/2014/main" id="{ABD071D6-5CB6-5E89-180D-15031C69C5E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5815" y="4228727"/>
            <a:ext cx="360795" cy="360795"/>
          </a:xfrm>
          <a:prstGeom prst="rect">
            <a:avLst/>
          </a:prstGeom>
        </p:spPr>
      </p:pic>
      <p:pic>
        <p:nvPicPr>
          <p:cNvPr id="142" name="Grafika 144">
            <a:extLst>
              <a:ext uri="{FF2B5EF4-FFF2-40B4-BE49-F238E27FC236}">
                <a16:creationId xmlns:a16="http://schemas.microsoft.com/office/drawing/2014/main" id="{27AC6249-C91E-F60E-6654-B9BEF6A01B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11269" y="4228727"/>
            <a:ext cx="360795" cy="360795"/>
          </a:xfrm>
          <a:prstGeom prst="rect">
            <a:avLst/>
          </a:prstGeom>
        </p:spPr>
      </p:pic>
      <p:pic>
        <p:nvPicPr>
          <p:cNvPr id="143" name="Grafika 198">
            <a:extLst>
              <a:ext uri="{FF2B5EF4-FFF2-40B4-BE49-F238E27FC236}">
                <a16:creationId xmlns:a16="http://schemas.microsoft.com/office/drawing/2014/main" id="{FF46A7E6-E7BE-A145-C98F-42F20C10DD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06496" y="4228727"/>
            <a:ext cx="360795" cy="360795"/>
          </a:xfrm>
          <a:prstGeom prst="rect">
            <a:avLst/>
          </a:prstGeom>
        </p:spPr>
      </p:pic>
      <p:pic>
        <p:nvPicPr>
          <p:cNvPr id="144" name="Grafika 298">
            <a:extLst>
              <a:ext uri="{FF2B5EF4-FFF2-40B4-BE49-F238E27FC236}">
                <a16:creationId xmlns:a16="http://schemas.microsoft.com/office/drawing/2014/main" id="{0EB73C12-C442-3FD4-BAD1-2B0F91D0502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28764" y="4231210"/>
            <a:ext cx="360795" cy="360795"/>
          </a:xfrm>
          <a:prstGeom prst="rect">
            <a:avLst/>
          </a:prstGeom>
        </p:spPr>
      </p:pic>
      <p:pic>
        <p:nvPicPr>
          <p:cNvPr id="4" name="Grafika 126">
            <a:extLst>
              <a:ext uri="{FF2B5EF4-FFF2-40B4-BE49-F238E27FC236}">
                <a16:creationId xmlns:a16="http://schemas.microsoft.com/office/drawing/2014/main" id="{4792A9E7-03B7-50F5-65A1-FFA1A63933C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0051" y="4203321"/>
            <a:ext cx="414777" cy="4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8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7C8AB9-52F0-45CB-BCDD-A338A924B2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86AD1-BE5E-4FA1-B4C7-0BCE6F6E7425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29E62CD5-DD8C-4220-9991-F0CCD2A225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Key Facts &amp; Figures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2026-01-23T10:47:11Z</dcterms:created>
  <dcterms:modified xsi:type="dcterms:W3CDTF">2026-01-23T10:52:18Z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