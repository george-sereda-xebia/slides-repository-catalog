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
  </p:notesMasterIdLst>
  <p:sldIdLst>
    <p:sldId id="2147481634" r:id="rId5"/>
    <p:sldId id="2147474123" r:id="rId6"/>
    <p:sldId id="2147474125" r:id="rId7"/>
    <p:sldId id="213480522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A59635-BC97-2F4A-845F-8F9971E5F4A4}" v="1" dt="2026-01-26T14:56:41.9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Sereda" userId="S::george.sereda@xebia.com::5e824fc6-3a6a-482b-8597-f9374fb4b421" providerId="AD" clId="Web-{D8731CA0-8074-BDBB-0029-9FD8BE485BB4}"/>
    <pc:docChg chg="addSld delSld">
      <pc:chgData name="George Sereda" userId="S::george.sereda@xebia.com::5e824fc6-3a6a-482b-8597-f9374fb4b421" providerId="AD" clId="Web-{D8731CA0-8074-BDBB-0029-9FD8BE485BB4}" dt="2026-01-22T16:13:06.389" v="1"/>
      <pc:docMkLst>
        <pc:docMk/>
      </pc:docMkLst>
      <pc:sldChg chg="add">
        <pc:chgData name="George Sereda" userId="S::george.sereda@xebia.com::5e824fc6-3a6a-482b-8597-f9374fb4b421" providerId="AD" clId="Web-{D8731CA0-8074-BDBB-0029-9FD8BE485BB4}" dt="2026-01-22T16:13:03.373" v="0"/>
        <pc:sldMkLst>
          <pc:docMk/>
          <pc:sldMk cId="3628039188" sldId="2147481634"/>
        </pc:sldMkLst>
      </pc:sldChg>
      <pc:sldMasterChg chg="addSldLayout">
        <pc:chgData name="George Sereda" userId="S::george.sereda@xebia.com::5e824fc6-3a6a-482b-8597-f9374fb4b421" providerId="AD" clId="Web-{D8731CA0-8074-BDBB-0029-9FD8BE485BB4}" dt="2026-01-22T16:13:03.373" v="0"/>
        <pc:sldMasterMkLst>
          <pc:docMk/>
          <pc:sldMasterMk cId="2460954070" sldId="2147483660"/>
        </pc:sldMasterMkLst>
        <pc:sldLayoutChg chg="add">
          <pc:chgData name="George Sereda" userId="S::george.sereda@xebia.com::5e824fc6-3a6a-482b-8597-f9374fb4b421" providerId="AD" clId="Web-{D8731CA0-8074-BDBB-0029-9FD8BE485BB4}" dt="2026-01-22T16:13:03.373" v="0"/>
          <pc:sldLayoutMkLst>
            <pc:docMk/>
            <pc:sldMasterMk cId="2460954070" sldId="2147483660"/>
            <pc:sldLayoutMk cId="3753670485" sldId="2147483672"/>
          </pc:sldLayoutMkLst>
        </pc:sldLayoutChg>
      </pc:sldMasterChg>
    </pc:docChg>
  </pc:docChgLst>
  <pc:docChgLst>
    <pc:chgData name="George Sereda" userId="S::george.sereda@xebia.com::5e824fc6-3a6a-482b-8597-f9374fb4b421" providerId="AD" clId="Web-{FB5D93F6-48BE-CF46-B8C5-23E9987AF172}"/>
    <pc:docChg chg="addSld">
      <pc:chgData name="George Sereda" userId="S::george.sereda@xebia.com::5e824fc6-3a6a-482b-8597-f9374fb4b421" providerId="AD" clId="Web-{FB5D93F6-48BE-CF46-B8C5-23E9987AF172}" dt="2026-01-23T10:20:32.592" v="1"/>
      <pc:docMkLst>
        <pc:docMk/>
      </pc:docMkLst>
      <pc:sldChg chg="add">
        <pc:chgData name="George Sereda" userId="S::george.sereda@xebia.com::5e824fc6-3a6a-482b-8597-f9374fb4b421" providerId="AD" clId="Web-{FB5D93F6-48BE-CF46-B8C5-23E9987AF172}" dt="2026-01-23T10:20:27.060" v="0"/>
        <pc:sldMkLst>
          <pc:docMk/>
          <pc:sldMk cId="1178941293" sldId="2147474123"/>
        </pc:sldMkLst>
      </pc:sldChg>
      <pc:sldChg chg="add">
        <pc:chgData name="George Sereda" userId="S::george.sereda@xebia.com::5e824fc6-3a6a-482b-8597-f9374fb4b421" providerId="AD" clId="Web-{FB5D93F6-48BE-CF46-B8C5-23E9987AF172}" dt="2026-01-23T10:20:32.592" v="1"/>
        <pc:sldMkLst>
          <pc:docMk/>
          <pc:sldMk cId="173589691" sldId="2147474125"/>
        </pc:sldMkLst>
      </pc:sldChg>
      <pc:sldMasterChg chg="addSldLayout">
        <pc:chgData name="George Sereda" userId="S::george.sereda@xebia.com::5e824fc6-3a6a-482b-8597-f9374fb4b421" providerId="AD" clId="Web-{FB5D93F6-48BE-CF46-B8C5-23E9987AF172}" dt="2026-01-23T10:20:27.060" v="0"/>
        <pc:sldMasterMkLst>
          <pc:docMk/>
          <pc:sldMasterMk cId="2460954070" sldId="2147483660"/>
        </pc:sldMasterMkLst>
        <pc:sldLayoutChg chg="add">
          <pc:chgData name="George Sereda" userId="S::george.sereda@xebia.com::5e824fc6-3a6a-482b-8597-f9374fb4b421" providerId="AD" clId="Web-{FB5D93F6-48BE-CF46-B8C5-23E9987AF172}" dt="2026-01-23T10:20:27.060" v="0"/>
          <pc:sldLayoutMkLst>
            <pc:docMk/>
            <pc:sldMasterMk cId="2460954070" sldId="2147483660"/>
            <pc:sldLayoutMk cId="941295285" sldId="2147483673"/>
          </pc:sldLayoutMkLst>
        </pc:sldLayoutChg>
      </pc:sldMasterChg>
    </pc:docChg>
  </pc:docChgLst>
  <pc:docChgLst>
    <pc:chgData name="Ruben Oostinga" userId="b47da8b3-6910-4561-8b63-58f0576537db" providerId="ADAL" clId="{825260EF-3642-5A43-AA08-CB98603A9663}"/>
    <pc:docChg chg="addSld modSld">
      <pc:chgData name="Ruben Oostinga" userId="b47da8b3-6910-4561-8b63-58f0576537db" providerId="ADAL" clId="{825260EF-3642-5A43-AA08-CB98603A9663}" dt="2026-01-26T14:56:41.924" v="0"/>
      <pc:docMkLst>
        <pc:docMk/>
      </pc:docMkLst>
      <pc:sldChg chg="add">
        <pc:chgData name="Ruben Oostinga" userId="b47da8b3-6910-4561-8b63-58f0576537db" providerId="ADAL" clId="{825260EF-3642-5A43-AA08-CB98603A9663}" dt="2026-01-26T14:56:41.924" v="0"/>
        <pc:sldMkLst>
          <pc:docMk/>
          <pc:sldMk cId="2136525539" sldId="21348052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DEAAB7-C8D7-4A42-8F86-134575E0E025}" type="datetimeFigureOut">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9803FD-E040-47A3-90DA-AE89E27D3E0C}" type="slidenum">
              <a:t>‹#›</a:t>
            </a:fld>
            <a:endParaRPr lang="en-US"/>
          </a:p>
        </p:txBody>
      </p:sp>
    </p:spTree>
    <p:extLst>
      <p:ext uri="{BB962C8B-B14F-4D97-AF65-F5344CB8AC3E}">
        <p14:creationId xmlns:p14="http://schemas.microsoft.com/office/powerpoint/2010/main" val="1039604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Guido</a:t>
            </a:r>
            <a:endParaRPr lang="en-PL"/>
          </a:p>
        </p:txBody>
      </p:sp>
      <p:sp>
        <p:nvSpPr>
          <p:cNvPr id="4" name="Slide Number Placeholder 3"/>
          <p:cNvSpPr>
            <a:spLocks noGrp="1"/>
          </p:cNvSpPr>
          <p:nvPr>
            <p:ph type="sldNum" sz="quarter" idx="5"/>
          </p:nvPr>
        </p:nvSpPr>
        <p:spPr/>
        <p:txBody>
          <a:bodyPr/>
          <a:lstStyle/>
          <a:p>
            <a:fld id="{3F2FC8E8-0CF1-4C81-B018-B9DDE5B5CC7D}" type="slidenum">
              <a:rPr lang="en-US" smtClean="0"/>
              <a:t>2</a:t>
            </a:fld>
            <a:endParaRPr lang="en-US"/>
          </a:p>
        </p:txBody>
      </p:sp>
    </p:spTree>
    <p:extLst>
      <p:ext uri="{BB962C8B-B14F-4D97-AF65-F5344CB8AC3E}">
        <p14:creationId xmlns:p14="http://schemas.microsoft.com/office/powerpoint/2010/main" val="1481192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a:t>Guido</a:t>
            </a:r>
            <a:endParaRPr lang="en-GB"/>
          </a:p>
        </p:txBody>
      </p:sp>
      <p:sp>
        <p:nvSpPr>
          <p:cNvPr id="4" name="Slide Number Placeholder 3"/>
          <p:cNvSpPr>
            <a:spLocks noGrp="1"/>
          </p:cNvSpPr>
          <p:nvPr>
            <p:ph type="sldNum" sz="quarter" idx="5"/>
          </p:nvPr>
        </p:nvSpPr>
        <p:spPr/>
        <p:txBody>
          <a:bodyPr/>
          <a:lstStyle/>
          <a:p>
            <a:fld id="{3F2FC8E8-0CF1-4C81-B018-B9DDE5B5CC7D}" type="slidenum">
              <a:rPr lang="en-US" smtClean="0"/>
              <a:t>3</a:t>
            </a:fld>
            <a:endParaRPr lang="en-US"/>
          </a:p>
        </p:txBody>
      </p:sp>
    </p:spTree>
    <p:extLst>
      <p:ext uri="{BB962C8B-B14F-4D97-AF65-F5344CB8AC3E}">
        <p14:creationId xmlns:p14="http://schemas.microsoft.com/office/powerpoint/2010/main" val="180569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br>
              <a:rPr lang="en-NL"/>
            </a:br>
            <a:endParaRPr lang="en-NL"/>
          </a:p>
        </p:txBody>
      </p:sp>
    </p:spTree>
    <p:extLst>
      <p:ext uri="{BB962C8B-B14F-4D97-AF65-F5344CB8AC3E}">
        <p14:creationId xmlns:p14="http://schemas.microsoft.com/office/powerpoint/2010/main" val="292491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_Light_01_Larg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idx="100" hasCustomPrompt="1"/>
          </p:nvPr>
        </p:nvSpPr>
        <p:spPr>
          <a:xfrm>
            <a:off x="412750" y="4220083"/>
            <a:ext cx="355600" cy="355600"/>
          </a:xfrm>
          <a:prstGeom prst="rect">
            <a:avLst/>
          </a:prstGeom>
          <a:noFill/>
          <a:ln/>
        </p:spPr>
        <p:txBody>
          <a:bodyPr wrap="square" rtlCol="0"/>
          <a:lstStyle>
            <a:lvl1pPr marL="0" indent="0">
              <a:buNone/>
              <a:defRPr lang="en-US" dirty="0"/>
            </a:lvl1pPr>
          </a:lstStyle>
          <a:p>
            <a:pPr marL="0" indent="0">
              <a:buNone/>
            </a:pPr>
            <a:r>
              <a:rPr lang="en-US">
                <a:solidFill>
                  <a:srgbClr val="000000"/>
                </a:solidFill>
              </a:rPr>
              <a:t> </a:t>
            </a:r>
            <a:endParaRPr lang="en-US"/>
          </a:p>
        </p:txBody>
      </p:sp>
      <p:sp>
        <p:nvSpPr>
          <p:cNvPr id="5" name="Text 0"/>
          <p:cNvSpPr>
            <a:spLocks noGrp="1"/>
          </p:cNvSpPr>
          <p:nvPr>
            <p:ph type="body" idx="103" hasCustomPrompt="1"/>
          </p:nvPr>
        </p:nvSpPr>
        <p:spPr>
          <a:xfrm>
            <a:off x="920750" y="4213987"/>
            <a:ext cx="825500" cy="177800"/>
          </a:xfrm>
          <a:prstGeom prst="rect">
            <a:avLst/>
          </a:prstGeom>
          <a:noFill/>
          <a:ln/>
        </p:spPr>
        <p:txBody>
          <a:bodyPr wrap="square" lIns="0" tIns="0" rIns="0" bIns="0" rtlCol="0" anchor="b"/>
          <a:lstStyle>
            <a:lvl1pPr marL="0" indent="0" algn="l">
              <a:lnSpc>
                <a:spcPts val="1400"/>
              </a:lnSpc>
              <a:buNone/>
              <a:defRPr lang="en-US" sz="1050" kern="0" spc="-50" dirty="0">
                <a:solidFill>
                  <a:srgbClr val="000000"/>
                </a:solidFill>
                <a:latin typeface="SuisseIntl-Medium" pitchFamily="34" charset="0"/>
                <a:ea typeface="SuisseIntl-Medium" pitchFamily="34" charset="-122"/>
                <a:cs typeface="SuisseIntl-Medium" pitchFamily="34" charset="-120"/>
              </a:defRPr>
            </a:lvl1pPr>
          </a:lstStyle>
          <a:p>
            <a:pPr marL="0" indent="0" algn="l">
              <a:lnSpc>
                <a:spcPts val="1400"/>
              </a:lnSpc>
              <a:buNone/>
            </a:pPr>
            <a:r>
              <a:rPr lang="en-US" sz="1050" kern="0" spc="-50">
                <a:solidFill>
                  <a:srgbClr val="000000"/>
                </a:solidFill>
                <a:latin typeface="SuisseIntl-Medium" pitchFamily="34" charset="0"/>
                <a:ea typeface="SuisseIntl-Medium" pitchFamily="34" charset="-122"/>
                <a:cs typeface="SuisseIntl-Medium" pitchFamily="34" charset="-120"/>
              </a:rPr>
              <a:t>Robert Smith</a:t>
            </a:r>
            <a:endParaRPr lang="en-US" sz="1050"/>
          </a:p>
        </p:txBody>
      </p:sp>
      <p:sp>
        <p:nvSpPr>
          <p:cNvPr id="6" name="Text 0"/>
          <p:cNvSpPr>
            <a:spLocks noGrp="1"/>
          </p:cNvSpPr>
          <p:nvPr>
            <p:ph type="body" idx="104" hasCustomPrompt="1"/>
          </p:nvPr>
        </p:nvSpPr>
        <p:spPr>
          <a:xfrm>
            <a:off x="920750" y="4423283"/>
            <a:ext cx="1276350" cy="152400"/>
          </a:xfrm>
          <a:prstGeom prst="rect">
            <a:avLst/>
          </a:prstGeom>
          <a:noFill/>
          <a:ln/>
        </p:spPr>
        <p:txBody>
          <a:bodyPr wrap="square" lIns="0" tIns="0" rIns="0" bIns="0" rtlCol="0" anchor="b"/>
          <a:lstStyle>
            <a:lvl1pPr marL="0" indent="0" algn="l">
              <a:lnSpc>
                <a:spcPts val="1200"/>
              </a:lnSpc>
              <a:buNone/>
              <a:defRPr lang="en-US" sz="900" dirty="0">
                <a:solidFill>
                  <a:srgbClr val="6D6D6D"/>
                </a:solidFill>
                <a:latin typeface="Suisse Int'l Regular" pitchFamily="34" charset="0"/>
                <a:ea typeface="Suisse Int'l Regular" pitchFamily="34" charset="-122"/>
                <a:cs typeface="Suisse Int'l Regular" pitchFamily="34" charset="-120"/>
              </a:defRPr>
            </a:lvl1pPr>
          </a:lstStyle>
          <a:p>
            <a:pPr marL="0" indent="0" algn="l">
              <a:lnSpc>
                <a:spcPts val="1200"/>
              </a:lnSpc>
              <a:buNone/>
            </a:pPr>
            <a:r>
              <a:rPr lang="en-US" sz="900">
                <a:solidFill>
                  <a:srgbClr val="6D6D6D"/>
                </a:solidFill>
                <a:latin typeface="Suisse Int'l Regular" pitchFamily="34" charset="0"/>
                <a:ea typeface="Suisse Int'l Regular" pitchFamily="34" charset="-122"/>
                <a:cs typeface="Suisse Int'l Regular" pitchFamily="34" charset="-120"/>
              </a:rPr>
              <a:t>CEO Example Company</a:t>
            </a:r>
            <a:endParaRPr lang="en-US" sz="900"/>
          </a:p>
        </p:txBody>
      </p:sp>
      <p:sp>
        <p:nvSpPr>
          <p:cNvPr id="8" name="Text 0"/>
          <p:cNvSpPr>
            <a:spLocks noGrp="1"/>
          </p:cNvSpPr>
          <p:nvPr>
            <p:ph type="body" idx="106" hasCustomPrompt="1"/>
          </p:nvPr>
        </p:nvSpPr>
        <p:spPr>
          <a:xfrm>
            <a:off x="406400" y="374650"/>
            <a:ext cx="184150" cy="177800"/>
          </a:xfrm>
          <a:prstGeom prst="rect">
            <a:avLst/>
          </a:prstGeom>
          <a:noFill/>
          <a:ln/>
        </p:spPr>
        <p:txBody>
          <a:bodyPr wrap="square" lIns="0" tIns="0" rIns="0" bIns="0" rtlCol="0" anchor="t"/>
          <a:lstStyle>
            <a:lvl1pPr marL="0" indent="0" algn="l">
              <a:lnSpc>
                <a:spcPts val="1400"/>
              </a:lnSpc>
              <a:buNone/>
              <a:defRPr lang="en-US" sz="1050" kern="0" spc="-50" dirty="0">
                <a:solidFill>
                  <a:srgbClr val="000000"/>
                </a:solidFill>
                <a:latin typeface="Suisse Int'l Regular" pitchFamily="34" charset="0"/>
                <a:ea typeface="Suisse Int'l Regular" pitchFamily="34" charset="-122"/>
                <a:cs typeface="Suisse Int'l Regular" pitchFamily="34" charset="-120"/>
              </a:defRPr>
            </a:lvl1pPr>
          </a:lstStyle>
          <a:p>
            <a:pPr marL="0" indent="0" algn="l">
              <a:lnSpc>
                <a:spcPts val="1400"/>
              </a:lnSpc>
              <a:buNone/>
            </a:pPr>
            <a:r>
              <a:rPr lang="en-US" sz="1050" kern="0" spc="-50">
                <a:solidFill>
                  <a:srgbClr val="000000"/>
                </a:solidFill>
                <a:latin typeface="Suisse Int'l Regular" pitchFamily="34" charset="0"/>
                <a:ea typeface="Suisse Int'l Regular" pitchFamily="34" charset="-122"/>
                <a:cs typeface="Suisse Int'l Regular" pitchFamily="34" charset="-120"/>
              </a:rPr>
              <a:t>00</a:t>
            </a:r>
            <a:endParaRPr lang="en-US" sz="1050"/>
          </a:p>
        </p:txBody>
      </p:sp>
      <p:sp>
        <p:nvSpPr>
          <p:cNvPr id="9" name="Text 0"/>
          <p:cNvSpPr>
            <a:spLocks noGrp="1"/>
          </p:cNvSpPr>
          <p:nvPr>
            <p:ph type="body" idx="107" hasCustomPrompt="1"/>
          </p:nvPr>
        </p:nvSpPr>
        <p:spPr>
          <a:xfrm>
            <a:off x="1092200" y="374650"/>
            <a:ext cx="742950" cy="177800"/>
          </a:xfrm>
          <a:prstGeom prst="rect">
            <a:avLst/>
          </a:prstGeom>
          <a:noFill/>
          <a:ln/>
        </p:spPr>
        <p:txBody>
          <a:bodyPr wrap="square" lIns="0" tIns="0" rIns="0" bIns="0" rtlCol="0" anchor="t"/>
          <a:lstStyle>
            <a:lvl1pPr marL="0" indent="0" algn="l">
              <a:lnSpc>
                <a:spcPts val="1400"/>
              </a:lnSpc>
              <a:buNone/>
              <a:defRPr lang="en-US" sz="1050" kern="0" spc="-50" dirty="0">
                <a:solidFill>
                  <a:srgbClr val="000000"/>
                </a:solidFill>
                <a:latin typeface="Suisse Int'l Regular" pitchFamily="34" charset="0"/>
                <a:ea typeface="Suisse Int'l Regular" pitchFamily="34" charset="-122"/>
                <a:cs typeface="Suisse Int'l Regular" pitchFamily="34" charset="-120"/>
              </a:defRPr>
            </a:lvl1pPr>
          </a:lstStyle>
          <a:p>
            <a:pPr marL="0" indent="0" algn="l">
              <a:lnSpc>
                <a:spcPts val="1400"/>
              </a:lnSpc>
              <a:buNone/>
            </a:pPr>
            <a:r>
              <a:rPr lang="en-US" sz="1050" kern="0" spc="-50">
                <a:solidFill>
                  <a:srgbClr val="000000"/>
                </a:solidFill>
                <a:latin typeface="Suisse Int'l Regular" pitchFamily="34" charset="0"/>
                <a:ea typeface="Suisse Int'l Regular" pitchFamily="34" charset="-122"/>
                <a:cs typeface="Suisse Int'l Regular" pitchFamily="34" charset="-120"/>
              </a:rPr>
              <a:t>Section title</a:t>
            </a:r>
            <a:endParaRPr lang="en-US" sz="1050"/>
          </a:p>
        </p:txBody>
      </p:sp>
      <p:sp>
        <p:nvSpPr>
          <p:cNvPr id="10" name="Text 0"/>
          <p:cNvSpPr>
            <a:spLocks noGrp="1"/>
          </p:cNvSpPr>
          <p:nvPr>
            <p:ph type="body" idx="108" hasCustomPrompt="1"/>
          </p:nvPr>
        </p:nvSpPr>
        <p:spPr>
          <a:xfrm>
            <a:off x="2286000" y="374650"/>
            <a:ext cx="793750" cy="177800"/>
          </a:xfrm>
          <a:prstGeom prst="rect">
            <a:avLst/>
          </a:prstGeom>
          <a:noFill/>
          <a:ln/>
        </p:spPr>
        <p:txBody>
          <a:bodyPr wrap="square" lIns="0" tIns="0" rIns="0" bIns="0" rtlCol="0" anchor="t"/>
          <a:lstStyle>
            <a:lvl1pPr marL="0" indent="0" algn="l">
              <a:lnSpc>
                <a:spcPts val="1400"/>
              </a:lnSpc>
              <a:buNone/>
              <a:defRPr lang="en-US" sz="1050" kern="0" spc="-50" dirty="0">
                <a:solidFill>
                  <a:srgbClr val="000000"/>
                </a:solidFill>
                <a:latin typeface="Suisse Int'l Regular" pitchFamily="34" charset="0"/>
                <a:ea typeface="Suisse Int'l Regular" pitchFamily="34" charset="-122"/>
                <a:cs typeface="Suisse Int'l Regular" pitchFamily="34" charset="-120"/>
              </a:defRPr>
            </a:lvl1pPr>
          </a:lstStyle>
          <a:p>
            <a:pPr marL="0" indent="0" algn="l">
              <a:lnSpc>
                <a:spcPts val="1400"/>
              </a:lnSpc>
              <a:buNone/>
            </a:pPr>
            <a:r>
              <a:rPr lang="en-US" sz="1050" kern="0" spc="-50">
                <a:solidFill>
                  <a:srgbClr val="000000"/>
                </a:solidFill>
                <a:latin typeface="Suisse Int'l Regular" pitchFamily="34" charset="0"/>
                <a:ea typeface="Suisse Int'l Regular" pitchFamily="34" charset="-122"/>
                <a:cs typeface="Suisse Int'l Regular" pitchFamily="34" charset="-120"/>
              </a:rPr>
              <a:t>Optional text</a:t>
            </a:r>
            <a:endParaRPr lang="en-US" sz="1050"/>
          </a:p>
        </p:txBody>
      </p:sp>
      <p:pic>
        <p:nvPicPr>
          <p:cNvPr id="11" name="Line 14" descr="preencoded.png">
            <a:extLst>
              <a:ext uri="{FF2B5EF4-FFF2-40B4-BE49-F238E27FC236}">
                <a16:creationId xmlns:a16="http://schemas.microsoft.com/office/drawing/2014/main" id="{D8723769-4C90-A9F9-AFAF-C8875E0CFB55}"/>
              </a:ext>
            </a:extLst>
          </p:cNvPr>
          <p:cNvPicPr preferRelativeResize="0">
            <a:picLocks/>
          </p:cNvPicPr>
          <p:nvPr userDrawn="1"/>
        </p:nvPicPr>
        <p:blipFill>
          <a:blip r:embed="rId2"/>
          <a:srcRect/>
          <a:stretch/>
        </p:blipFill>
        <p:spPr>
          <a:xfrm>
            <a:off x="406400" y="698500"/>
            <a:ext cx="11379200" cy="2400"/>
          </a:xfrm>
          <a:prstGeom prst="rect">
            <a:avLst/>
          </a:prstGeom>
        </p:spPr>
      </p:pic>
      <p:pic>
        <p:nvPicPr>
          <p:cNvPr id="12" name="Xebia" descr="preencoded.png">
            <a:extLst>
              <a:ext uri="{FF2B5EF4-FFF2-40B4-BE49-F238E27FC236}">
                <a16:creationId xmlns:a16="http://schemas.microsoft.com/office/drawing/2014/main" id="{097C9BD7-274D-A422-E137-AA25578B059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1112500" y="292100"/>
            <a:ext cx="673101" cy="215900"/>
          </a:xfrm>
          <a:prstGeom prst="rect">
            <a:avLst/>
          </a:prstGeom>
        </p:spPr>
      </p:pic>
      <p:sp>
        <p:nvSpPr>
          <p:cNvPr id="15" name="Marcador de texto 14">
            <a:extLst>
              <a:ext uri="{FF2B5EF4-FFF2-40B4-BE49-F238E27FC236}">
                <a16:creationId xmlns:a16="http://schemas.microsoft.com/office/drawing/2014/main" id="{14F76D35-1C31-CB8E-31D9-9E238636F2AD}"/>
              </a:ext>
            </a:extLst>
          </p:cNvPr>
          <p:cNvSpPr>
            <a:spLocks noGrp="1"/>
          </p:cNvSpPr>
          <p:nvPr>
            <p:ph type="body" sz="quarter" idx="109" hasCustomPrompt="1"/>
          </p:nvPr>
        </p:nvSpPr>
        <p:spPr>
          <a:xfrm>
            <a:off x="346499" y="5046165"/>
            <a:ext cx="9685443" cy="1581972"/>
          </a:xfrm>
          <a:prstGeom prst="rect">
            <a:avLst/>
          </a:prstGeom>
        </p:spPr>
        <p:txBody>
          <a:bodyPr wrap="square" anchor="b" anchorCtr="0">
            <a:spAutoFit/>
          </a:bodyPr>
          <a:lstStyle>
            <a:lvl1pPr marL="0" indent="0">
              <a:lnSpc>
                <a:spcPct val="80000"/>
              </a:lnSpc>
              <a:buNone/>
              <a:defRPr sz="4000" spc="-100">
                <a:latin typeface="Suisse Int'l" panose="020B0504000000000000" pitchFamily="34" charset="77"/>
              </a:defRPr>
            </a:lvl1pPr>
            <a:lvl2pPr marL="304815" indent="0">
              <a:lnSpc>
                <a:spcPct val="80000"/>
              </a:lnSpc>
              <a:buNone/>
              <a:defRPr sz="4000" spc="-100">
                <a:latin typeface="Suisse Int'l" panose="020B0504000000000000" pitchFamily="34" charset="77"/>
              </a:defRPr>
            </a:lvl2pPr>
            <a:lvl3pPr marL="609630" indent="0">
              <a:lnSpc>
                <a:spcPct val="80000"/>
              </a:lnSpc>
              <a:buNone/>
              <a:defRPr sz="4000" spc="-100">
                <a:latin typeface="Suisse Int'l" panose="020B0504000000000000" pitchFamily="34" charset="77"/>
              </a:defRPr>
            </a:lvl3pPr>
            <a:lvl4pPr marL="914446" indent="0">
              <a:lnSpc>
                <a:spcPct val="80000"/>
              </a:lnSpc>
              <a:buNone/>
              <a:defRPr sz="4000" spc="-100">
                <a:latin typeface="Suisse Int'l" panose="020B0504000000000000" pitchFamily="34" charset="77"/>
              </a:defRPr>
            </a:lvl4pPr>
            <a:lvl5pPr marL="1219261" indent="0">
              <a:lnSpc>
                <a:spcPct val="80000"/>
              </a:lnSpc>
              <a:buNone/>
              <a:defRPr sz="4000" spc="-100">
                <a:latin typeface="Suisse Int'l" panose="020B0504000000000000" pitchFamily="34" charset="77"/>
              </a:defRPr>
            </a:lvl5pPr>
          </a:lstStyle>
          <a:p>
            <a:pPr lvl="0"/>
            <a:r>
              <a:rPr lang="es-ES"/>
              <a:t>“</a:t>
            </a:r>
            <a:r>
              <a:rPr lang="es-ES" err="1"/>
              <a:t>We</a:t>
            </a:r>
            <a:r>
              <a:rPr lang="es-ES"/>
              <a:t> </a:t>
            </a:r>
            <a:r>
              <a:rPr lang="es-ES" err="1"/>
              <a:t>see</a:t>
            </a:r>
            <a:r>
              <a:rPr lang="es-ES"/>
              <a:t> </a:t>
            </a:r>
            <a:r>
              <a:rPr lang="es-ES" err="1"/>
              <a:t>the</a:t>
            </a:r>
            <a:r>
              <a:rPr lang="es-ES"/>
              <a:t> </a:t>
            </a:r>
            <a:r>
              <a:rPr lang="es-ES" err="1"/>
              <a:t>evolution</a:t>
            </a:r>
            <a:r>
              <a:rPr lang="es-ES"/>
              <a:t> </a:t>
            </a:r>
            <a:r>
              <a:rPr lang="es-ES" err="1"/>
              <a:t>of</a:t>
            </a:r>
            <a:r>
              <a:rPr lang="es-ES"/>
              <a:t> IT </a:t>
            </a:r>
            <a:r>
              <a:rPr lang="es-ES" err="1"/>
              <a:t>services</a:t>
            </a:r>
            <a:r>
              <a:rPr lang="es-ES"/>
              <a:t> </a:t>
            </a:r>
            <a:r>
              <a:rPr lang="es-ES" err="1"/>
              <a:t>continuing</a:t>
            </a:r>
            <a:r>
              <a:rPr lang="es-ES"/>
              <a:t> </a:t>
            </a:r>
            <a:r>
              <a:rPr lang="es-ES" err="1"/>
              <a:t>to</a:t>
            </a:r>
            <a:r>
              <a:rPr lang="es-ES"/>
              <a:t> </a:t>
            </a:r>
            <a:r>
              <a:rPr lang="es-ES" err="1"/>
              <a:t>underpin</a:t>
            </a:r>
            <a:r>
              <a:rPr lang="es-ES"/>
              <a:t> </a:t>
            </a:r>
            <a:r>
              <a:rPr lang="es-ES" err="1"/>
              <a:t>technology</a:t>
            </a:r>
            <a:r>
              <a:rPr lang="es-ES"/>
              <a:t> and </a:t>
            </a:r>
            <a:r>
              <a:rPr lang="es-ES" err="1"/>
              <a:t>people</a:t>
            </a:r>
            <a:r>
              <a:rPr lang="es-ES"/>
              <a:t> </a:t>
            </a:r>
            <a:r>
              <a:rPr lang="es-ES" err="1"/>
              <a:t>transformation</a:t>
            </a:r>
            <a:r>
              <a:rPr lang="es-ES"/>
              <a:t>”</a:t>
            </a:r>
          </a:p>
        </p:txBody>
      </p:sp>
    </p:spTree>
    <p:extLst>
      <p:ext uri="{BB962C8B-B14F-4D97-AF65-F5344CB8AC3E}">
        <p14:creationId xmlns:p14="http://schemas.microsoft.com/office/powerpoint/2010/main" val="3753670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g en Tekst #4">
    <p:spTree>
      <p:nvGrpSpPr>
        <p:cNvPr id="1" name=""/>
        <p:cNvGrpSpPr/>
        <p:nvPr/>
      </p:nvGrpSpPr>
      <p:grpSpPr>
        <a:xfrm>
          <a:off x="0" y="0"/>
          <a:ext cx="0" cy="0"/>
          <a:chOff x="0" y="0"/>
          <a:chExt cx="0" cy="0"/>
        </a:xfrm>
      </p:grpSpPr>
      <p:sp>
        <p:nvSpPr>
          <p:cNvPr id="5" name="Tekstvak 4"/>
          <p:cNvSpPr txBox="1"/>
          <p:nvPr userDrawn="1"/>
        </p:nvSpPr>
        <p:spPr>
          <a:xfrm>
            <a:off x="-10750" y="-662296"/>
            <a:ext cx="12192000" cy="461665"/>
          </a:xfrm>
          <a:prstGeom prst="rect">
            <a:avLst/>
          </a:prstGeom>
          <a:noFill/>
        </p:spPr>
        <p:txBody>
          <a:bodyPr wrap="square" rtlCol="0">
            <a:spAutoFit/>
          </a:bodyPr>
          <a:lstStyle/>
          <a:p>
            <a:pPr algn="ctr"/>
            <a:r>
              <a:rPr lang="nl-NL" sz="2400" b="0" spc="50" baseline="0">
                <a:solidFill>
                  <a:schemeClr val="accent2"/>
                </a:solidFill>
                <a:latin typeface="+mj-lt"/>
                <a:cs typeface="Calibri" panose="020F0502020204030204" pitchFamily="34" charset="0"/>
              </a:rPr>
              <a:t>Empty </a:t>
            </a:r>
            <a:r>
              <a:rPr lang="nl-NL" sz="2400" b="0" spc="50" baseline="0" err="1">
                <a:solidFill>
                  <a:schemeClr val="accent2"/>
                </a:solidFill>
                <a:latin typeface="+mj-lt"/>
                <a:cs typeface="Calibri" panose="020F0502020204030204" pitchFamily="34" charset="0"/>
              </a:rPr>
              <a:t>and</a:t>
            </a:r>
            <a:r>
              <a:rPr lang="nl-NL" sz="2400" b="0" spc="50" baseline="0">
                <a:solidFill>
                  <a:schemeClr val="accent2"/>
                </a:solidFill>
                <a:latin typeface="+mj-lt"/>
                <a:cs typeface="Calibri" panose="020F0502020204030204" pitchFamily="34" charset="0"/>
              </a:rPr>
              <a:t> </a:t>
            </a:r>
            <a:r>
              <a:rPr lang="nl-NL" sz="2400" b="0" spc="50" baseline="0" err="1">
                <a:solidFill>
                  <a:schemeClr val="accent2"/>
                </a:solidFill>
                <a:latin typeface="+mj-lt"/>
                <a:cs typeface="Calibri" panose="020F0502020204030204" pitchFamily="34" charset="0"/>
              </a:rPr>
              <a:t>Text</a:t>
            </a:r>
            <a:endParaRPr lang="nl-NL" sz="2400" b="0" spc="50" baseline="0">
              <a:solidFill>
                <a:schemeClr val="accent2"/>
              </a:solidFill>
              <a:latin typeface="+mj-lt"/>
              <a:cs typeface="Calibri" panose="020F0502020204030204" pitchFamily="34" charset="0"/>
            </a:endParaRPr>
          </a:p>
        </p:txBody>
      </p:sp>
      <p:sp>
        <p:nvSpPr>
          <p:cNvPr id="3" name="Titel 2">
            <a:extLst>
              <a:ext uri="{FF2B5EF4-FFF2-40B4-BE49-F238E27FC236}">
                <a16:creationId xmlns:a16="http://schemas.microsoft.com/office/drawing/2014/main" id="{9C75EC70-7F42-4BDA-A7A4-1B42B53FCE8E}"/>
              </a:ext>
            </a:extLst>
          </p:cNvPr>
          <p:cNvSpPr>
            <a:spLocks noGrp="1"/>
          </p:cNvSpPr>
          <p:nvPr>
            <p:ph type="title" hasCustomPrompt="1"/>
          </p:nvPr>
        </p:nvSpPr>
        <p:spPr>
          <a:xfrm>
            <a:off x="7642523" y="2167854"/>
            <a:ext cx="3981201" cy="895483"/>
          </a:xfrm>
        </p:spPr>
        <p:txBody>
          <a:bodyPr/>
          <a:lstStyle>
            <a:lvl1pPr>
              <a:defRPr/>
            </a:lvl1pPr>
          </a:lstStyle>
          <a:p>
            <a:r>
              <a:rPr lang="en-US"/>
              <a:t>Place a title here</a:t>
            </a:r>
            <a:br>
              <a:rPr lang="en-US"/>
            </a:br>
            <a:r>
              <a:rPr lang="en-US"/>
              <a:t>max. 2 lines</a:t>
            </a:r>
            <a:endParaRPr lang="nl-NL"/>
          </a:p>
        </p:txBody>
      </p:sp>
      <p:sp>
        <p:nvSpPr>
          <p:cNvPr id="11" name="Tijdelijke aanduiding voor verticale tekst 2">
            <a:extLst>
              <a:ext uri="{FF2B5EF4-FFF2-40B4-BE49-F238E27FC236}">
                <a16:creationId xmlns:a16="http://schemas.microsoft.com/office/drawing/2014/main" id="{CE8AE620-2669-4529-8FE0-78AF4273828C}"/>
              </a:ext>
            </a:extLst>
          </p:cNvPr>
          <p:cNvSpPr>
            <a:spLocks noGrp="1"/>
          </p:cNvSpPr>
          <p:nvPr>
            <p:ph type="body" orient="vert" idx="1" hasCustomPrompt="1"/>
          </p:nvPr>
        </p:nvSpPr>
        <p:spPr>
          <a:xfrm>
            <a:off x="7642523" y="3264526"/>
            <a:ext cx="3981195" cy="1097297"/>
          </a:xfrm>
        </p:spPr>
        <p:txBody>
          <a:bodyPr vert="horz" lIns="0" tIns="0" rIns="0" bIns="0"/>
          <a:lstStyle>
            <a:lvl1pPr marL="0" indent="0">
              <a:spcAft>
                <a:spcPts val="0"/>
              </a:spcAft>
              <a:buNone/>
              <a:defRPr sz="1400" b="0">
                <a:solidFill>
                  <a:schemeClr val="accent2"/>
                </a:solidFill>
                <a:latin typeface="+mn-lt"/>
              </a:defRPr>
            </a:lvl1pPr>
            <a:lvl2pPr>
              <a:defRPr/>
            </a:lvl2pPr>
            <a:lvl3pPr>
              <a:defRPr/>
            </a:lvl3pPr>
            <a:lvl4pPr>
              <a:defRPr/>
            </a:lvl4pPr>
            <a:lvl5pPr>
              <a:defRPr/>
            </a:lvl5pPr>
            <a:lvl6pPr>
              <a:defRPr/>
            </a:lvl6pPr>
            <a:lvl7pPr>
              <a:defRPr/>
            </a:lvl7pPr>
            <a:lvl8pPr>
              <a:defRPr/>
            </a:lvl8pPr>
            <a:lvl9pPr>
              <a:defRPr/>
            </a:lvl9pPr>
          </a:lstStyle>
          <a:p>
            <a:pPr lvl="0"/>
            <a:r>
              <a:rPr lang="nl-NL"/>
              <a:t>Subtitle</a:t>
            </a:r>
          </a:p>
        </p:txBody>
      </p:sp>
      <p:sp>
        <p:nvSpPr>
          <p:cNvPr id="6" name="Graphic 31">
            <a:extLst>
              <a:ext uri="{FF2B5EF4-FFF2-40B4-BE49-F238E27FC236}">
                <a16:creationId xmlns:a16="http://schemas.microsoft.com/office/drawing/2014/main" id="{0FCFF012-86BF-453E-8E25-107BA431D653}"/>
              </a:ext>
            </a:extLst>
          </p:cNvPr>
          <p:cNvSpPr>
            <a:spLocks noChangeAspect="1"/>
          </p:cNvSpPr>
          <p:nvPr userDrawn="1"/>
        </p:nvSpPr>
        <p:spPr>
          <a:xfrm flipH="1" flipV="1">
            <a:off x="1165322" y="-1"/>
            <a:ext cx="5568692"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sp>
        <p:nvSpPr>
          <p:cNvPr id="7" name="Graphic 34">
            <a:extLst>
              <a:ext uri="{FF2B5EF4-FFF2-40B4-BE49-F238E27FC236}">
                <a16:creationId xmlns:a16="http://schemas.microsoft.com/office/drawing/2014/main" id="{1757A37A-C00F-4F99-9EED-5825EDFFCFFD}"/>
              </a:ext>
            </a:extLst>
          </p:cNvPr>
          <p:cNvSpPr>
            <a:spLocks noChangeAspect="1"/>
          </p:cNvSpPr>
          <p:nvPr userDrawn="1"/>
        </p:nvSpPr>
        <p:spPr>
          <a:xfrm flipH="1" flipV="1">
            <a:off x="4771604" y="-1"/>
            <a:ext cx="1962409" cy="6858295"/>
          </a:xfrm>
          <a:custGeom>
            <a:avLst/>
            <a:gdLst>
              <a:gd name="connsiteX0" fmla="*/ 5860 w 2434661"/>
              <a:gd name="connsiteY0" fmla="*/ 3586871 h 7563811"/>
              <a:gd name="connsiteX1" fmla="*/ 750252 w 2434661"/>
              <a:gd name="connsiteY1" fmla="*/ 7563812 h 7563811"/>
              <a:gd name="connsiteX2" fmla="*/ 2434662 w 2434661"/>
              <a:gd name="connsiteY2" fmla="*/ 7563812 h 7563811"/>
              <a:gd name="connsiteX3" fmla="*/ 2378769 w 2434661"/>
              <a:gd name="connsiteY3" fmla="*/ 7098777 h 7563811"/>
              <a:gd name="connsiteX4" fmla="*/ 1137692 w 2434661"/>
              <a:gd name="connsiteY4" fmla="*/ 3609741 h 7563811"/>
              <a:gd name="connsiteX5" fmla="*/ 1163098 w 2434661"/>
              <a:gd name="connsiteY5" fmla="*/ 0 h 7563811"/>
              <a:gd name="connsiteX6" fmla="*/ 893795 w 2434661"/>
              <a:gd name="connsiteY6" fmla="*/ 0 h 7563811"/>
              <a:gd name="connsiteX7" fmla="*/ 5860 w 2434661"/>
              <a:gd name="connsiteY7" fmla="*/ 3586871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4661" h="7563811">
                <a:moveTo>
                  <a:pt x="5860" y="3586871"/>
                </a:moveTo>
                <a:cubicBezTo>
                  <a:pt x="-81790" y="5059483"/>
                  <a:pt x="844254" y="6156000"/>
                  <a:pt x="750252" y="7563812"/>
                </a:cubicBezTo>
                <a:lnTo>
                  <a:pt x="2434662" y="7563812"/>
                </a:lnTo>
                <a:cubicBezTo>
                  <a:pt x="2427040" y="7407530"/>
                  <a:pt x="2407986" y="7251247"/>
                  <a:pt x="2378769" y="7098777"/>
                </a:cubicBezTo>
                <a:cubicBezTo>
                  <a:pt x="2156468" y="5923483"/>
                  <a:pt x="1311722" y="4928612"/>
                  <a:pt x="1137692" y="3609741"/>
                </a:cubicBezTo>
                <a:cubicBezTo>
                  <a:pt x="990338" y="2477647"/>
                  <a:pt x="1333318" y="1102871"/>
                  <a:pt x="1163098" y="0"/>
                </a:cubicBezTo>
                <a:lnTo>
                  <a:pt x="893795" y="0"/>
                </a:lnTo>
                <a:cubicBezTo>
                  <a:pt x="1117367" y="1877930"/>
                  <a:pt x="89700" y="2181600"/>
                  <a:pt x="5860" y="3586871"/>
                </a:cubicBezTo>
                <a:close/>
              </a:path>
            </a:pathLst>
          </a:custGeom>
          <a:solidFill>
            <a:srgbClr val="4A1E47"/>
          </a:solidFill>
          <a:ln w="12692" cap="flat">
            <a:noFill/>
            <a:prstDash val="solid"/>
            <a:miter/>
          </a:ln>
        </p:spPr>
        <p:txBody>
          <a:bodyPr rtlCol="0" anchor="ctr"/>
          <a:lstStyle/>
          <a:p>
            <a:endParaRPr lang="nl-NL" sz="1633"/>
          </a:p>
        </p:txBody>
      </p:sp>
      <p:sp>
        <p:nvSpPr>
          <p:cNvPr id="8" name="Graphic 31">
            <a:extLst>
              <a:ext uri="{FF2B5EF4-FFF2-40B4-BE49-F238E27FC236}">
                <a16:creationId xmlns:a16="http://schemas.microsoft.com/office/drawing/2014/main" id="{A7606077-A3EF-4A86-8BC7-EB75B73C49E5}"/>
              </a:ext>
            </a:extLst>
          </p:cNvPr>
          <p:cNvSpPr>
            <a:spLocks noChangeAspect="1"/>
          </p:cNvSpPr>
          <p:nvPr userDrawn="1"/>
        </p:nvSpPr>
        <p:spPr>
          <a:xfrm flipH="1" flipV="1">
            <a:off x="0" y="-2"/>
            <a:ext cx="4678554" cy="6858295"/>
          </a:xfrm>
          <a:custGeom>
            <a:avLst/>
            <a:gdLst>
              <a:gd name="connsiteX0" fmla="*/ 892481 w 5315644"/>
              <a:gd name="connsiteY0" fmla="*/ 0 h 7563811"/>
              <a:gd name="connsiteX1" fmla="*/ 5816 w 5315644"/>
              <a:gd name="connsiteY1" fmla="*/ 3571624 h 7563811"/>
              <a:gd name="connsiteX2" fmla="*/ 747667 w 5315644"/>
              <a:gd name="connsiteY2" fmla="*/ 7563812 h 7563811"/>
              <a:gd name="connsiteX3" fmla="*/ 5315644 w 5315644"/>
              <a:gd name="connsiteY3" fmla="*/ 7563812 h 7563811"/>
              <a:gd name="connsiteX4" fmla="*/ 5315644 w 5315644"/>
              <a:gd name="connsiteY4" fmla="*/ 0 h 7563811"/>
              <a:gd name="connsiteX5" fmla="*/ 892481 w 5315644"/>
              <a:gd name="connsiteY5" fmla="*/ 0 h 7563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5644" h="7563811">
                <a:moveTo>
                  <a:pt x="892481" y="0"/>
                </a:moveTo>
                <a:cubicBezTo>
                  <a:pt x="1110972" y="1866494"/>
                  <a:pt x="88385" y="2171435"/>
                  <a:pt x="5816" y="3571624"/>
                </a:cubicBezTo>
                <a:cubicBezTo>
                  <a:pt x="-81834" y="5049318"/>
                  <a:pt x="851832" y="6147106"/>
                  <a:pt x="747667" y="7563812"/>
                </a:cubicBezTo>
                <a:lnTo>
                  <a:pt x="5315644" y="7563812"/>
                </a:lnTo>
                <a:lnTo>
                  <a:pt x="5315644" y="0"/>
                </a:lnTo>
                <a:lnTo>
                  <a:pt x="892481" y="0"/>
                </a:lnTo>
                <a:close/>
              </a:path>
            </a:pathLst>
          </a:custGeom>
          <a:solidFill>
            <a:srgbClr val="6C1D5F"/>
          </a:solidFill>
          <a:ln w="12692" cap="flat">
            <a:noFill/>
            <a:prstDash val="solid"/>
            <a:miter/>
          </a:ln>
        </p:spPr>
        <p:txBody>
          <a:bodyPr rtlCol="0" anchor="ctr"/>
          <a:lstStyle/>
          <a:p>
            <a:endParaRPr lang="nl-NL" sz="1633"/>
          </a:p>
        </p:txBody>
      </p:sp>
      <p:grpSp>
        <p:nvGrpSpPr>
          <p:cNvPr id="9" name="INSTRUCTION">
            <a:extLst>
              <a:ext uri="{FF2B5EF4-FFF2-40B4-BE49-F238E27FC236}">
                <a16:creationId xmlns:a16="http://schemas.microsoft.com/office/drawing/2014/main" id="{0B7773C1-A4FC-4D93-9B54-7FAE3C4C63FB}"/>
              </a:ext>
            </a:extLst>
          </p:cNvPr>
          <p:cNvGrpSpPr/>
          <p:nvPr userDrawn="1"/>
        </p:nvGrpSpPr>
        <p:grpSpPr>
          <a:xfrm>
            <a:off x="-3786437" y="0"/>
            <a:ext cx="3693386" cy="5359349"/>
            <a:chOff x="-3786437" y="0"/>
            <a:chExt cx="3693386" cy="5359349"/>
          </a:xfrm>
        </p:grpSpPr>
        <p:sp>
          <p:nvSpPr>
            <p:cNvPr id="10" name="Rechthoek 329">
              <a:extLst>
                <a:ext uri="{FF2B5EF4-FFF2-40B4-BE49-F238E27FC236}">
                  <a16:creationId xmlns:a16="http://schemas.microsoft.com/office/drawing/2014/main" id="{5089D9F8-6583-4CB3-9DD2-97EB3367F682}"/>
                </a:ext>
              </a:extLst>
            </p:cNvPr>
            <p:cNvSpPr/>
            <p:nvPr userDrawn="1"/>
          </p:nvSpPr>
          <p:spPr>
            <a:xfrm>
              <a:off x="-3786165" y="0"/>
              <a:ext cx="3593091" cy="4641338"/>
            </a:xfrm>
            <a:prstGeom prst="rect">
              <a:avLst/>
            </a:prstGeom>
            <a:solidFill>
              <a:srgbClr val="FFFFFF"/>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en-GB" sz="1400" b="1" cap="all" baseline="0" noProof="0">
                  <a:solidFill>
                    <a:schemeClr val="accent1"/>
                  </a:solidFill>
                  <a:latin typeface="Calibri" panose="020F0502020204030204" pitchFamily="34" charset="0"/>
                  <a:cs typeface="Calibri" panose="020F0502020204030204" pitchFamily="34" charset="0"/>
                </a:rPr>
                <a:t>Choosing text levels</a:t>
              </a:r>
            </a:p>
          </p:txBody>
        </p:sp>
        <p:sp>
          <p:nvSpPr>
            <p:cNvPr id="12" name="Ovaal 317">
              <a:extLst>
                <a:ext uri="{FF2B5EF4-FFF2-40B4-BE49-F238E27FC236}">
                  <a16:creationId xmlns:a16="http://schemas.microsoft.com/office/drawing/2014/main" id="{A3415B92-F240-418F-B26A-BD0FAD5844CE}"/>
                </a:ext>
              </a:extLst>
            </p:cNvPr>
            <p:cNvSpPr/>
            <p:nvPr userDrawn="1"/>
          </p:nvSpPr>
          <p:spPr>
            <a:xfrm>
              <a:off x="-3604183" y="183748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1</a:t>
              </a:r>
            </a:p>
          </p:txBody>
        </p:sp>
        <p:sp>
          <p:nvSpPr>
            <p:cNvPr id="13" name="Rechthoek 319">
              <a:extLst>
                <a:ext uri="{FF2B5EF4-FFF2-40B4-BE49-F238E27FC236}">
                  <a16:creationId xmlns:a16="http://schemas.microsoft.com/office/drawing/2014/main" id="{796CC49F-D2BE-4D6A-BC20-1AE8E3FF8BCA}"/>
                </a:ext>
              </a:extLst>
            </p:cNvPr>
            <p:cNvSpPr/>
            <p:nvPr userDrawn="1"/>
          </p:nvSpPr>
          <p:spPr>
            <a:xfrm>
              <a:off x="-3319415" y="1837484"/>
              <a:ext cx="2949220" cy="180000"/>
            </a:xfrm>
            <a:prstGeom prst="rect">
              <a:avLst/>
            </a:prstGeom>
            <a:noFill/>
            <a:ln w="25400" cap="flat" cmpd="sng" algn="ctr">
              <a:noFill/>
              <a:prstDash val="solid"/>
            </a:ln>
            <a:effectLst/>
          </p:spPr>
          <p:txBody>
            <a:bodyPr lIns="0" tIns="0" rIns="0" bIns="0" rtlCol="0" anchor="ctr"/>
            <a:lstStyle/>
            <a:p>
              <a:pPr marL="177800" marR="0" lvl="0" indent="-177800" defTabSz="914400" eaLnBrk="1" fontAlgn="auto" latinLnBrk="0" hangingPunct="1">
                <a:lnSpc>
                  <a:spcPct val="100000"/>
                </a:lnSpc>
                <a:spcBef>
                  <a:spcPts val="600"/>
                </a:spcBef>
                <a:spcAft>
                  <a:spcPts val="600"/>
                </a:spcAft>
                <a:buClr>
                  <a:schemeClr val="accent1"/>
                </a:buClr>
                <a:buSzTx/>
                <a:buFont typeface="Arial" panose="020B0604020202020204" pitchFamily="34" charset="0"/>
                <a:buChar char="•"/>
                <a:tabLst/>
                <a:defRPr/>
              </a:pPr>
              <a:r>
                <a:rPr kumimoji="0" lang="en-GB" sz="1200" b="0" i="0" u="none" strike="noStrike" kern="0" cap="none" spc="0" normalizeH="0" baseline="0" noProof="0">
                  <a:ln>
                    <a:noFill/>
                  </a:ln>
                  <a:solidFill>
                    <a:schemeClr val="accent2"/>
                  </a:solidFill>
                  <a:effectLst/>
                  <a:uLnTx/>
                  <a:uFillTx/>
                  <a:latin typeface="Calibri" panose="020F0502020204030204" pitchFamily="34" charset="0"/>
                  <a:cs typeface="Calibri" panose="020F0502020204030204" pitchFamily="34" charset="0"/>
                </a:rPr>
                <a:t>Bullet</a:t>
              </a:r>
            </a:p>
          </p:txBody>
        </p:sp>
        <p:sp>
          <p:nvSpPr>
            <p:cNvPr id="14" name="Ovaal 320">
              <a:extLst>
                <a:ext uri="{FF2B5EF4-FFF2-40B4-BE49-F238E27FC236}">
                  <a16:creationId xmlns:a16="http://schemas.microsoft.com/office/drawing/2014/main" id="{99824B2A-A617-42BD-A35F-BBBDAE6A2ACB}"/>
                </a:ext>
              </a:extLst>
            </p:cNvPr>
            <p:cNvSpPr/>
            <p:nvPr userDrawn="1"/>
          </p:nvSpPr>
          <p:spPr>
            <a:xfrm>
              <a:off x="-3604183" y="212876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2</a:t>
              </a:r>
            </a:p>
          </p:txBody>
        </p:sp>
        <p:sp>
          <p:nvSpPr>
            <p:cNvPr id="15" name="Rechthoek 328">
              <a:extLst>
                <a:ext uri="{FF2B5EF4-FFF2-40B4-BE49-F238E27FC236}">
                  <a16:creationId xmlns:a16="http://schemas.microsoft.com/office/drawing/2014/main" id="{5D2A43F1-DF71-46EA-B821-46A629A747B5}"/>
                </a:ext>
              </a:extLst>
            </p:cNvPr>
            <p:cNvSpPr/>
            <p:nvPr userDrawn="1"/>
          </p:nvSpPr>
          <p:spPr>
            <a:xfrm>
              <a:off x="-3604183" y="1196113"/>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Under the tab </a:t>
              </a:r>
              <a:r>
                <a:rPr kumimoji="0" lang="en-GB"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‘Home’</a:t>
              </a:r>
              <a:r>
                <a:rPr kumimoji="0" lang="en-GB"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use the </a:t>
              </a:r>
              <a:r>
                <a:rPr kumimoji="0" lang="en-GB" sz="1200" b="1"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list level-buttons</a:t>
              </a:r>
              <a:r>
                <a:rPr kumimoji="0" lang="en-GB"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 to choose a text level. </a:t>
              </a:r>
              <a:br>
                <a:rPr kumimoji="0" lang="en-GB"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br>
              <a:r>
                <a:rPr kumimoji="0" lang="en-GB" sz="1200" b="0" i="0" u="none" strike="noStrike" kern="0" cap="none" spc="0" normalizeH="0" baseline="0" noProof="0">
                  <a:ln>
                    <a:noFill/>
                  </a:ln>
                  <a:solidFill>
                    <a:srgbClr val="000000"/>
                  </a:solidFill>
                  <a:effectLst/>
                  <a:uLnTx/>
                  <a:uFillTx/>
                  <a:latin typeface="Calibri" panose="020F0502020204030204" pitchFamily="34" charset="0"/>
                  <a:cs typeface="Calibri" panose="020F0502020204030204" pitchFamily="34" charset="0"/>
                </a:rPr>
                <a:t>Choose from:</a:t>
              </a:r>
            </a:p>
          </p:txBody>
        </p:sp>
        <p:sp>
          <p:nvSpPr>
            <p:cNvPr id="16" name="Rechthoek 180">
              <a:extLst>
                <a:ext uri="{FF2B5EF4-FFF2-40B4-BE49-F238E27FC236}">
                  <a16:creationId xmlns:a16="http://schemas.microsoft.com/office/drawing/2014/main" id="{A31C57B9-EA5A-4F17-9B6C-97E9D8FF3DDF}"/>
                </a:ext>
              </a:extLst>
            </p:cNvPr>
            <p:cNvSpPr/>
            <p:nvPr userDrawn="1"/>
          </p:nvSpPr>
          <p:spPr>
            <a:xfrm>
              <a:off x="-3319415" y="2128873"/>
              <a:ext cx="2949220" cy="180000"/>
            </a:xfrm>
            <a:prstGeom prst="rect">
              <a:avLst/>
            </a:prstGeom>
            <a:noFill/>
            <a:ln w="25400" cap="flat" cmpd="sng" algn="ctr">
              <a:noFill/>
              <a:prstDash val="solid"/>
            </a:ln>
            <a:effectLst/>
          </p:spPr>
          <p:txBody>
            <a:bodyPr lIns="0" tIns="0" rIns="0" bIns="0" rtlCol="0" anchor="ctr"/>
            <a:lstStyle/>
            <a:p>
              <a:pPr marL="361950" marR="0" lvl="0" indent="-184150" defTabSz="914400" eaLnBrk="1" fontAlgn="auto" latinLnBrk="0" hangingPunct="1">
                <a:lnSpc>
                  <a:spcPct val="100000"/>
                </a:lnSpc>
                <a:spcBef>
                  <a:spcPts val="600"/>
                </a:spcBef>
                <a:spcAft>
                  <a:spcPts val="600"/>
                </a:spcAft>
                <a:buClr>
                  <a:schemeClr val="accent2"/>
                </a:buClr>
                <a:buSzTx/>
                <a:buFont typeface="Arial" panose="020B0604020202020204" pitchFamily="34" charset="0"/>
                <a:buChar char="•"/>
                <a:tabLst/>
                <a:defRPr/>
              </a:pPr>
              <a:r>
                <a:rPr kumimoji="0" lang="en-GB" sz="1200" b="0" i="0" u="none" strike="noStrike" kern="0" cap="none" spc="0" normalizeH="0" baseline="0" noProof="0">
                  <a:ln>
                    <a:noFill/>
                  </a:ln>
                  <a:solidFill>
                    <a:schemeClr val="accent2"/>
                  </a:solidFill>
                  <a:effectLst/>
                  <a:uLnTx/>
                  <a:uFillTx/>
                  <a:latin typeface="Calibri" panose="020F0502020204030204" pitchFamily="34" charset="0"/>
                  <a:cs typeface="Calibri" panose="020F0502020204030204" pitchFamily="34" charset="0"/>
                </a:rPr>
                <a:t>Sub-bullet #1</a:t>
              </a:r>
            </a:p>
          </p:txBody>
        </p:sp>
        <p:sp>
          <p:nvSpPr>
            <p:cNvPr id="17" name="Ovaal 182">
              <a:extLst>
                <a:ext uri="{FF2B5EF4-FFF2-40B4-BE49-F238E27FC236}">
                  <a16:creationId xmlns:a16="http://schemas.microsoft.com/office/drawing/2014/main" id="{915142DB-9196-421D-87B7-B2A5E1FBA0A7}"/>
                </a:ext>
              </a:extLst>
            </p:cNvPr>
            <p:cNvSpPr/>
            <p:nvPr userDrawn="1"/>
          </p:nvSpPr>
          <p:spPr>
            <a:xfrm>
              <a:off x="-3604183" y="242005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3</a:t>
              </a:r>
            </a:p>
          </p:txBody>
        </p:sp>
        <p:sp>
          <p:nvSpPr>
            <p:cNvPr id="18" name="Rechthoek 183">
              <a:extLst>
                <a:ext uri="{FF2B5EF4-FFF2-40B4-BE49-F238E27FC236}">
                  <a16:creationId xmlns:a16="http://schemas.microsoft.com/office/drawing/2014/main" id="{79BF0CC6-AC68-42C8-AD94-24E631CA7D4B}"/>
                </a:ext>
              </a:extLst>
            </p:cNvPr>
            <p:cNvSpPr/>
            <p:nvPr userDrawn="1"/>
          </p:nvSpPr>
          <p:spPr>
            <a:xfrm>
              <a:off x="-3319415" y="2420262"/>
              <a:ext cx="2949220" cy="180000"/>
            </a:xfrm>
            <a:prstGeom prst="rect">
              <a:avLst/>
            </a:prstGeom>
            <a:noFill/>
            <a:ln w="25400" cap="flat" cmpd="sng" algn="ctr">
              <a:noFill/>
              <a:prstDash val="solid"/>
            </a:ln>
            <a:effectLst/>
          </p:spPr>
          <p:txBody>
            <a:bodyPr lIns="0" tIns="0" rIns="0" bIns="0" rtlCol="0" anchor="ctr"/>
            <a:lstStyle/>
            <a:p>
              <a:pPr marL="539750" marR="0" lvl="0" indent="-177800" defTabSz="914400" eaLnBrk="1" fontAlgn="auto" latinLnBrk="0" hangingPunct="1">
                <a:lnSpc>
                  <a:spcPct val="100000"/>
                </a:lnSpc>
                <a:spcBef>
                  <a:spcPts val="600"/>
                </a:spcBef>
                <a:spcAft>
                  <a:spcPts val="600"/>
                </a:spcAft>
                <a:buClr>
                  <a:schemeClr val="accent1"/>
                </a:buClr>
                <a:buSzTx/>
                <a:buFont typeface="Calibri" panose="020F0502020204030204" pitchFamily="34" charset="0"/>
                <a:buChar char="–"/>
                <a:tabLst/>
                <a:defRPr/>
              </a:pPr>
              <a:r>
                <a:rPr kumimoji="0" lang="en-GB" sz="1200" b="0" i="0" u="none" strike="noStrike" kern="0" cap="none" spc="0" normalizeH="0" baseline="0" noProof="0">
                  <a:ln>
                    <a:noFill/>
                  </a:ln>
                  <a:solidFill>
                    <a:schemeClr val="accent2"/>
                  </a:solidFill>
                  <a:effectLst/>
                  <a:uLnTx/>
                  <a:uFillTx/>
                  <a:latin typeface="Calibri" panose="020F0502020204030204" pitchFamily="34" charset="0"/>
                  <a:cs typeface="Calibri" panose="020F0502020204030204" pitchFamily="34" charset="0"/>
                </a:rPr>
                <a:t>Sub-bullet #2</a:t>
              </a:r>
            </a:p>
          </p:txBody>
        </p:sp>
        <p:sp>
          <p:nvSpPr>
            <p:cNvPr id="19" name="Ovaal 185">
              <a:extLst>
                <a:ext uri="{FF2B5EF4-FFF2-40B4-BE49-F238E27FC236}">
                  <a16:creationId xmlns:a16="http://schemas.microsoft.com/office/drawing/2014/main" id="{56F615EE-A245-4217-B579-16C4D02D0BC7}"/>
                </a:ext>
              </a:extLst>
            </p:cNvPr>
            <p:cNvSpPr/>
            <p:nvPr userDrawn="1"/>
          </p:nvSpPr>
          <p:spPr>
            <a:xfrm>
              <a:off x="-3604183" y="2711336"/>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4</a:t>
              </a:r>
            </a:p>
          </p:txBody>
        </p:sp>
        <p:sp>
          <p:nvSpPr>
            <p:cNvPr id="20" name="Rechthoek 186">
              <a:extLst>
                <a:ext uri="{FF2B5EF4-FFF2-40B4-BE49-F238E27FC236}">
                  <a16:creationId xmlns:a16="http://schemas.microsoft.com/office/drawing/2014/main" id="{49A7042C-FA69-4E0B-86B6-8A0C38E50E37}"/>
                </a:ext>
              </a:extLst>
            </p:cNvPr>
            <p:cNvSpPr/>
            <p:nvPr userDrawn="1"/>
          </p:nvSpPr>
          <p:spPr>
            <a:xfrm>
              <a:off x="-3319415" y="2711651"/>
              <a:ext cx="2949220" cy="180000"/>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100000"/>
                </a:lnSpc>
                <a:spcBef>
                  <a:spcPts val="600"/>
                </a:spcBef>
                <a:spcAft>
                  <a:spcPts val="600"/>
                </a:spcAft>
                <a:buClr>
                  <a:schemeClr val="accent1"/>
                </a:buClr>
                <a:buSzTx/>
                <a:buFont typeface="Arial" panose="020B0604020202020204" pitchFamily="34" charset="0"/>
                <a:buNone/>
                <a:tabLst/>
                <a:defRPr/>
              </a:pPr>
              <a:r>
                <a:rPr kumimoji="0" lang="en-GB" sz="1200" b="0" i="0" u="none" strike="noStrike" kern="0" cap="none" spc="0" normalizeH="0" baseline="0" noProof="0">
                  <a:ln>
                    <a:noFill/>
                  </a:ln>
                  <a:solidFill>
                    <a:schemeClr val="accent2"/>
                  </a:solidFill>
                  <a:effectLst/>
                  <a:uLnTx/>
                  <a:uFillTx/>
                  <a:latin typeface="Calibri" panose="020F0502020204030204" pitchFamily="34" charset="0"/>
                  <a:cs typeface="Calibri" panose="020F0502020204030204" pitchFamily="34" charset="0"/>
                </a:rPr>
                <a:t>Plain text</a:t>
              </a:r>
            </a:p>
          </p:txBody>
        </p:sp>
        <p:sp>
          <p:nvSpPr>
            <p:cNvPr id="21" name="Ovaal 188">
              <a:extLst>
                <a:ext uri="{FF2B5EF4-FFF2-40B4-BE49-F238E27FC236}">
                  <a16:creationId xmlns:a16="http://schemas.microsoft.com/office/drawing/2014/main" id="{BFAF01B4-25A0-48F0-AD94-7A08C9A70738}"/>
                </a:ext>
              </a:extLst>
            </p:cNvPr>
            <p:cNvSpPr/>
            <p:nvPr userDrawn="1"/>
          </p:nvSpPr>
          <p:spPr>
            <a:xfrm>
              <a:off x="-3604183" y="3002620"/>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5</a:t>
              </a:r>
            </a:p>
          </p:txBody>
        </p:sp>
        <p:sp>
          <p:nvSpPr>
            <p:cNvPr id="22" name="Rechthoek 189">
              <a:extLst>
                <a:ext uri="{FF2B5EF4-FFF2-40B4-BE49-F238E27FC236}">
                  <a16:creationId xmlns:a16="http://schemas.microsoft.com/office/drawing/2014/main" id="{FADFB51C-9245-4030-B4FD-2608394F1884}"/>
                </a:ext>
              </a:extLst>
            </p:cNvPr>
            <p:cNvSpPr/>
            <p:nvPr userDrawn="1"/>
          </p:nvSpPr>
          <p:spPr>
            <a:xfrm>
              <a:off x="-3319415" y="3003040"/>
              <a:ext cx="2949220" cy="180000"/>
            </a:xfrm>
            <a:prstGeom prst="rect">
              <a:avLst/>
            </a:prstGeom>
            <a:noFill/>
            <a:ln w="25400" cap="flat" cmpd="sng" algn="ctr">
              <a:noFill/>
              <a:prstDash val="solid"/>
            </a:ln>
            <a:effectLst/>
          </p:spPr>
          <p:txBody>
            <a:bodyPr lIns="0" tIns="0" rIns="0" bIns="0" rtlCol="0" anchor="ctr"/>
            <a:lstStyle/>
            <a:p>
              <a:pPr marL="0" marR="0" lvl="3" indent="0" algn="l" defTabSz="719138"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a:pPr>
              <a:r>
                <a:rPr lang="en-GB" sz="1800" b="0" kern="1200" cap="none" spc="0" baseline="0" noProof="0">
                  <a:solidFill>
                    <a:schemeClr val="accent2"/>
                  </a:solidFill>
                  <a:latin typeface="+mn-lt"/>
                  <a:ea typeface="Source Sans Pro" panose="020B0503030403020204" pitchFamily="34" charset="0"/>
                  <a:cs typeface="Calibri" panose="020F0502020204030204" pitchFamily="34" charset="0"/>
                </a:rPr>
                <a:t>Heading #1</a:t>
              </a:r>
            </a:p>
          </p:txBody>
        </p:sp>
        <p:sp>
          <p:nvSpPr>
            <p:cNvPr id="23" name="Ovaal 191">
              <a:extLst>
                <a:ext uri="{FF2B5EF4-FFF2-40B4-BE49-F238E27FC236}">
                  <a16:creationId xmlns:a16="http://schemas.microsoft.com/office/drawing/2014/main" id="{D9636462-2C41-48BF-B68D-12127F6299C2}"/>
                </a:ext>
              </a:extLst>
            </p:cNvPr>
            <p:cNvSpPr/>
            <p:nvPr userDrawn="1"/>
          </p:nvSpPr>
          <p:spPr>
            <a:xfrm>
              <a:off x="-3604183" y="329390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6</a:t>
              </a:r>
            </a:p>
          </p:txBody>
        </p:sp>
        <p:sp>
          <p:nvSpPr>
            <p:cNvPr id="24" name="Rechthoek 192">
              <a:extLst>
                <a:ext uri="{FF2B5EF4-FFF2-40B4-BE49-F238E27FC236}">
                  <a16:creationId xmlns:a16="http://schemas.microsoft.com/office/drawing/2014/main" id="{0C90AC86-7295-4231-AC03-021B40731600}"/>
                </a:ext>
              </a:extLst>
            </p:cNvPr>
            <p:cNvSpPr/>
            <p:nvPr userDrawn="1"/>
          </p:nvSpPr>
          <p:spPr>
            <a:xfrm>
              <a:off x="-3319415" y="3585818"/>
              <a:ext cx="2949220" cy="180000"/>
            </a:xfrm>
            <a:prstGeom prst="rect">
              <a:avLst/>
            </a:prstGeom>
            <a:noFill/>
            <a:ln w="25400" cap="flat" cmpd="sng" algn="ctr">
              <a:noFill/>
              <a:prstDash val="solid"/>
            </a:ln>
            <a:effectLst/>
          </p:spPr>
          <p:txBody>
            <a:bodyPr lIns="0" tIns="0" rIns="0" bIns="0" rtlCol="0" anchor="ctr"/>
            <a:lstStyle/>
            <a:p>
              <a:pPr marL="266700" marR="0" lvl="0" indent="-266700" defTabSz="914400" eaLnBrk="1" fontAlgn="auto" latinLnBrk="0" hangingPunct="1">
                <a:lnSpc>
                  <a:spcPct val="100000"/>
                </a:lnSpc>
                <a:spcBef>
                  <a:spcPts val="600"/>
                </a:spcBef>
                <a:spcAft>
                  <a:spcPts val="600"/>
                </a:spcAft>
                <a:buClr>
                  <a:schemeClr val="accent1"/>
                </a:buClr>
                <a:buSzTx/>
                <a:buFont typeface="+mj-lt"/>
                <a:buAutoNum type="arabicPeriod"/>
                <a:tabLst/>
                <a:defRPr/>
              </a:pPr>
              <a:r>
                <a:rPr kumimoji="0" lang="en-GB" sz="1200" b="0" i="0" u="none" strike="noStrike" kern="0" cap="none" spc="0" normalizeH="0" baseline="0" noProof="0">
                  <a:ln>
                    <a:noFill/>
                  </a:ln>
                  <a:solidFill>
                    <a:schemeClr val="accent2"/>
                  </a:solidFill>
                  <a:effectLst/>
                  <a:uLnTx/>
                  <a:uFillTx/>
                  <a:latin typeface="Calibri" panose="020F0502020204030204" pitchFamily="34" charset="0"/>
                  <a:cs typeface="Calibri" panose="020F0502020204030204" pitchFamily="34" charset="0"/>
                </a:rPr>
                <a:t>Alphabetic bullet</a:t>
              </a:r>
            </a:p>
          </p:txBody>
        </p:sp>
        <p:sp>
          <p:nvSpPr>
            <p:cNvPr id="25" name="Ovaal 195">
              <a:extLst>
                <a:ext uri="{FF2B5EF4-FFF2-40B4-BE49-F238E27FC236}">
                  <a16:creationId xmlns:a16="http://schemas.microsoft.com/office/drawing/2014/main" id="{C91AA046-3422-4D8D-B4DE-908C3712726D}"/>
                </a:ext>
              </a:extLst>
            </p:cNvPr>
            <p:cNvSpPr/>
            <p:nvPr userDrawn="1"/>
          </p:nvSpPr>
          <p:spPr>
            <a:xfrm>
              <a:off x="-3604183" y="3585188"/>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7</a:t>
              </a:r>
            </a:p>
          </p:txBody>
        </p:sp>
        <p:sp>
          <p:nvSpPr>
            <p:cNvPr id="26" name="Rechthoek 196">
              <a:extLst>
                <a:ext uri="{FF2B5EF4-FFF2-40B4-BE49-F238E27FC236}">
                  <a16:creationId xmlns:a16="http://schemas.microsoft.com/office/drawing/2014/main" id="{305F57C9-0FCB-4B9F-B7AB-CBE66A3DA239}"/>
                </a:ext>
              </a:extLst>
            </p:cNvPr>
            <p:cNvSpPr/>
            <p:nvPr userDrawn="1"/>
          </p:nvSpPr>
          <p:spPr>
            <a:xfrm>
              <a:off x="-3325830" y="3877207"/>
              <a:ext cx="2949220" cy="180000"/>
            </a:xfrm>
            <a:prstGeom prst="rect">
              <a:avLst/>
            </a:prstGeom>
            <a:noFill/>
            <a:ln w="25400" cap="flat" cmpd="sng" algn="ctr">
              <a:noFill/>
              <a:prstDash val="solid"/>
            </a:ln>
            <a:effectLst/>
          </p:spPr>
          <p:txBody>
            <a:bodyPr lIns="0" tIns="0" rIns="0" bIns="0" rtlCol="0" anchor="ctr"/>
            <a:lstStyle/>
            <a:p>
              <a:pPr marL="0" marR="0" lvl="7" indent="0" algn="l" defTabSz="914400" rtl="0" eaLnBrk="1" fontAlgn="auto" latinLnBrk="0" hangingPunct="1">
                <a:lnSpc>
                  <a:spcPct val="90000"/>
                </a:lnSpc>
                <a:spcBef>
                  <a:spcPts val="0"/>
                </a:spcBef>
                <a:spcAft>
                  <a:spcPts val="1200"/>
                </a:spcAft>
                <a:buClrTx/>
                <a:buSzTx/>
                <a:buFont typeface="Arial" panose="020B0604020202020204" pitchFamily="34" charset="0"/>
                <a:buNone/>
                <a:tabLst/>
                <a:defRPr/>
              </a:pPr>
              <a:r>
                <a:rPr kumimoji="0" lang="nl-NL" sz="1400" b="0" i="1" u="none" strike="noStrike" kern="1200" cap="none" spc="0" normalizeH="0" baseline="0" noProof="0">
                  <a:ln>
                    <a:noFill/>
                  </a:ln>
                  <a:solidFill>
                    <a:srgbClr val="5A5A5A"/>
                  </a:solidFill>
                  <a:effectLst/>
                  <a:uLnTx/>
                  <a:uFillTx/>
                  <a:latin typeface="Source Sans Pro ExtraLight" panose="020B0604020202020204" pitchFamily="34" charset="0"/>
                  <a:ea typeface="+mn-ea"/>
                  <a:cs typeface="+mn-cs"/>
                </a:rPr>
                <a:t>Cursive</a:t>
              </a:r>
            </a:p>
          </p:txBody>
        </p:sp>
        <p:sp>
          <p:nvSpPr>
            <p:cNvPr id="27" name="Ovaal 197">
              <a:extLst>
                <a:ext uri="{FF2B5EF4-FFF2-40B4-BE49-F238E27FC236}">
                  <a16:creationId xmlns:a16="http://schemas.microsoft.com/office/drawing/2014/main" id="{FA31DBB1-74F0-4C81-AD86-9968115D9199}"/>
                </a:ext>
              </a:extLst>
            </p:cNvPr>
            <p:cNvSpPr/>
            <p:nvPr userDrawn="1"/>
          </p:nvSpPr>
          <p:spPr>
            <a:xfrm>
              <a:off x="-3604183" y="3876472"/>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8</a:t>
              </a:r>
            </a:p>
          </p:txBody>
        </p:sp>
        <p:sp>
          <p:nvSpPr>
            <p:cNvPr id="28" name="Rechthoek 198">
              <a:extLst>
                <a:ext uri="{FF2B5EF4-FFF2-40B4-BE49-F238E27FC236}">
                  <a16:creationId xmlns:a16="http://schemas.microsoft.com/office/drawing/2014/main" id="{4429F488-7EF1-4AB7-AA20-8FC6E64C83CC}"/>
                </a:ext>
              </a:extLst>
            </p:cNvPr>
            <p:cNvSpPr/>
            <p:nvPr userDrawn="1"/>
          </p:nvSpPr>
          <p:spPr>
            <a:xfrm>
              <a:off x="-3319415" y="4168594"/>
              <a:ext cx="2949220" cy="180000"/>
            </a:xfrm>
            <a:prstGeom prst="rect">
              <a:avLst/>
            </a:prstGeom>
            <a:noFill/>
            <a:ln w="25400" cap="flat" cmpd="sng" algn="ctr">
              <a:noFill/>
              <a:prstDash val="solid"/>
            </a:ln>
            <a:effectLst/>
          </p:spPr>
          <p:txBody>
            <a:bodyPr lIns="0" tIns="0" rIns="0" bIns="0" rtlCol="0" anchor="ctr"/>
            <a:lstStyle/>
            <a:p>
              <a:pPr marL="0" marR="0" lvl="8" indent="0" algn="l" defTabSz="914400" rtl="0" eaLnBrk="1" fontAlgn="auto" latinLnBrk="0" hangingPunct="1">
                <a:lnSpc>
                  <a:spcPct val="90000"/>
                </a:lnSpc>
                <a:spcBef>
                  <a:spcPts val="0"/>
                </a:spcBef>
                <a:spcAft>
                  <a:spcPts val="1200"/>
                </a:spcAft>
                <a:buClr>
                  <a:schemeClr val="tx1"/>
                </a:buClr>
                <a:buSzTx/>
                <a:buFont typeface="Arial" panose="020B0604020202020204" pitchFamily="34" charset="0"/>
                <a:buNone/>
                <a:tabLst/>
                <a:defRPr/>
              </a:pPr>
              <a:r>
                <a:rPr lang="en-GB" sz="1600" b="0" kern="1200" spc="0" baseline="0" noProof="0">
                  <a:solidFill>
                    <a:schemeClr val="accent2"/>
                  </a:solidFill>
                  <a:latin typeface="Source Sans Pro" panose="020B0503030403020204" pitchFamily="34" charset="0"/>
                  <a:ea typeface="Source Sans Pro" panose="020B0503030403020204" pitchFamily="34" charset="0"/>
                  <a:cs typeface="+mn-cs"/>
                </a:rPr>
                <a:t>Alt. Subtitle</a:t>
              </a:r>
            </a:p>
          </p:txBody>
        </p:sp>
        <p:sp>
          <p:nvSpPr>
            <p:cNvPr id="29" name="Ovaal 200">
              <a:extLst>
                <a:ext uri="{FF2B5EF4-FFF2-40B4-BE49-F238E27FC236}">
                  <a16:creationId xmlns:a16="http://schemas.microsoft.com/office/drawing/2014/main" id="{40BA9FFD-9242-4642-A612-725F3989D572}"/>
                </a:ext>
              </a:extLst>
            </p:cNvPr>
            <p:cNvSpPr/>
            <p:nvPr userDrawn="1"/>
          </p:nvSpPr>
          <p:spPr>
            <a:xfrm>
              <a:off x="-3604183" y="4168594"/>
              <a:ext cx="180000" cy="180000"/>
            </a:xfrm>
            <a:prstGeom prst="ellipse">
              <a:avLst/>
            </a:prstGeom>
            <a:solidFill>
              <a:schemeClr val="accent1"/>
            </a:solidFill>
            <a:ln w="25400" cap="flat" cmpd="sng" algn="ctr">
              <a:noFill/>
              <a:prstDash val="solid"/>
            </a:ln>
            <a:effectLst/>
          </p:spPr>
          <p:txBody>
            <a:bodyPr wrap="non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9</a:t>
              </a:r>
            </a:p>
          </p:txBody>
        </p:sp>
        <p:sp>
          <p:nvSpPr>
            <p:cNvPr id="30" name="Rechthoek 202">
              <a:extLst>
                <a:ext uri="{FF2B5EF4-FFF2-40B4-BE49-F238E27FC236}">
                  <a16:creationId xmlns:a16="http://schemas.microsoft.com/office/drawing/2014/main" id="{AEA67882-0B67-4B73-A8BA-F2F2772E0EEB}"/>
                </a:ext>
              </a:extLst>
            </p:cNvPr>
            <p:cNvSpPr/>
            <p:nvPr userDrawn="1"/>
          </p:nvSpPr>
          <p:spPr>
            <a:xfrm>
              <a:off x="-3319415" y="3294429"/>
              <a:ext cx="2949220" cy="180000"/>
            </a:xfrm>
            <a:prstGeom prst="rect">
              <a:avLst/>
            </a:prstGeom>
            <a:noFill/>
            <a:ln w="25400" cap="flat" cmpd="sng" algn="ctr">
              <a:noFill/>
              <a:prstDash val="solid"/>
            </a:ln>
            <a:effectLst/>
          </p:spPr>
          <p:txBody>
            <a:bodyPr lIns="0" tIns="0" rIns="0" bIns="0" rtlCol="0" anchor="ctr"/>
            <a:lstStyle/>
            <a:p>
              <a:pPr marL="266700" marR="0" lvl="0" indent="-266700" algn="l" defTabSz="914400" rtl="0" eaLnBrk="1" fontAlgn="auto" latinLnBrk="0" hangingPunct="1">
                <a:lnSpc>
                  <a:spcPct val="100000"/>
                </a:lnSpc>
                <a:spcBef>
                  <a:spcPts val="600"/>
                </a:spcBef>
                <a:spcAft>
                  <a:spcPts val="600"/>
                </a:spcAft>
                <a:buClr>
                  <a:srgbClr val="6C1D5F"/>
                </a:buClr>
                <a:buSzTx/>
                <a:buFont typeface="+mj-lt"/>
                <a:buAutoNum type="arabicPeriod"/>
                <a:tabLst/>
                <a:defRPr/>
              </a:pPr>
              <a:r>
                <a:rPr kumimoji="0" lang="en-GB" sz="1200" b="0" i="0" u="none" strike="noStrike" kern="0" cap="none" spc="0" normalizeH="0" baseline="0" noProof="0">
                  <a:ln>
                    <a:noFill/>
                  </a:ln>
                  <a:solidFill>
                    <a:srgbClr val="5A5A5A"/>
                  </a:solidFill>
                  <a:effectLst/>
                  <a:uLnTx/>
                  <a:uFillTx/>
                  <a:latin typeface="Calibri" panose="020F0502020204030204" pitchFamily="34" charset="0"/>
                  <a:ea typeface="+mn-ea"/>
                  <a:cs typeface="Calibri" panose="020F0502020204030204" pitchFamily="34" charset="0"/>
                </a:rPr>
                <a:t>Numeric bullet</a:t>
              </a:r>
            </a:p>
          </p:txBody>
        </p:sp>
        <p:sp>
          <p:nvSpPr>
            <p:cNvPr id="31" name="Rechthoek 331">
              <a:extLst>
                <a:ext uri="{FF2B5EF4-FFF2-40B4-BE49-F238E27FC236}">
                  <a16:creationId xmlns:a16="http://schemas.microsoft.com/office/drawing/2014/main" id="{A149B058-E7ED-4893-987F-0F34D740292A}"/>
                </a:ext>
              </a:extLst>
            </p:cNvPr>
            <p:cNvSpPr/>
            <p:nvPr userDrawn="1"/>
          </p:nvSpPr>
          <p:spPr>
            <a:xfrm>
              <a:off x="-3786437" y="4531349"/>
              <a:ext cx="3593637" cy="828000"/>
            </a:xfrm>
            <a:prstGeom prst="rect">
              <a:avLst/>
            </a:prstGeom>
            <a:solidFill>
              <a:srgbClr val="ECECEC"/>
            </a:solidFill>
            <a:ln w="6350">
              <a:solidFill>
                <a:srgbClr val="ECECEC"/>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en-GB" sz="1200" b="1" cap="all" baseline="0" noProof="0">
                  <a:solidFill>
                    <a:srgbClr val="211F26"/>
                  </a:solidFill>
                  <a:latin typeface="Calibri" panose="020F0502020204030204" pitchFamily="34" charset="0"/>
                  <a:cs typeface="Calibri" panose="020F0502020204030204" pitchFamily="34" charset="0"/>
                </a:rPr>
                <a:t>Want to know more?</a:t>
              </a:r>
              <a:br>
                <a:rPr lang="en-GB" sz="1200" cap="all" baseline="0" noProof="0">
                  <a:solidFill>
                    <a:srgbClr val="211F26"/>
                  </a:solidFill>
                  <a:latin typeface="Calibri" panose="020F0502020204030204" pitchFamily="34" charset="0"/>
                  <a:cs typeface="Calibri" panose="020F0502020204030204" pitchFamily="34" charset="0"/>
                </a:rPr>
              </a:br>
              <a:r>
                <a:rPr lang="en-GB" sz="1200" cap="none" baseline="0" noProof="0">
                  <a:solidFill>
                    <a:srgbClr val="211F26"/>
                  </a:solidFill>
                  <a:latin typeface="Calibri" panose="020F0502020204030204" pitchFamily="34" charset="0"/>
                  <a:cs typeface="Calibri" panose="020F0502020204030204" pitchFamily="34" charset="0"/>
                </a:rPr>
                <a:t>Go to the instruction slide </a:t>
              </a:r>
              <a:r>
                <a:rPr lang="en-GB" sz="1200" b="1" cap="none" baseline="0" noProof="0">
                  <a:solidFill>
                    <a:srgbClr val="211F26"/>
                  </a:solidFill>
                  <a:latin typeface="Calibri" panose="020F0502020204030204" pitchFamily="34" charset="0"/>
                  <a:cs typeface="Calibri" panose="020F0502020204030204" pitchFamily="34" charset="0"/>
                </a:rPr>
                <a:t>‘VIDEO INSTRUCTIONS’</a:t>
              </a:r>
              <a:r>
                <a:rPr lang="en-GB" sz="1200" cap="none" baseline="0" noProof="0">
                  <a:solidFill>
                    <a:srgbClr val="211F26"/>
                  </a:solidFill>
                  <a:latin typeface="Calibri" panose="020F0502020204030204" pitchFamily="34" charset="0"/>
                  <a:cs typeface="Calibri" panose="020F0502020204030204" pitchFamily="34" charset="0"/>
                </a:rPr>
                <a:t>.</a:t>
              </a:r>
              <a:br>
                <a:rPr lang="en-GB" sz="1200" cap="none" baseline="0" noProof="0">
                  <a:solidFill>
                    <a:srgbClr val="211F26"/>
                  </a:solidFill>
                  <a:latin typeface="Calibri" panose="020F0502020204030204" pitchFamily="34" charset="0"/>
                  <a:cs typeface="Calibri" panose="020F0502020204030204" pitchFamily="34" charset="0"/>
                </a:rPr>
              </a:br>
              <a:r>
                <a:rPr lang="en-GB" sz="1200" cap="none" baseline="0" noProof="0">
                  <a:solidFill>
                    <a:srgbClr val="211F26"/>
                  </a:solidFill>
                  <a:latin typeface="Calibri" panose="020F0502020204030204" pitchFamily="34" charset="0"/>
                  <a:cs typeface="Calibri" panose="020F0502020204030204" pitchFamily="34" charset="0"/>
                </a:rPr>
                <a:t>You’ll find it at the beginning of the presentation</a:t>
              </a:r>
              <a:br>
                <a:rPr lang="en-GB" sz="1200" cap="none" baseline="0" noProof="0">
                  <a:solidFill>
                    <a:srgbClr val="211F26"/>
                  </a:solidFill>
                  <a:latin typeface="Calibri" panose="020F0502020204030204" pitchFamily="34" charset="0"/>
                  <a:cs typeface="Calibri" panose="020F0502020204030204" pitchFamily="34" charset="0"/>
                </a:rPr>
              </a:br>
              <a:r>
                <a:rPr lang="en-GB" sz="1200" cap="none" baseline="0" noProof="0">
                  <a:solidFill>
                    <a:srgbClr val="211F26"/>
                  </a:solidFill>
                  <a:latin typeface="Calibri" panose="020F0502020204030204" pitchFamily="34" charset="0"/>
                  <a:cs typeface="Calibri" panose="020F0502020204030204" pitchFamily="34" charset="0"/>
                </a:rPr>
                <a:t>or insert it via </a:t>
              </a:r>
              <a:r>
                <a:rPr lang="en-GB" sz="1200" i="1" cap="none" baseline="0" noProof="0">
                  <a:solidFill>
                    <a:srgbClr val="211F26"/>
                  </a:solidFill>
                  <a:latin typeface="Calibri" panose="020F0502020204030204" pitchFamily="34" charset="0"/>
                  <a:cs typeface="Calibri" panose="020F0502020204030204" pitchFamily="34" charset="0"/>
                </a:rPr>
                <a:t>‘Home’</a:t>
              </a:r>
              <a:r>
                <a:rPr lang="en-GB" sz="1200" cap="none" baseline="0" noProof="0">
                  <a:solidFill>
                    <a:srgbClr val="211F26"/>
                  </a:solidFill>
                  <a:latin typeface="Calibri" panose="020F0502020204030204" pitchFamily="34" charset="0"/>
                  <a:cs typeface="Calibri" panose="020F0502020204030204" pitchFamily="34" charset="0"/>
                </a:rPr>
                <a:t> &gt; </a:t>
              </a:r>
              <a:r>
                <a:rPr lang="en-GB" sz="1200" i="1" cap="none" baseline="0" noProof="0">
                  <a:solidFill>
                    <a:srgbClr val="211F26"/>
                  </a:solidFill>
                  <a:latin typeface="Calibri" panose="020F0502020204030204" pitchFamily="34" charset="0"/>
                  <a:cs typeface="Calibri" panose="020F0502020204030204" pitchFamily="34" charset="0"/>
                </a:rPr>
                <a:t>‘New Slide’.</a:t>
              </a:r>
            </a:p>
          </p:txBody>
        </p:sp>
        <p:grpSp>
          <p:nvGrpSpPr>
            <p:cNvPr id="32" name="ICOON_info">
              <a:extLst>
                <a:ext uri="{FF2B5EF4-FFF2-40B4-BE49-F238E27FC236}">
                  <a16:creationId xmlns:a16="http://schemas.microsoft.com/office/drawing/2014/main" id="{C46933B7-BF90-4FFD-93DF-686E86D29251}"/>
                </a:ext>
              </a:extLst>
            </p:cNvPr>
            <p:cNvGrpSpPr/>
            <p:nvPr userDrawn="1"/>
          </p:nvGrpSpPr>
          <p:grpSpPr>
            <a:xfrm>
              <a:off x="-376736" y="4400186"/>
              <a:ext cx="283685" cy="283685"/>
              <a:chOff x="-510741" y="5913713"/>
              <a:chExt cx="267555" cy="267555"/>
            </a:xfrm>
          </p:grpSpPr>
          <p:sp>
            <p:nvSpPr>
              <p:cNvPr id="74" name="Ovaal 1">
                <a:extLst>
                  <a:ext uri="{FF2B5EF4-FFF2-40B4-BE49-F238E27FC236}">
                    <a16:creationId xmlns:a16="http://schemas.microsoft.com/office/drawing/2014/main" id="{EB6E46DE-4B51-4AFC-8623-B77B06AE6D85}"/>
                  </a:ext>
                </a:extLst>
              </p:cNvPr>
              <p:cNvSpPr/>
              <p:nvPr userDrawn="1"/>
            </p:nvSpPr>
            <p:spPr>
              <a:xfrm>
                <a:off x="-491853" y="5932072"/>
                <a:ext cx="230835" cy="230835"/>
              </a:xfrm>
              <a:prstGeom prst="ellipse">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en-GB" sz="1600" cap="all" baseline="0" noProof="0">
                  <a:latin typeface="Calibri" panose="020F0502020204030204" pitchFamily="34" charset="0"/>
                  <a:cs typeface="Calibri" panose="020F0502020204030204" pitchFamily="34" charset="0"/>
                </a:endParaRPr>
              </a:p>
            </p:txBody>
          </p:sp>
          <p:sp>
            <p:nvSpPr>
              <p:cNvPr id="75" name="Graphic 163" descr="Informatie">
                <a:extLst>
                  <a:ext uri="{FF2B5EF4-FFF2-40B4-BE49-F238E27FC236}">
                    <a16:creationId xmlns:a16="http://schemas.microsoft.com/office/drawing/2014/main" id="{E16B5DB0-52D6-4452-A931-724B778045A8}"/>
                  </a:ext>
                </a:extLst>
              </p:cNvPr>
              <p:cNvSpPr/>
              <p:nvPr/>
            </p:nvSpPr>
            <p:spPr>
              <a:xfrm>
                <a:off x="-510741" y="5913713"/>
                <a:ext cx="267555" cy="267555"/>
              </a:xfrm>
              <a:custGeom>
                <a:avLst/>
                <a:gdLst>
                  <a:gd name="connsiteX0" fmla="*/ 145860 w 291719"/>
                  <a:gd name="connsiteY0" fmla="*/ 0 h 291719"/>
                  <a:gd name="connsiteX1" fmla="*/ 0 w 291719"/>
                  <a:gd name="connsiteY1" fmla="*/ 145860 h 291719"/>
                  <a:gd name="connsiteX2" fmla="*/ 145860 w 291719"/>
                  <a:gd name="connsiteY2" fmla="*/ 291720 h 291719"/>
                  <a:gd name="connsiteX3" fmla="*/ 291720 w 291719"/>
                  <a:gd name="connsiteY3" fmla="*/ 145860 h 291719"/>
                  <a:gd name="connsiteX4" fmla="*/ 145860 w 291719"/>
                  <a:gd name="connsiteY4" fmla="*/ 0 h 291719"/>
                  <a:gd name="connsiteX5" fmla="*/ 138183 w 291719"/>
                  <a:gd name="connsiteY5" fmla="*/ 38384 h 291719"/>
                  <a:gd name="connsiteX6" fmla="*/ 157375 w 291719"/>
                  <a:gd name="connsiteY6" fmla="*/ 57576 h 291719"/>
                  <a:gd name="connsiteX7" fmla="*/ 138183 w 291719"/>
                  <a:gd name="connsiteY7" fmla="*/ 76768 h 291719"/>
                  <a:gd name="connsiteX8" fmla="*/ 118991 w 291719"/>
                  <a:gd name="connsiteY8" fmla="*/ 57576 h 291719"/>
                  <a:gd name="connsiteX9" fmla="*/ 138183 w 291719"/>
                  <a:gd name="connsiteY9" fmla="*/ 38384 h 291719"/>
                  <a:gd name="connsiteX10" fmla="*/ 184244 w 291719"/>
                  <a:gd name="connsiteY10" fmla="*/ 253336 h 291719"/>
                  <a:gd name="connsiteX11" fmla="*/ 107476 w 291719"/>
                  <a:gd name="connsiteY11" fmla="*/ 253336 h 291719"/>
                  <a:gd name="connsiteX12" fmla="*/ 107476 w 291719"/>
                  <a:gd name="connsiteY12" fmla="*/ 230305 h 291719"/>
                  <a:gd name="connsiteX13" fmla="*/ 134345 w 291719"/>
                  <a:gd name="connsiteY13" fmla="*/ 230305 h 291719"/>
                  <a:gd name="connsiteX14" fmla="*/ 134345 w 291719"/>
                  <a:gd name="connsiteY14" fmla="*/ 115153 h 291719"/>
                  <a:gd name="connsiteX15" fmla="*/ 111314 w 291719"/>
                  <a:gd name="connsiteY15" fmla="*/ 115153 h 291719"/>
                  <a:gd name="connsiteX16" fmla="*/ 111314 w 291719"/>
                  <a:gd name="connsiteY16" fmla="*/ 92122 h 291719"/>
                  <a:gd name="connsiteX17" fmla="*/ 157375 w 291719"/>
                  <a:gd name="connsiteY17" fmla="*/ 92122 h 291719"/>
                  <a:gd name="connsiteX18" fmla="*/ 157375 w 291719"/>
                  <a:gd name="connsiteY18" fmla="*/ 115153 h 291719"/>
                  <a:gd name="connsiteX19" fmla="*/ 157375 w 291719"/>
                  <a:gd name="connsiteY19" fmla="*/ 230305 h 291719"/>
                  <a:gd name="connsiteX20" fmla="*/ 184244 w 291719"/>
                  <a:gd name="connsiteY20" fmla="*/ 230305 h 291719"/>
                  <a:gd name="connsiteX21" fmla="*/ 184244 w 291719"/>
                  <a:gd name="connsiteY21" fmla="*/ 253336 h 291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1719" h="291719">
                    <a:moveTo>
                      <a:pt x="145860" y="0"/>
                    </a:moveTo>
                    <a:cubicBezTo>
                      <a:pt x="65253" y="0"/>
                      <a:pt x="0" y="65253"/>
                      <a:pt x="0" y="145860"/>
                    </a:cubicBezTo>
                    <a:cubicBezTo>
                      <a:pt x="0" y="226467"/>
                      <a:pt x="65253" y="291720"/>
                      <a:pt x="145860" y="291720"/>
                    </a:cubicBezTo>
                    <a:cubicBezTo>
                      <a:pt x="226467" y="291720"/>
                      <a:pt x="291720" y="226467"/>
                      <a:pt x="291720" y="145860"/>
                    </a:cubicBezTo>
                    <a:cubicBezTo>
                      <a:pt x="291720" y="65253"/>
                      <a:pt x="226467" y="0"/>
                      <a:pt x="145860" y="0"/>
                    </a:cubicBezTo>
                    <a:close/>
                    <a:moveTo>
                      <a:pt x="138183" y="38384"/>
                    </a:moveTo>
                    <a:cubicBezTo>
                      <a:pt x="148931" y="38384"/>
                      <a:pt x="157375" y="46829"/>
                      <a:pt x="157375" y="57576"/>
                    </a:cubicBezTo>
                    <a:cubicBezTo>
                      <a:pt x="157375" y="68324"/>
                      <a:pt x="148931" y="76768"/>
                      <a:pt x="138183" y="76768"/>
                    </a:cubicBezTo>
                    <a:cubicBezTo>
                      <a:pt x="127435" y="76768"/>
                      <a:pt x="118991" y="68324"/>
                      <a:pt x="118991" y="57576"/>
                    </a:cubicBezTo>
                    <a:cubicBezTo>
                      <a:pt x="118991" y="46829"/>
                      <a:pt x="127435" y="38384"/>
                      <a:pt x="138183" y="38384"/>
                    </a:cubicBezTo>
                    <a:close/>
                    <a:moveTo>
                      <a:pt x="184244" y="253336"/>
                    </a:moveTo>
                    <a:lnTo>
                      <a:pt x="107476" y="253336"/>
                    </a:lnTo>
                    <a:lnTo>
                      <a:pt x="107476" y="230305"/>
                    </a:lnTo>
                    <a:lnTo>
                      <a:pt x="134345" y="230305"/>
                    </a:lnTo>
                    <a:lnTo>
                      <a:pt x="134345" y="115153"/>
                    </a:lnTo>
                    <a:lnTo>
                      <a:pt x="111314" y="115153"/>
                    </a:lnTo>
                    <a:lnTo>
                      <a:pt x="111314" y="92122"/>
                    </a:lnTo>
                    <a:lnTo>
                      <a:pt x="157375" y="92122"/>
                    </a:lnTo>
                    <a:lnTo>
                      <a:pt x="157375" y="115153"/>
                    </a:lnTo>
                    <a:lnTo>
                      <a:pt x="157375" y="230305"/>
                    </a:lnTo>
                    <a:lnTo>
                      <a:pt x="184244" y="230305"/>
                    </a:lnTo>
                    <a:lnTo>
                      <a:pt x="184244" y="253336"/>
                    </a:lnTo>
                    <a:close/>
                  </a:path>
                </a:pathLst>
              </a:custGeom>
              <a:solidFill>
                <a:srgbClr val="1FF524"/>
              </a:solidFill>
              <a:ln w="3770" cap="flat">
                <a:noFill/>
                <a:prstDash val="solid"/>
                <a:miter/>
              </a:ln>
            </p:spPr>
            <p:txBody>
              <a:bodyPr rtlCol="0" anchor="ctr"/>
              <a:lstStyle/>
              <a:p>
                <a:endParaRPr lang="en-GB" sz="2000" noProof="0">
                  <a:solidFill>
                    <a:srgbClr val="211F26"/>
                  </a:solidFill>
                  <a:latin typeface="Calibri" panose="020F0502020204030204" pitchFamily="34" charset="0"/>
                  <a:cs typeface="Calibri" panose="020F0502020204030204" pitchFamily="34" charset="0"/>
                </a:endParaRPr>
              </a:p>
            </p:txBody>
          </p:sp>
        </p:grpSp>
        <p:grpSp>
          <p:nvGrpSpPr>
            <p:cNvPr id="33" name="VOORBEELD">
              <a:extLst>
                <a:ext uri="{FF2B5EF4-FFF2-40B4-BE49-F238E27FC236}">
                  <a16:creationId xmlns:a16="http://schemas.microsoft.com/office/drawing/2014/main" id="{79028B4D-3CA7-4E33-9CAB-1716C8363D92}"/>
                </a:ext>
              </a:extLst>
            </p:cNvPr>
            <p:cNvGrpSpPr/>
            <p:nvPr userDrawn="1"/>
          </p:nvGrpSpPr>
          <p:grpSpPr>
            <a:xfrm>
              <a:off x="-3605171" y="458674"/>
              <a:ext cx="3234311" cy="558875"/>
              <a:chOff x="-3605171" y="458674"/>
              <a:chExt cx="3234311" cy="558875"/>
            </a:xfrm>
          </p:grpSpPr>
          <p:sp>
            <p:nvSpPr>
              <p:cNvPr id="34" name="Rechthoek 335">
                <a:extLst>
                  <a:ext uri="{FF2B5EF4-FFF2-40B4-BE49-F238E27FC236}">
                    <a16:creationId xmlns:a16="http://schemas.microsoft.com/office/drawing/2014/main" id="{28726F05-E40B-4ACA-BCF5-EFD84A71E5CC}"/>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en-GB" sz="900" b="1" noProof="0">
                    <a:solidFill>
                      <a:srgbClr val="211F26"/>
                    </a:solidFill>
                    <a:latin typeface="Calibri" panose="020F0502020204030204" pitchFamily="34" charset="0"/>
                    <a:cs typeface="Calibri" panose="020F0502020204030204" pitchFamily="34" charset="0"/>
                  </a:rPr>
                  <a:t>Home</a:t>
                </a:r>
              </a:p>
            </p:txBody>
          </p:sp>
          <p:sp>
            <p:nvSpPr>
              <p:cNvPr id="35" name="Rechthoek 337">
                <a:extLst>
                  <a:ext uri="{FF2B5EF4-FFF2-40B4-BE49-F238E27FC236}">
                    <a16:creationId xmlns:a16="http://schemas.microsoft.com/office/drawing/2014/main" id="{1DF6D71B-2DDD-4E41-AC6C-159CED50CCF1}"/>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a:solidFill>
                    <a:srgbClr val="211F26"/>
                  </a:solidFill>
                  <a:latin typeface="Calibri" panose="020F0502020204030204" pitchFamily="34" charset="0"/>
                  <a:cs typeface="Calibri" panose="020F0502020204030204" pitchFamily="34" charset="0"/>
                </a:endParaRPr>
              </a:p>
            </p:txBody>
          </p:sp>
          <p:grpSp>
            <p:nvGrpSpPr>
              <p:cNvPr id="36" name="Groep 230">
                <a:extLst>
                  <a:ext uri="{FF2B5EF4-FFF2-40B4-BE49-F238E27FC236}">
                    <a16:creationId xmlns:a16="http://schemas.microsoft.com/office/drawing/2014/main" id="{027BDAD5-8282-4560-AF6B-4D9A129A13F1}"/>
                  </a:ext>
                </a:extLst>
              </p:cNvPr>
              <p:cNvGrpSpPr/>
              <p:nvPr userDrawn="1"/>
            </p:nvGrpSpPr>
            <p:grpSpPr>
              <a:xfrm>
                <a:off x="-3386247" y="830871"/>
                <a:ext cx="139423" cy="109566"/>
                <a:chOff x="-2866744" y="827071"/>
                <a:chExt cx="168701" cy="132575"/>
              </a:xfrm>
            </p:grpSpPr>
            <p:grpSp>
              <p:nvGrpSpPr>
                <p:cNvPr id="67" name="Groep 232">
                  <a:extLst>
                    <a:ext uri="{FF2B5EF4-FFF2-40B4-BE49-F238E27FC236}">
                      <a16:creationId xmlns:a16="http://schemas.microsoft.com/office/drawing/2014/main" id="{A12674DD-A4A3-4B23-A348-B56DDB2A7C01}"/>
                    </a:ext>
                  </a:extLst>
                </p:cNvPr>
                <p:cNvGrpSpPr/>
                <p:nvPr userDrawn="1"/>
              </p:nvGrpSpPr>
              <p:grpSpPr>
                <a:xfrm>
                  <a:off x="-2866744" y="827071"/>
                  <a:ext cx="168701" cy="132575"/>
                  <a:chOff x="-2866744" y="827071"/>
                  <a:chExt cx="168701" cy="132575"/>
                </a:xfrm>
              </p:grpSpPr>
              <p:cxnSp>
                <p:nvCxnSpPr>
                  <p:cNvPr id="69" name="Rechte verbindingslijn 234">
                    <a:extLst>
                      <a:ext uri="{FF2B5EF4-FFF2-40B4-BE49-F238E27FC236}">
                        <a16:creationId xmlns:a16="http://schemas.microsoft.com/office/drawing/2014/main" id="{6F40E66F-A267-4587-B2BA-6AF18676C767}"/>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0" name="Rechte verbindingslijn 235">
                    <a:extLst>
                      <a:ext uri="{FF2B5EF4-FFF2-40B4-BE49-F238E27FC236}">
                        <a16:creationId xmlns:a16="http://schemas.microsoft.com/office/drawing/2014/main" id="{5B75AB88-CB9D-4E20-9F1F-3F6CEFFC40F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1" name="Rechte verbindingslijn 236">
                    <a:extLst>
                      <a:ext uri="{FF2B5EF4-FFF2-40B4-BE49-F238E27FC236}">
                        <a16:creationId xmlns:a16="http://schemas.microsoft.com/office/drawing/2014/main" id="{D937C625-4052-4A6D-BD46-65D715C5A8C2}"/>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2" name="Rechte verbindingslijn 237">
                    <a:extLst>
                      <a:ext uri="{FF2B5EF4-FFF2-40B4-BE49-F238E27FC236}">
                        <a16:creationId xmlns:a16="http://schemas.microsoft.com/office/drawing/2014/main" id="{6DE213AA-71C1-463B-93E5-07BBF7BA8BA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3" name="Rechte verbindingslijn 238">
                    <a:extLst>
                      <a:ext uri="{FF2B5EF4-FFF2-40B4-BE49-F238E27FC236}">
                        <a16:creationId xmlns:a16="http://schemas.microsoft.com/office/drawing/2014/main" id="{A20B4D04-4330-4CE9-BD3D-07944526CE57}"/>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68" name="Pijl: rechts 233">
                  <a:extLst>
                    <a:ext uri="{FF2B5EF4-FFF2-40B4-BE49-F238E27FC236}">
                      <a16:creationId xmlns:a16="http://schemas.microsoft.com/office/drawing/2014/main" id="{E2E29342-E327-419F-ABF1-D4E1F3222D3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a:solidFill>
                      <a:srgbClr val="211F26"/>
                    </a:solidFill>
                    <a:latin typeface="Calibri" panose="020F0502020204030204" pitchFamily="34" charset="0"/>
                    <a:cs typeface="Calibri" panose="020F0502020204030204" pitchFamily="34" charset="0"/>
                  </a:endParaRPr>
                </a:p>
              </p:txBody>
            </p:sp>
          </p:grpSp>
          <p:grpSp>
            <p:nvGrpSpPr>
              <p:cNvPr id="37" name="Groep 239">
                <a:extLst>
                  <a:ext uri="{FF2B5EF4-FFF2-40B4-BE49-F238E27FC236}">
                    <a16:creationId xmlns:a16="http://schemas.microsoft.com/office/drawing/2014/main" id="{12599D42-5E4B-4A97-AD9C-E35A28B2D0FA}"/>
                  </a:ext>
                </a:extLst>
              </p:cNvPr>
              <p:cNvGrpSpPr/>
              <p:nvPr userDrawn="1"/>
            </p:nvGrpSpPr>
            <p:grpSpPr>
              <a:xfrm>
                <a:off x="-3605171" y="830871"/>
                <a:ext cx="139423" cy="109566"/>
                <a:chOff x="-2866744" y="518074"/>
                <a:chExt cx="168701" cy="132575"/>
              </a:xfrm>
            </p:grpSpPr>
            <p:grpSp>
              <p:nvGrpSpPr>
                <p:cNvPr id="60" name="Groep 241">
                  <a:extLst>
                    <a:ext uri="{FF2B5EF4-FFF2-40B4-BE49-F238E27FC236}">
                      <a16:creationId xmlns:a16="http://schemas.microsoft.com/office/drawing/2014/main" id="{7DE38802-3D97-4981-BCD5-5B55A0B04ADC}"/>
                    </a:ext>
                  </a:extLst>
                </p:cNvPr>
                <p:cNvGrpSpPr/>
                <p:nvPr userDrawn="1"/>
              </p:nvGrpSpPr>
              <p:grpSpPr>
                <a:xfrm>
                  <a:off x="-2866744" y="518074"/>
                  <a:ext cx="168701" cy="132575"/>
                  <a:chOff x="-2866744" y="518074"/>
                  <a:chExt cx="168701" cy="132575"/>
                </a:xfrm>
              </p:grpSpPr>
              <p:cxnSp>
                <p:nvCxnSpPr>
                  <p:cNvPr id="62" name="Rechte verbindingslijn 243">
                    <a:extLst>
                      <a:ext uri="{FF2B5EF4-FFF2-40B4-BE49-F238E27FC236}">
                        <a16:creationId xmlns:a16="http://schemas.microsoft.com/office/drawing/2014/main" id="{F058F387-BC29-46A0-A637-20FF819F6C5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3" name="Rechte verbindingslijn 244">
                    <a:extLst>
                      <a:ext uri="{FF2B5EF4-FFF2-40B4-BE49-F238E27FC236}">
                        <a16:creationId xmlns:a16="http://schemas.microsoft.com/office/drawing/2014/main" id="{D835B79E-1A70-4269-8B37-0F80C7E4F899}"/>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4" name="Rechte verbindingslijn 245">
                    <a:extLst>
                      <a:ext uri="{FF2B5EF4-FFF2-40B4-BE49-F238E27FC236}">
                        <a16:creationId xmlns:a16="http://schemas.microsoft.com/office/drawing/2014/main" id="{EFD9D091-F87B-4676-9827-081E05901F0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5" name="Rechte verbindingslijn 246">
                    <a:extLst>
                      <a:ext uri="{FF2B5EF4-FFF2-40B4-BE49-F238E27FC236}">
                        <a16:creationId xmlns:a16="http://schemas.microsoft.com/office/drawing/2014/main" id="{EDA12C21-2A3E-433C-BB4F-F278C5F8F47E}"/>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6" name="Rechte verbindingslijn 247">
                    <a:extLst>
                      <a:ext uri="{FF2B5EF4-FFF2-40B4-BE49-F238E27FC236}">
                        <a16:creationId xmlns:a16="http://schemas.microsoft.com/office/drawing/2014/main" id="{B7A81B9C-2343-495E-98D9-52B38A91850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1" name="Pijl: rechts 242">
                  <a:extLst>
                    <a:ext uri="{FF2B5EF4-FFF2-40B4-BE49-F238E27FC236}">
                      <a16:creationId xmlns:a16="http://schemas.microsoft.com/office/drawing/2014/main" id="{871C79EE-2EA5-4891-9DF4-B8E893607A3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a:solidFill>
                      <a:srgbClr val="211F26"/>
                    </a:solidFill>
                    <a:latin typeface="Calibri" panose="020F0502020204030204" pitchFamily="34" charset="0"/>
                    <a:cs typeface="Calibri" panose="020F0502020204030204" pitchFamily="34" charset="0"/>
                  </a:endParaRPr>
                </a:p>
              </p:txBody>
            </p:sp>
          </p:grpSp>
          <p:cxnSp>
            <p:nvCxnSpPr>
              <p:cNvPr id="38" name="Rechte verbindingslijn 340">
                <a:extLst>
                  <a:ext uri="{FF2B5EF4-FFF2-40B4-BE49-F238E27FC236}">
                    <a16:creationId xmlns:a16="http://schemas.microsoft.com/office/drawing/2014/main" id="{4E11EE8B-3C6A-4DE5-B5D8-8BA8BA56F83F}"/>
                  </a:ext>
                </a:extLst>
              </p:cNvPr>
              <p:cNvCxnSpPr>
                <a:cxnSpLocks/>
              </p:cNvCxnSpPr>
              <p:nvPr userDrawn="1"/>
            </p:nvCxnSpPr>
            <p:spPr>
              <a:xfrm flipV="1">
                <a:off x="-3459956" y="588169"/>
                <a:ext cx="547687" cy="219076"/>
              </a:xfrm>
              <a:prstGeom prst="line">
                <a:avLst/>
              </a:prstGeom>
              <a:noFill/>
              <a:ln w="19050" cap="rnd" cmpd="sng" algn="ctr">
                <a:solidFill>
                  <a:schemeClr val="accent1"/>
                </a:solidFill>
                <a:prstDash val="solid"/>
                <a:headEnd type="oval"/>
              </a:ln>
              <a:effectLst/>
            </p:spPr>
          </p:cxnSp>
          <p:cxnSp>
            <p:nvCxnSpPr>
              <p:cNvPr id="39" name="Rechte verbindingslijn 341">
                <a:extLst>
                  <a:ext uri="{FF2B5EF4-FFF2-40B4-BE49-F238E27FC236}">
                    <a16:creationId xmlns:a16="http://schemas.microsoft.com/office/drawing/2014/main" id="{A916218E-7891-4F06-887E-3959AA28117F}"/>
                  </a:ext>
                </a:extLst>
              </p:cNvPr>
              <p:cNvCxnSpPr>
                <a:cxnSpLocks/>
              </p:cNvCxnSpPr>
              <p:nvPr userDrawn="1"/>
            </p:nvCxnSpPr>
            <p:spPr>
              <a:xfrm>
                <a:off x="-3224213" y="828675"/>
                <a:ext cx="319088" cy="0"/>
              </a:xfrm>
              <a:prstGeom prst="line">
                <a:avLst/>
              </a:prstGeom>
              <a:noFill/>
              <a:ln w="19050" cap="rnd" cmpd="sng" algn="ctr">
                <a:solidFill>
                  <a:schemeClr val="accent1"/>
                </a:solidFill>
                <a:prstDash val="solid"/>
                <a:headEnd type="oval"/>
              </a:ln>
              <a:effectLst/>
            </p:spPr>
          </p:cxnSp>
          <p:sp>
            <p:nvSpPr>
              <p:cNvPr id="40" name="Rechthoek 344">
                <a:extLst>
                  <a:ext uri="{FF2B5EF4-FFF2-40B4-BE49-F238E27FC236}">
                    <a16:creationId xmlns:a16="http://schemas.microsoft.com/office/drawing/2014/main" id="{02C45731-73F4-4F31-B510-E922F6B70316}"/>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Text level up</a:t>
                </a:r>
              </a:p>
            </p:txBody>
          </p:sp>
          <p:sp>
            <p:nvSpPr>
              <p:cNvPr id="41" name="Rechthoek 345">
                <a:extLst>
                  <a:ext uri="{FF2B5EF4-FFF2-40B4-BE49-F238E27FC236}">
                    <a16:creationId xmlns:a16="http://schemas.microsoft.com/office/drawing/2014/main" id="{B03F215C-47BD-461C-8A1D-BD4BB66ACDA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en-GB" sz="1100" b="0" i="0" u="none" strike="noStrike" kern="0" cap="none" spc="0" normalizeH="0" baseline="0" noProof="0">
                    <a:ln>
                      <a:noFill/>
                    </a:ln>
                    <a:solidFill>
                      <a:schemeClr val="tx1"/>
                    </a:solidFill>
                    <a:effectLst/>
                    <a:uLnTx/>
                    <a:uFillTx/>
                    <a:latin typeface="Calibri" panose="020F0502020204030204" pitchFamily="34" charset="0"/>
                    <a:cs typeface="Calibri" panose="020F0502020204030204" pitchFamily="34" charset="0"/>
                  </a:rPr>
                  <a:t>Text level down</a:t>
                </a:r>
              </a:p>
            </p:txBody>
          </p:sp>
          <p:grpSp>
            <p:nvGrpSpPr>
              <p:cNvPr id="42" name="Groep 11">
                <a:extLst>
                  <a:ext uri="{FF2B5EF4-FFF2-40B4-BE49-F238E27FC236}">
                    <a16:creationId xmlns:a16="http://schemas.microsoft.com/office/drawing/2014/main" id="{7EDEF57A-62C2-40A5-BDBE-AD44B7F74767}"/>
                  </a:ext>
                </a:extLst>
              </p:cNvPr>
              <p:cNvGrpSpPr/>
              <p:nvPr userDrawn="1"/>
            </p:nvGrpSpPr>
            <p:grpSpPr>
              <a:xfrm>
                <a:off x="-2916763" y="769168"/>
                <a:ext cx="268738" cy="248381"/>
                <a:chOff x="-2916763" y="769168"/>
                <a:chExt cx="268738" cy="248381"/>
              </a:xfrm>
            </p:grpSpPr>
            <p:sp>
              <p:nvSpPr>
                <p:cNvPr id="52" name="Rechthoek 346">
                  <a:extLst>
                    <a:ext uri="{FF2B5EF4-FFF2-40B4-BE49-F238E27FC236}">
                      <a16:creationId xmlns:a16="http://schemas.microsoft.com/office/drawing/2014/main" id="{F826B687-AD1B-4113-9F3C-9E1915E1C45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a:solidFill>
                      <a:srgbClr val="211F26"/>
                    </a:solidFill>
                    <a:latin typeface="Calibri" panose="020F0502020204030204" pitchFamily="34" charset="0"/>
                    <a:cs typeface="Calibri" panose="020F0502020204030204" pitchFamily="34" charset="0"/>
                  </a:endParaRPr>
                </a:p>
              </p:txBody>
            </p:sp>
            <p:grpSp>
              <p:nvGrpSpPr>
                <p:cNvPr id="53" name="Groep 6">
                  <a:extLst>
                    <a:ext uri="{FF2B5EF4-FFF2-40B4-BE49-F238E27FC236}">
                      <a16:creationId xmlns:a16="http://schemas.microsoft.com/office/drawing/2014/main" id="{53F7CF24-7AFA-4C54-BEDC-CC228F21A9CC}"/>
                    </a:ext>
                  </a:extLst>
                </p:cNvPr>
                <p:cNvGrpSpPr/>
                <p:nvPr userDrawn="1"/>
              </p:nvGrpSpPr>
              <p:grpSpPr>
                <a:xfrm>
                  <a:off x="-2866744" y="827071"/>
                  <a:ext cx="168701" cy="132575"/>
                  <a:chOff x="-2866744" y="827071"/>
                  <a:chExt cx="168701" cy="132575"/>
                </a:xfrm>
              </p:grpSpPr>
              <p:cxnSp>
                <p:nvCxnSpPr>
                  <p:cNvPr id="55" name="Rechte verbindingslijn 225">
                    <a:extLst>
                      <a:ext uri="{FF2B5EF4-FFF2-40B4-BE49-F238E27FC236}">
                        <a16:creationId xmlns:a16="http://schemas.microsoft.com/office/drawing/2014/main" id="{299F5E2B-870C-4724-8DF1-D22B72D345A7}"/>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6" name="Rechte verbindingslijn 226">
                    <a:extLst>
                      <a:ext uri="{FF2B5EF4-FFF2-40B4-BE49-F238E27FC236}">
                        <a16:creationId xmlns:a16="http://schemas.microsoft.com/office/drawing/2014/main" id="{88B414B9-BF3C-4764-9B84-7B1C1A956DFC}"/>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7" name="Rechte verbindingslijn 227">
                    <a:extLst>
                      <a:ext uri="{FF2B5EF4-FFF2-40B4-BE49-F238E27FC236}">
                        <a16:creationId xmlns:a16="http://schemas.microsoft.com/office/drawing/2014/main" id="{E279AEA9-F2D0-46BB-9405-F4C0DD18591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8" name="Rechte verbindingslijn 228">
                    <a:extLst>
                      <a:ext uri="{FF2B5EF4-FFF2-40B4-BE49-F238E27FC236}">
                        <a16:creationId xmlns:a16="http://schemas.microsoft.com/office/drawing/2014/main" id="{C9032C25-1629-4DFA-8A36-07B5B8B94DF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9" name="Rechte verbindingslijn 229">
                    <a:extLst>
                      <a:ext uri="{FF2B5EF4-FFF2-40B4-BE49-F238E27FC236}">
                        <a16:creationId xmlns:a16="http://schemas.microsoft.com/office/drawing/2014/main" id="{B5EB89FD-A47F-44FF-A5A9-B45F2D767EF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4" name="Pijl: rechts 217">
                  <a:extLst>
                    <a:ext uri="{FF2B5EF4-FFF2-40B4-BE49-F238E27FC236}">
                      <a16:creationId xmlns:a16="http://schemas.microsoft.com/office/drawing/2014/main" id="{88DFA4BF-2466-43C3-AAAA-C2402C5BB651}"/>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a:solidFill>
                      <a:srgbClr val="211F26"/>
                    </a:solidFill>
                    <a:latin typeface="Calibri" panose="020F0502020204030204" pitchFamily="34" charset="0"/>
                    <a:cs typeface="Calibri" panose="020F0502020204030204" pitchFamily="34" charset="0"/>
                  </a:endParaRPr>
                </a:p>
              </p:txBody>
            </p:sp>
          </p:grpSp>
          <p:grpSp>
            <p:nvGrpSpPr>
              <p:cNvPr id="43" name="Groep 9">
                <a:extLst>
                  <a:ext uri="{FF2B5EF4-FFF2-40B4-BE49-F238E27FC236}">
                    <a16:creationId xmlns:a16="http://schemas.microsoft.com/office/drawing/2014/main" id="{F7CC695F-75F4-4016-A73F-6EF6962D64C4}"/>
                  </a:ext>
                </a:extLst>
              </p:cNvPr>
              <p:cNvGrpSpPr/>
              <p:nvPr userDrawn="1"/>
            </p:nvGrpSpPr>
            <p:grpSpPr>
              <a:xfrm>
                <a:off x="-2916763" y="460171"/>
                <a:ext cx="268738" cy="248381"/>
                <a:chOff x="-2916763" y="460171"/>
                <a:chExt cx="268738" cy="248381"/>
              </a:xfrm>
            </p:grpSpPr>
            <p:sp>
              <p:nvSpPr>
                <p:cNvPr id="44" name="Rechthoek 357">
                  <a:extLst>
                    <a:ext uri="{FF2B5EF4-FFF2-40B4-BE49-F238E27FC236}">
                      <a16:creationId xmlns:a16="http://schemas.microsoft.com/office/drawing/2014/main" id="{44BCCCF6-DD95-4669-AA05-39491C28AA3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en-GB" sz="1050" b="0" noProof="0">
                    <a:solidFill>
                      <a:srgbClr val="211F26"/>
                    </a:solidFill>
                    <a:latin typeface="Calibri" panose="020F0502020204030204" pitchFamily="34" charset="0"/>
                    <a:cs typeface="Calibri" panose="020F0502020204030204" pitchFamily="34" charset="0"/>
                  </a:endParaRPr>
                </a:p>
              </p:txBody>
            </p:sp>
            <p:grpSp>
              <p:nvGrpSpPr>
                <p:cNvPr id="45" name="Groep 5">
                  <a:extLst>
                    <a:ext uri="{FF2B5EF4-FFF2-40B4-BE49-F238E27FC236}">
                      <a16:creationId xmlns:a16="http://schemas.microsoft.com/office/drawing/2014/main" id="{2E6BE615-B6B6-48D0-BA26-41397678894C}"/>
                    </a:ext>
                  </a:extLst>
                </p:cNvPr>
                <p:cNvGrpSpPr/>
                <p:nvPr userDrawn="1"/>
              </p:nvGrpSpPr>
              <p:grpSpPr>
                <a:xfrm>
                  <a:off x="-2866744" y="518074"/>
                  <a:ext cx="168701" cy="132575"/>
                  <a:chOff x="-2866744" y="518074"/>
                  <a:chExt cx="168701" cy="132575"/>
                </a:xfrm>
              </p:grpSpPr>
              <p:cxnSp>
                <p:nvCxnSpPr>
                  <p:cNvPr id="47" name="Rechte verbindingslijn 220">
                    <a:extLst>
                      <a:ext uri="{FF2B5EF4-FFF2-40B4-BE49-F238E27FC236}">
                        <a16:creationId xmlns:a16="http://schemas.microsoft.com/office/drawing/2014/main" id="{136A2FB8-E4BA-4B08-825D-74766214C7F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8" name="Rechte verbindingslijn 221">
                    <a:extLst>
                      <a:ext uri="{FF2B5EF4-FFF2-40B4-BE49-F238E27FC236}">
                        <a16:creationId xmlns:a16="http://schemas.microsoft.com/office/drawing/2014/main" id="{6A3605D4-329F-4732-B9A1-646BC95A911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9" name="Rechte verbindingslijn 222">
                    <a:extLst>
                      <a:ext uri="{FF2B5EF4-FFF2-40B4-BE49-F238E27FC236}">
                        <a16:creationId xmlns:a16="http://schemas.microsoft.com/office/drawing/2014/main" id="{BA85E398-90A5-4303-BA3A-CF7FE804BBB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0" name="Rechte verbindingslijn 223">
                    <a:extLst>
                      <a:ext uri="{FF2B5EF4-FFF2-40B4-BE49-F238E27FC236}">
                        <a16:creationId xmlns:a16="http://schemas.microsoft.com/office/drawing/2014/main" id="{509D41AB-EE70-489A-90DC-C36763C2A3C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1" name="Rechte verbindingslijn 224">
                    <a:extLst>
                      <a:ext uri="{FF2B5EF4-FFF2-40B4-BE49-F238E27FC236}">
                        <a16:creationId xmlns:a16="http://schemas.microsoft.com/office/drawing/2014/main" id="{7CDE5BDE-853A-433D-98D8-3D76C4E816B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6" name="Pijl: rechts 219">
                  <a:extLst>
                    <a:ext uri="{FF2B5EF4-FFF2-40B4-BE49-F238E27FC236}">
                      <a16:creationId xmlns:a16="http://schemas.microsoft.com/office/drawing/2014/main" id="{BA02D9D5-6038-440E-A995-230B1683444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en-GB" sz="1000" b="1" noProof="0">
                    <a:solidFill>
                      <a:srgbClr val="211F26"/>
                    </a:solidFill>
                    <a:latin typeface="Calibri" panose="020F0502020204030204" pitchFamily="34" charset="0"/>
                    <a:cs typeface="Calibri" panose="020F0502020204030204" pitchFamily="34" charset="0"/>
                  </a:endParaRPr>
                </a:p>
              </p:txBody>
            </p:sp>
          </p:grpSp>
        </p:grpSp>
      </p:grpSp>
    </p:spTree>
    <p:extLst>
      <p:ext uri="{BB962C8B-B14F-4D97-AF65-F5344CB8AC3E}">
        <p14:creationId xmlns:p14="http://schemas.microsoft.com/office/powerpoint/2010/main" val="9412952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34" name="Afbeelding"/>
          <p:cNvSpPr>
            <a:spLocks noGrp="1"/>
          </p:cNvSpPr>
          <p:nvPr>
            <p:ph type="pic" idx="21"/>
          </p:nvPr>
        </p:nvSpPr>
        <p:spPr>
          <a:xfrm>
            <a:off x="-666750" y="-2762250"/>
            <a:ext cx="13525500" cy="10820400"/>
          </a:xfrm>
          <a:prstGeom prst="rect">
            <a:avLst/>
          </a:prstGeom>
        </p:spPr>
        <p:txBody>
          <a:bodyPr lIns="91439" tIns="45719" rIns="91439" bIns="45719">
            <a:noAutofit/>
          </a:bodyPr>
          <a:lstStyle/>
          <a:p>
            <a:endParaRPr/>
          </a:p>
        </p:txBody>
      </p:sp>
      <p:sp>
        <p:nvSpPr>
          <p:cNvPr id="135" name="Dianumm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extLst>
      <p:ext uri="{BB962C8B-B14F-4D97-AF65-F5344CB8AC3E}">
        <p14:creationId xmlns:p14="http://schemas.microsoft.com/office/powerpoint/2010/main" val="3118286086"/>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20.png"/><Relationship Id="rId7" Type="http://schemas.openxmlformats.org/officeDocument/2006/relationships/image" Target="../media/image18.png"/><Relationship Id="rId12" Type="http://schemas.openxmlformats.org/officeDocument/2006/relationships/image" Target="../media/image27.svg"/><Relationship Id="rId17"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31.svg"/><Relationship Id="rId1" Type="http://schemas.openxmlformats.org/officeDocument/2006/relationships/slideLayout" Target="../slideLayouts/slideLayout14.xml"/><Relationship Id="rId6" Type="http://schemas.openxmlformats.org/officeDocument/2006/relationships/image" Target="../media/image23.svg"/><Relationship Id="rId11" Type="http://schemas.openxmlformats.org/officeDocument/2006/relationships/image" Target="../media/image26.png"/><Relationship Id="rId5" Type="http://schemas.openxmlformats.org/officeDocument/2006/relationships/image" Target="../media/image22.png"/><Relationship Id="rId15" Type="http://schemas.openxmlformats.org/officeDocument/2006/relationships/image" Target="../media/image30.png"/><Relationship Id="rId10" Type="http://schemas.openxmlformats.org/officeDocument/2006/relationships/image" Target="../media/image25.svg"/><Relationship Id="rId19" Type="http://schemas.openxmlformats.org/officeDocument/2006/relationships/image" Target="../media/image34.png"/><Relationship Id="rId4" Type="http://schemas.openxmlformats.org/officeDocument/2006/relationships/image" Target="../media/image21.svg"/><Relationship Id="rId9" Type="http://schemas.openxmlformats.org/officeDocument/2006/relationships/image" Target="../media/image24.png"/><Relationship Id="rId1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CAA58-6821-CDE8-1D38-EC99480868A2}"/>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A28F77D1-AA26-110B-3BC9-FD2D32618CA6}"/>
              </a:ext>
            </a:extLst>
          </p:cNvPr>
          <p:cNvSpPr>
            <a:spLocks noGrp="1"/>
          </p:cNvSpPr>
          <p:nvPr>
            <p:ph type="body" idx="106"/>
          </p:nvPr>
        </p:nvSpPr>
        <p:spPr>
          <a:xfrm>
            <a:off x="406400" y="374650"/>
            <a:ext cx="8574314" cy="4589236"/>
          </a:xfrm>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GB" noProof="0">
                <a:latin typeface="+mj-lt"/>
              </a:rPr>
              <a:t>
</a:t>
            </a:r>
          </a:p>
          <a:p>
            <a:pPr>
              <a:lnSpc>
                <a:spcPct val="100000"/>
              </a:lnSpc>
            </a:pPr>
            <a:r>
              <a:rPr lang="en-GB" noProof="0">
                <a:latin typeface="+mj-lt"/>
              </a:rPr>
              <a:t>
</a:t>
            </a:r>
          </a:p>
          <a:p>
            <a:pPr>
              <a:lnSpc>
                <a:spcPct val="100000"/>
              </a:lnSpc>
            </a:pPr>
            <a:r>
              <a:rPr lang="en-GB" sz="1600" b="1" noProof="0">
                <a:latin typeface="+mj-lt"/>
              </a:rPr>
              <a:t>Our Values</a:t>
            </a:r>
          </a:p>
        </p:txBody>
      </p:sp>
      <p:sp>
        <p:nvSpPr>
          <p:cNvPr id="6" name="Marcador de texto 5">
            <a:extLst>
              <a:ext uri="{FF2B5EF4-FFF2-40B4-BE49-F238E27FC236}">
                <a16:creationId xmlns:a16="http://schemas.microsoft.com/office/drawing/2014/main" id="{499CF068-5704-FCCC-E699-FA6BB44CDFCF}"/>
              </a:ext>
            </a:extLst>
          </p:cNvPr>
          <p:cNvSpPr>
            <a:spLocks noGrp="1"/>
          </p:cNvSpPr>
          <p:nvPr>
            <p:ph type="body" idx="107"/>
          </p:nvPr>
        </p:nvSpPr>
        <p:spPr>
          <a:xfrm>
            <a:off x="406400" y="513427"/>
            <a:ext cx="3414486" cy="251541"/>
          </a:xfrm>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s-ES" sz="2133" b="1" err="1">
                <a:latin typeface="+mj-lt"/>
              </a:rPr>
              <a:t>Get</a:t>
            </a:r>
            <a:r>
              <a:rPr lang="es-ES" sz="2133" b="1">
                <a:latin typeface="+mj-lt"/>
              </a:rPr>
              <a:t> </a:t>
            </a:r>
            <a:r>
              <a:rPr lang="es-ES" sz="2133" b="1" err="1">
                <a:latin typeface="+mj-lt"/>
              </a:rPr>
              <a:t>to</a:t>
            </a:r>
            <a:r>
              <a:rPr lang="es-ES" sz="2133" b="1">
                <a:latin typeface="+mj-lt"/>
              </a:rPr>
              <a:t> </a:t>
            </a:r>
            <a:r>
              <a:rPr lang="es-ES" sz="2133" b="1" err="1">
                <a:latin typeface="+mj-lt"/>
              </a:rPr>
              <a:t>know</a:t>
            </a:r>
            <a:r>
              <a:rPr lang="es-ES" sz="2133" b="1">
                <a:latin typeface="+mj-lt"/>
              </a:rPr>
              <a:t> </a:t>
            </a:r>
            <a:r>
              <a:rPr lang="es-ES" sz="2133" b="1" err="1">
                <a:latin typeface="+mj-lt"/>
              </a:rPr>
              <a:t>us</a:t>
            </a:r>
            <a:endParaRPr lang="es-ES" sz="2133" b="1">
              <a:latin typeface="+mj-lt"/>
            </a:endParaRPr>
          </a:p>
          <a:p>
            <a:endParaRPr lang="es-ES" sz="2133" b="1">
              <a:latin typeface="+mj-lt"/>
            </a:endParaRPr>
          </a:p>
        </p:txBody>
      </p:sp>
      <p:pic>
        <p:nvPicPr>
          <p:cNvPr id="12" name="Marcador de posición de imagen 19">
            <a:extLst>
              <a:ext uri="{FF2B5EF4-FFF2-40B4-BE49-F238E27FC236}">
                <a16:creationId xmlns:a16="http://schemas.microsoft.com/office/drawing/2014/main" id="{D656916D-4693-CDD8-C3CF-3723E8EE4497}"/>
              </a:ext>
            </a:extLst>
          </p:cNvPr>
          <p:cNvPicPr>
            <a:picLocks noChangeAspect="1"/>
          </p:cNvPicPr>
          <p:nvPr/>
        </p:nvPicPr>
        <p:blipFill>
          <a:blip r:embed="rId2"/>
          <a:srcRect l="132" r="132"/>
          <a:stretch/>
        </p:blipFill>
        <p:spPr>
          <a:xfrm>
            <a:off x="9072034" y="999067"/>
            <a:ext cx="2713566" cy="5454650"/>
          </a:xfrm>
          <a:prstGeom prst="rect">
            <a:avLst/>
          </a:prstGeom>
        </p:spPr>
      </p:pic>
      <p:sp>
        <p:nvSpPr>
          <p:cNvPr id="24" name="Marcador de texto 7">
            <a:extLst>
              <a:ext uri="{FF2B5EF4-FFF2-40B4-BE49-F238E27FC236}">
                <a16:creationId xmlns:a16="http://schemas.microsoft.com/office/drawing/2014/main" id="{1E452953-7BE5-FEA3-41E3-B9C8535271E4}"/>
              </a:ext>
            </a:extLst>
          </p:cNvPr>
          <p:cNvSpPr txBox="1">
            <a:spLocks/>
          </p:cNvSpPr>
          <p:nvPr/>
        </p:nvSpPr>
        <p:spPr>
          <a:xfrm>
            <a:off x="406400" y="903744"/>
            <a:ext cx="7536137" cy="656590"/>
          </a:xfrm>
          <a:prstGeom prst="rect">
            <a:avLst/>
          </a:prstGeom>
        </p:spPr>
        <p:txBody>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marL="0" indent="0">
              <a:buNone/>
            </a:pPr>
            <a:endParaRPr lang="en-US" sz="800">
              <a:latin typeface="+mj-lt"/>
            </a:endParaRPr>
          </a:p>
        </p:txBody>
      </p:sp>
      <p:cxnSp>
        <p:nvCxnSpPr>
          <p:cNvPr id="2" name="Conector recto 134">
            <a:extLst>
              <a:ext uri="{FF2B5EF4-FFF2-40B4-BE49-F238E27FC236}">
                <a16:creationId xmlns:a16="http://schemas.microsoft.com/office/drawing/2014/main" id="{2CDDBBA3-744F-2445-3EB1-E8F94B0C98E4}"/>
              </a:ext>
            </a:extLst>
          </p:cNvPr>
          <p:cNvCxnSpPr>
            <a:cxnSpLocks/>
          </p:cNvCxnSpPr>
          <p:nvPr/>
        </p:nvCxnSpPr>
        <p:spPr>
          <a:xfrm>
            <a:off x="604496" y="2803464"/>
            <a:ext cx="5208961"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grpSp>
        <p:nvGrpSpPr>
          <p:cNvPr id="3" name="Grupo 136">
            <a:extLst>
              <a:ext uri="{FF2B5EF4-FFF2-40B4-BE49-F238E27FC236}">
                <a16:creationId xmlns:a16="http://schemas.microsoft.com/office/drawing/2014/main" id="{1D522151-8CDA-EC2C-E9C8-66994BB681F5}"/>
              </a:ext>
            </a:extLst>
          </p:cNvPr>
          <p:cNvGrpSpPr/>
          <p:nvPr/>
        </p:nvGrpSpPr>
        <p:grpSpPr>
          <a:xfrm>
            <a:off x="604495" y="1875648"/>
            <a:ext cx="5302852" cy="723062"/>
            <a:chOff x="604495" y="1823451"/>
            <a:chExt cx="5302852" cy="723062"/>
          </a:xfrm>
        </p:grpSpPr>
        <p:sp>
          <p:nvSpPr>
            <p:cNvPr id="4" name="Rectángulo redondeado 137">
              <a:extLst>
                <a:ext uri="{FF2B5EF4-FFF2-40B4-BE49-F238E27FC236}">
                  <a16:creationId xmlns:a16="http://schemas.microsoft.com/office/drawing/2014/main" id="{47A17FCF-C0F1-30AC-EB5A-9A93BD9F4D24}"/>
                </a:ext>
              </a:extLst>
            </p:cNvPr>
            <p:cNvSpPr/>
            <p:nvPr/>
          </p:nvSpPr>
          <p:spPr>
            <a:xfrm>
              <a:off x="1217769" y="1823451"/>
              <a:ext cx="4689578" cy="723062"/>
            </a:xfrm>
            <a:prstGeom prst="roundRect">
              <a:avLst>
                <a:gd name="adj" fmla="val 1843"/>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spcAft>
                  <a:spcPts val="400"/>
                </a:spcAft>
              </a:pPr>
              <a:r>
                <a:rPr lang="en-US" sz="1100" b="1">
                  <a:solidFill>
                    <a:schemeClr val="tx2"/>
                  </a:solidFill>
                  <a:latin typeface="+mj-lt"/>
                </a:rPr>
                <a:t>People First</a:t>
              </a:r>
            </a:p>
            <a:p>
              <a:pPr>
                <a:lnSpc>
                  <a:spcPct val="110000"/>
                </a:lnSpc>
              </a:pPr>
              <a:r>
                <a:rPr lang="en-US" sz="1000">
                  <a:solidFill>
                    <a:schemeClr val="tx1"/>
                  </a:solidFill>
                  <a:latin typeface="+mj-lt"/>
                  <a:ea typeface="+mn-lt"/>
                  <a:cs typeface="+mn-lt"/>
                </a:rPr>
                <a:t>We actively enable continuous personal and professional growth with respect, trust, responsibility, and accountability. We cultivate great ideas, innovate, and actively support our team in becoming their best. That’s how we have grown.</a:t>
              </a:r>
              <a:endParaRPr lang="en-US" sz="1800">
                <a:solidFill>
                  <a:schemeClr val="tx1"/>
                </a:solidFill>
                <a:latin typeface="+mj-lt"/>
                <a:ea typeface="+mn-lt"/>
                <a:cs typeface="+mn-lt"/>
              </a:endParaRPr>
            </a:p>
          </p:txBody>
        </p:sp>
        <p:pic>
          <p:nvPicPr>
            <p:cNvPr id="7" name="Gráfico 138">
              <a:extLst>
                <a:ext uri="{FF2B5EF4-FFF2-40B4-BE49-F238E27FC236}">
                  <a16:creationId xmlns:a16="http://schemas.microsoft.com/office/drawing/2014/main" id="{677751E6-D4A9-495E-AD3C-3BA0194E6E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4495" y="1823451"/>
              <a:ext cx="468000" cy="468000"/>
            </a:xfrm>
            <a:prstGeom prst="rect">
              <a:avLst/>
            </a:prstGeom>
          </p:spPr>
        </p:pic>
      </p:grpSp>
      <p:grpSp>
        <p:nvGrpSpPr>
          <p:cNvPr id="8" name="Grupo 139">
            <a:extLst>
              <a:ext uri="{FF2B5EF4-FFF2-40B4-BE49-F238E27FC236}">
                <a16:creationId xmlns:a16="http://schemas.microsoft.com/office/drawing/2014/main" id="{1FDCDEE6-61FA-2541-0FAB-5E5CD23C9F20}"/>
              </a:ext>
            </a:extLst>
          </p:cNvPr>
          <p:cNvGrpSpPr/>
          <p:nvPr/>
        </p:nvGrpSpPr>
        <p:grpSpPr>
          <a:xfrm>
            <a:off x="604495" y="2993567"/>
            <a:ext cx="5302852" cy="893977"/>
            <a:chOff x="604495" y="2822245"/>
            <a:chExt cx="5302852" cy="893977"/>
          </a:xfrm>
        </p:grpSpPr>
        <p:sp>
          <p:nvSpPr>
            <p:cNvPr id="9" name="Rectángulo redondeado 140">
              <a:extLst>
                <a:ext uri="{FF2B5EF4-FFF2-40B4-BE49-F238E27FC236}">
                  <a16:creationId xmlns:a16="http://schemas.microsoft.com/office/drawing/2014/main" id="{86FA386F-1AA0-A9E5-8CD1-748DFCC67522}"/>
                </a:ext>
              </a:extLst>
            </p:cNvPr>
            <p:cNvSpPr/>
            <p:nvPr/>
          </p:nvSpPr>
          <p:spPr>
            <a:xfrm>
              <a:off x="1217769" y="2822245"/>
              <a:ext cx="4689578" cy="893977"/>
            </a:xfrm>
            <a:prstGeom prst="roundRect">
              <a:avLst>
                <a:gd name="adj" fmla="val 1843"/>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spcAft>
                  <a:spcPts val="400"/>
                </a:spcAft>
              </a:pPr>
              <a:r>
                <a:rPr lang="en-US" sz="1100" b="1">
                  <a:solidFill>
                    <a:schemeClr val="tx2"/>
                  </a:solidFill>
                  <a:latin typeface="+mj-lt"/>
                </a:rPr>
                <a:t>Sharing Knowledge</a:t>
              </a:r>
            </a:p>
            <a:p>
              <a:pPr>
                <a:lnSpc>
                  <a:spcPct val="110000"/>
                </a:lnSpc>
              </a:pPr>
              <a:r>
                <a:rPr lang="en-US" sz="1000">
                  <a:solidFill>
                    <a:schemeClr val="tx1"/>
                  </a:solidFill>
                  <a:latin typeface="+mj-lt"/>
                </a:rPr>
                <a:t>Supporting the passion of smart people forms the foundation of our organization. </a:t>
              </a:r>
              <a:r>
                <a:rPr lang="en-US" sz="1000">
                  <a:solidFill>
                    <a:schemeClr val="tx1"/>
                  </a:solidFill>
                  <a:latin typeface="+mj-lt"/>
                  <a:ea typeface="+mn-lt"/>
                  <a:cs typeface="+mn-lt"/>
                </a:rPr>
                <a:t>Our knowledge exchanges, innovation days, tech rallies, and training programs ensure that knowledge constantly flows within </a:t>
              </a:r>
              <a:r>
                <a:rPr lang="en-US" sz="1000" err="1">
                  <a:solidFill>
                    <a:schemeClr val="tx1"/>
                  </a:solidFill>
                  <a:latin typeface="+mj-lt"/>
                  <a:ea typeface="+mn-lt"/>
                  <a:cs typeface="+mn-lt"/>
                </a:rPr>
                <a:t>Xebia</a:t>
              </a:r>
              <a:r>
                <a:rPr lang="en-US" sz="1000">
                  <a:solidFill>
                    <a:schemeClr val="tx1"/>
                  </a:solidFill>
                  <a:latin typeface="+mj-lt"/>
                  <a:ea typeface="+mn-lt"/>
                  <a:cs typeface="+mn-lt"/>
                </a:rPr>
                <a:t> and beyond, contributing to exploring and achieving our full potential, individually and collectively.</a:t>
              </a:r>
            </a:p>
          </p:txBody>
        </p:sp>
        <p:pic>
          <p:nvPicPr>
            <p:cNvPr id="10" name="Gráfico 141">
              <a:extLst>
                <a:ext uri="{FF2B5EF4-FFF2-40B4-BE49-F238E27FC236}">
                  <a16:creationId xmlns:a16="http://schemas.microsoft.com/office/drawing/2014/main" id="{DCBB9700-E22E-72D0-E903-35A9EEA11ED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4495" y="2822245"/>
              <a:ext cx="468000" cy="468000"/>
            </a:xfrm>
            <a:prstGeom prst="rect">
              <a:avLst/>
            </a:prstGeom>
          </p:spPr>
        </p:pic>
      </p:grpSp>
      <p:grpSp>
        <p:nvGrpSpPr>
          <p:cNvPr id="11" name="Grupo 142">
            <a:extLst>
              <a:ext uri="{FF2B5EF4-FFF2-40B4-BE49-F238E27FC236}">
                <a16:creationId xmlns:a16="http://schemas.microsoft.com/office/drawing/2014/main" id="{E25B188B-E73C-85CD-7988-67F04E3E8886}"/>
              </a:ext>
            </a:extLst>
          </p:cNvPr>
          <p:cNvGrpSpPr/>
          <p:nvPr/>
        </p:nvGrpSpPr>
        <p:grpSpPr>
          <a:xfrm>
            <a:off x="604496" y="4221817"/>
            <a:ext cx="5297705" cy="723063"/>
            <a:chOff x="609642" y="5332577"/>
            <a:chExt cx="5297705" cy="723063"/>
          </a:xfrm>
        </p:grpSpPr>
        <p:sp>
          <p:nvSpPr>
            <p:cNvPr id="13" name="Rectángulo redondeado 143">
              <a:extLst>
                <a:ext uri="{FF2B5EF4-FFF2-40B4-BE49-F238E27FC236}">
                  <a16:creationId xmlns:a16="http://schemas.microsoft.com/office/drawing/2014/main" id="{7AA80357-664E-48E9-9838-46F7F2E9BFA3}"/>
                </a:ext>
              </a:extLst>
            </p:cNvPr>
            <p:cNvSpPr/>
            <p:nvPr/>
          </p:nvSpPr>
          <p:spPr>
            <a:xfrm>
              <a:off x="1217769" y="5332577"/>
              <a:ext cx="4689578" cy="723063"/>
            </a:xfrm>
            <a:prstGeom prst="roundRect">
              <a:avLst>
                <a:gd name="adj" fmla="val 1843"/>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spcAft>
                  <a:spcPts val="400"/>
                </a:spcAft>
              </a:pPr>
              <a:r>
                <a:rPr lang="en-US" sz="1100" b="1">
                  <a:solidFill>
                    <a:schemeClr val="tx2"/>
                  </a:solidFill>
                  <a:latin typeface="+mj-lt"/>
                </a:rPr>
                <a:t>Quality without Compromise</a:t>
              </a:r>
            </a:p>
            <a:p>
              <a:pPr>
                <a:lnSpc>
                  <a:spcPct val="110000"/>
                </a:lnSpc>
              </a:pPr>
              <a:r>
                <a:rPr lang="en-US" sz="1000">
                  <a:solidFill>
                    <a:schemeClr val="tx1"/>
                  </a:solidFill>
                  <a:latin typeface="+mj-lt"/>
                  <a:ea typeface="+mn-lt"/>
                  <a:cs typeface="+mn-lt"/>
                </a:rPr>
                <a:t>At </a:t>
              </a:r>
              <a:r>
                <a:rPr lang="en-US" sz="1000" err="1">
                  <a:solidFill>
                    <a:schemeClr val="tx1"/>
                  </a:solidFill>
                  <a:latin typeface="+mj-lt"/>
                  <a:ea typeface="+mn-lt"/>
                  <a:cs typeface="+mn-lt"/>
                </a:rPr>
                <a:t>Xebia</a:t>
              </a:r>
              <a:r>
                <a:rPr lang="en-US" sz="1000">
                  <a:solidFill>
                    <a:schemeClr val="tx1"/>
                  </a:solidFill>
                  <a:latin typeface="+mj-lt"/>
                  <a:ea typeface="+mn-lt"/>
                  <a:cs typeface="+mn-lt"/>
                </a:rPr>
                <a:t>, quality without compromise is the mantra. Whether it's the work we do for our customers, the tools we all work with, our hiring process, our gatherings, or our offices’ design, we set the bar at 100% because we don’t compromise.</a:t>
              </a:r>
              <a:endParaRPr lang="en-US" sz="1800">
                <a:solidFill>
                  <a:schemeClr val="tx1"/>
                </a:solidFill>
                <a:latin typeface="+mj-lt"/>
                <a:ea typeface="+mn-lt"/>
                <a:cs typeface="+mn-lt"/>
              </a:endParaRPr>
            </a:p>
          </p:txBody>
        </p:sp>
        <p:pic>
          <p:nvPicPr>
            <p:cNvPr id="14" name="Gráfico 144">
              <a:extLst>
                <a:ext uri="{FF2B5EF4-FFF2-40B4-BE49-F238E27FC236}">
                  <a16:creationId xmlns:a16="http://schemas.microsoft.com/office/drawing/2014/main" id="{6517848E-34CD-C983-504B-2BF1F169B3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42" y="5332577"/>
              <a:ext cx="468000" cy="468000"/>
            </a:xfrm>
            <a:prstGeom prst="rect">
              <a:avLst/>
            </a:prstGeom>
          </p:spPr>
        </p:pic>
      </p:grpSp>
      <p:grpSp>
        <p:nvGrpSpPr>
          <p:cNvPr id="15" name="Grupo 145">
            <a:extLst>
              <a:ext uri="{FF2B5EF4-FFF2-40B4-BE49-F238E27FC236}">
                <a16:creationId xmlns:a16="http://schemas.microsoft.com/office/drawing/2014/main" id="{54D68258-4BCC-739F-A39D-0A2FD66CCBC7}"/>
              </a:ext>
            </a:extLst>
          </p:cNvPr>
          <p:cNvGrpSpPr/>
          <p:nvPr/>
        </p:nvGrpSpPr>
        <p:grpSpPr>
          <a:xfrm>
            <a:off x="604495" y="5286842"/>
            <a:ext cx="5302852" cy="723062"/>
            <a:chOff x="604495" y="4162868"/>
            <a:chExt cx="5302852" cy="723062"/>
          </a:xfrm>
        </p:grpSpPr>
        <p:sp>
          <p:nvSpPr>
            <p:cNvPr id="16" name="Rectángulo redondeado 146">
              <a:extLst>
                <a:ext uri="{FF2B5EF4-FFF2-40B4-BE49-F238E27FC236}">
                  <a16:creationId xmlns:a16="http://schemas.microsoft.com/office/drawing/2014/main" id="{D7903845-103D-2D46-C5F6-0865C3EFF03A}"/>
                </a:ext>
              </a:extLst>
            </p:cNvPr>
            <p:cNvSpPr/>
            <p:nvPr/>
          </p:nvSpPr>
          <p:spPr>
            <a:xfrm>
              <a:off x="1217769" y="4162868"/>
              <a:ext cx="4689578" cy="723062"/>
            </a:xfrm>
            <a:prstGeom prst="roundRect">
              <a:avLst>
                <a:gd name="adj" fmla="val 1843"/>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t" anchorCtr="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spcAft>
                  <a:spcPts val="400"/>
                </a:spcAft>
              </a:pPr>
              <a:r>
                <a:rPr lang="en-US" sz="1100" b="1">
                  <a:solidFill>
                    <a:schemeClr val="tx2"/>
                  </a:solidFill>
                  <a:latin typeface="+mj-lt"/>
                </a:rPr>
                <a:t>Customer Intimacy</a:t>
              </a:r>
            </a:p>
            <a:p>
              <a:pPr>
                <a:lnSpc>
                  <a:spcPct val="110000"/>
                </a:lnSpc>
              </a:pPr>
              <a:r>
                <a:rPr lang="en-US" sz="1000">
                  <a:solidFill>
                    <a:schemeClr val="tx1"/>
                  </a:solidFill>
                  <a:latin typeface="+mj-lt"/>
                </a:rPr>
                <a:t>We build long-lasting relationships with our customers and serve them on an equal level. We work on common goals and trust by showing genuine interest in the person and proactively and consistently adding value.</a:t>
              </a:r>
              <a:endParaRPr lang="en-US" sz="1000">
                <a:solidFill>
                  <a:schemeClr val="tx1"/>
                </a:solidFill>
                <a:latin typeface="+mj-lt"/>
                <a:cs typeface="Arial"/>
              </a:endParaRPr>
            </a:p>
          </p:txBody>
        </p:sp>
        <p:pic>
          <p:nvPicPr>
            <p:cNvPr id="17" name="Gráfico 147">
              <a:extLst>
                <a:ext uri="{FF2B5EF4-FFF2-40B4-BE49-F238E27FC236}">
                  <a16:creationId xmlns:a16="http://schemas.microsoft.com/office/drawing/2014/main" id="{6D10C8FF-CDBB-812B-F6FF-9831B3962AF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4495" y="4162868"/>
              <a:ext cx="468000" cy="468000"/>
            </a:xfrm>
            <a:prstGeom prst="rect">
              <a:avLst/>
            </a:prstGeom>
          </p:spPr>
        </p:pic>
      </p:grpSp>
      <p:cxnSp>
        <p:nvCxnSpPr>
          <p:cNvPr id="18" name="Conector recto 149">
            <a:extLst>
              <a:ext uri="{FF2B5EF4-FFF2-40B4-BE49-F238E27FC236}">
                <a16:creationId xmlns:a16="http://schemas.microsoft.com/office/drawing/2014/main" id="{D83D12D7-93AE-6AB2-7559-C33621E47913}"/>
              </a:ext>
            </a:extLst>
          </p:cNvPr>
          <p:cNvCxnSpPr>
            <a:cxnSpLocks/>
          </p:cNvCxnSpPr>
          <p:nvPr/>
        </p:nvCxnSpPr>
        <p:spPr>
          <a:xfrm>
            <a:off x="604496" y="4015022"/>
            <a:ext cx="5208961"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Conector recto 150">
            <a:extLst>
              <a:ext uri="{FF2B5EF4-FFF2-40B4-BE49-F238E27FC236}">
                <a16:creationId xmlns:a16="http://schemas.microsoft.com/office/drawing/2014/main" id="{2F4E339A-64D5-2934-391E-74D3E4B83108}"/>
              </a:ext>
            </a:extLst>
          </p:cNvPr>
          <p:cNvCxnSpPr>
            <a:cxnSpLocks/>
          </p:cNvCxnSpPr>
          <p:nvPr/>
        </p:nvCxnSpPr>
        <p:spPr>
          <a:xfrm>
            <a:off x="550863" y="5117402"/>
            <a:ext cx="5208961"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8039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4477878B-D002-509A-8027-67E51C459B0E}"/>
              </a:ext>
            </a:extLst>
          </p:cNvPr>
          <p:cNvSpPr txBox="1"/>
          <p:nvPr/>
        </p:nvSpPr>
        <p:spPr>
          <a:xfrm>
            <a:off x="398567" y="2702855"/>
            <a:ext cx="5114083" cy="1410899"/>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spAutoFit/>
          </a:bodyPr>
          <a:lstStyle>
            <a:lvl1pPr algn="l" defTabSz="825500">
              <a:lnSpc>
                <a:spcPct val="140000"/>
              </a:lnSpc>
              <a:defRPr sz="3200">
                <a:solidFill>
                  <a:srgbClr val="555555"/>
                </a:solidFill>
                <a:latin typeface="Proxima Nova Light"/>
                <a:ea typeface="Proxima Nova Light"/>
                <a:cs typeface="Proxima Nova Light"/>
                <a:sym typeface="Proxima Nova Light"/>
              </a:defRPr>
            </a:lvl1pPr>
          </a:lstStyle>
          <a:p>
            <a:pPr marR="0" lvl="0" indent="0" defTabSz="1219169" fontAlgn="auto" hangingPunct="0">
              <a:lnSpc>
                <a:spcPct val="120000"/>
              </a:lnSpc>
              <a:spcBef>
                <a:spcPts val="0"/>
              </a:spcBef>
              <a:spcAft>
                <a:spcPts val="0"/>
              </a:spcAft>
              <a:buClrTx/>
              <a:buSzTx/>
              <a:buFontTx/>
              <a:buNone/>
              <a:tabLst/>
              <a:defRPr/>
            </a:pPr>
            <a:r>
              <a:rPr lang="en-US" sz="1200" kern="0" err="1">
                <a:solidFill>
                  <a:schemeClr val="bg1"/>
                </a:solidFill>
                <a:latin typeface="Century Gothic" panose="020B0502020202020204" pitchFamily="34" charset="0"/>
                <a:ea typeface="+mn-ea"/>
                <a:cs typeface="+mn-cs"/>
                <a:sym typeface="Proxima Nova Semibold"/>
              </a:rPr>
              <a:t>Xebia</a:t>
            </a:r>
            <a:r>
              <a:rPr lang="en-GB" sz="1200" kern="0">
                <a:solidFill>
                  <a:schemeClr val="bg1"/>
                </a:solidFill>
                <a:latin typeface="Century Gothic" panose="020B0502020202020204" pitchFamily="34" charset="0"/>
                <a:ea typeface="+mn-ea"/>
                <a:cs typeface="+mn-cs"/>
              </a:rPr>
              <a:t> is a pioneering IT consultancy company founded in the Netherlands in 2001, following </a:t>
            </a:r>
            <a:br>
              <a:rPr lang="en-GB" sz="1200" kern="0">
                <a:solidFill>
                  <a:schemeClr val="bg1"/>
                </a:solidFill>
                <a:latin typeface="Century Gothic" panose="020B0502020202020204" pitchFamily="34" charset="0"/>
                <a:ea typeface="+mn-ea"/>
                <a:cs typeface="+mn-cs"/>
              </a:rPr>
            </a:br>
            <a:r>
              <a:rPr lang="en-GB" sz="1200" kern="0">
                <a:solidFill>
                  <a:schemeClr val="bg1"/>
                </a:solidFill>
                <a:latin typeface="Century Gothic" panose="020B0502020202020204" pitchFamily="34" charset="0"/>
                <a:ea typeface="+mn-ea"/>
                <a:cs typeface="+mn-cs"/>
              </a:rPr>
              <a:t>1 mission, 4 values and 4 business principles. </a:t>
            </a:r>
          </a:p>
          <a:p>
            <a:pPr marR="0" lvl="0" indent="0" defTabSz="1219169" fontAlgn="auto" hangingPunct="0">
              <a:lnSpc>
                <a:spcPct val="120000"/>
              </a:lnSpc>
              <a:spcBef>
                <a:spcPts val="0"/>
              </a:spcBef>
              <a:spcAft>
                <a:spcPts val="0"/>
              </a:spcAft>
              <a:buClrTx/>
              <a:buSzTx/>
              <a:buFontTx/>
              <a:buNone/>
              <a:tabLst/>
              <a:defRPr/>
            </a:pPr>
            <a:r>
              <a:rPr lang="en-US" sz="1200" kern="0">
                <a:solidFill>
                  <a:schemeClr val="bg1"/>
                </a:solidFill>
                <a:latin typeface="Century Gothic" panose="020B0502020202020204" pitchFamily="34" charset="0"/>
                <a:ea typeface="+mn-ea"/>
                <a:cs typeface="+mn-cs"/>
              </a:rPr>
              <a:t>We consist of specialized, interlinked companies that closely cooperate to serve our customers on a worldwide scale. We offer our clients full-stack digital transformation services and solutions.</a:t>
            </a:r>
          </a:p>
        </p:txBody>
      </p:sp>
      <p:sp>
        <p:nvSpPr>
          <p:cNvPr id="7" name="TextBox 6">
            <a:extLst>
              <a:ext uri="{FF2B5EF4-FFF2-40B4-BE49-F238E27FC236}">
                <a16:creationId xmlns:a16="http://schemas.microsoft.com/office/drawing/2014/main" id="{FB6F64D5-1830-DEAC-C8FE-E661AFFAB57C}"/>
              </a:ext>
            </a:extLst>
          </p:cNvPr>
          <p:cNvSpPr txBox="1"/>
          <p:nvPr/>
        </p:nvSpPr>
        <p:spPr>
          <a:xfrm>
            <a:off x="398567" y="4378105"/>
            <a:ext cx="187743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chemeClr val="bg1"/>
                </a:solidFill>
                <a:effectLst/>
                <a:uLnTx/>
                <a:uFillTx/>
                <a:latin typeface="Century Gothic" panose="020B0502020202020204" pitchFamily="34" charset="0"/>
                <a:sym typeface="Helvetica Neue"/>
              </a:rPr>
              <a:t>Our Mission: ‘</a:t>
            </a:r>
            <a:r>
              <a:rPr kumimoji="0" lang="en-US" sz="1200" b="1" i="0" u="none" strike="noStrike" kern="0" cap="none" spc="0" normalizeH="0" baseline="0" noProof="0">
                <a:ln>
                  <a:noFill/>
                </a:ln>
                <a:solidFill>
                  <a:schemeClr val="bg1"/>
                </a:solidFill>
                <a:effectLst/>
                <a:uLnTx/>
                <a:uFillTx/>
                <a:latin typeface="Century Gothic" panose="020B0502020202020204" pitchFamily="34" charset="0"/>
                <a:sym typeface="Proxima Nova"/>
              </a:rPr>
              <a:t>Authority’</a:t>
            </a:r>
            <a:endParaRPr kumimoji="0" lang="en-US" sz="1200" b="1" i="0" u="none" strike="noStrike" kern="0" cap="none" spc="0" normalizeH="0" baseline="0" noProof="0">
              <a:ln>
                <a:noFill/>
              </a:ln>
              <a:solidFill>
                <a:schemeClr val="bg1"/>
              </a:solidFill>
              <a:effectLst/>
              <a:uLnTx/>
              <a:uFillTx/>
              <a:latin typeface="Century Gothic" panose="020B0502020202020204" pitchFamily="34" charset="0"/>
              <a:sym typeface="Helvetica Neue"/>
            </a:endParaRPr>
          </a:p>
        </p:txBody>
      </p:sp>
      <p:sp>
        <p:nvSpPr>
          <p:cNvPr id="8" name="Rechthoek 8">
            <a:extLst>
              <a:ext uri="{FF2B5EF4-FFF2-40B4-BE49-F238E27FC236}">
                <a16:creationId xmlns:a16="http://schemas.microsoft.com/office/drawing/2014/main" id="{CC6AE5FB-EBCA-4E56-FBB2-AEABD195D3C3}"/>
              </a:ext>
            </a:extLst>
          </p:cNvPr>
          <p:cNvSpPr/>
          <p:nvPr/>
        </p:nvSpPr>
        <p:spPr>
          <a:xfrm>
            <a:off x="398567" y="4690617"/>
            <a:ext cx="5211819" cy="1923604"/>
          </a:xfrm>
          <a:prstGeom prst="rect">
            <a:avLst/>
          </a:prstGeom>
        </p:spPr>
        <p:txBody>
          <a:bodyPr wrap="square">
            <a:spAutoFit/>
          </a:bodyPr>
          <a:lstStyle/>
          <a:p>
            <a:pPr marR="0" lvl="0" indent="0" defTabSz="1219169" fontAlgn="auto" hangingPunct="0">
              <a:lnSpc>
                <a:spcPct val="100000"/>
              </a:lnSpc>
              <a:spcBef>
                <a:spcPts val="0"/>
              </a:spcBef>
              <a:spcAft>
                <a:spcPts val="0"/>
              </a:spcAft>
              <a:buClrTx/>
              <a:buSzTx/>
              <a:buFontTx/>
              <a:buNone/>
              <a:tabLst/>
              <a:defRPr/>
            </a:pP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This mission was defined in 2004 and has guided </a:t>
            </a:r>
            <a:r>
              <a:rPr lang="en-US" sz="900" kern="0" err="1">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Xebia</a:t>
            </a: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 ever since to become the company it is today: 6</a:t>
            </a:r>
            <a:r>
              <a:rPr lang="pl-PL"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5</a:t>
            </a: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00+ people with over 24+ offices globally.</a:t>
            </a:r>
          </a:p>
          <a:p>
            <a:pPr marR="0" lvl="0" indent="0" defTabSz="1219169" fontAlgn="auto" hangingPunct="0">
              <a:lnSpc>
                <a:spcPct val="100000"/>
              </a:lnSpc>
              <a:spcBef>
                <a:spcPts val="0"/>
              </a:spcBef>
              <a:spcAft>
                <a:spcPts val="0"/>
              </a:spcAft>
              <a:buClrTx/>
              <a:buSzTx/>
              <a:buFontTx/>
              <a:buNone/>
              <a:tabLst/>
              <a:defRPr/>
            </a:pPr>
            <a:endPar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endParaRPr>
          </a:p>
          <a:p>
            <a:pPr marR="0" lvl="0" indent="0" defTabSz="1219169" fontAlgn="auto" hangingPunct="0">
              <a:lnSpc>
                <a:spcPct val="100000"/>
              </a:lnSpc>
              <a:spcBef>
                <a:spcPts val="0"/>
              </a:spcBef>
              <a:spcAft>
                <a:spcPts val="0"/>
              </a:spcAft>
              <a:buClrTx/>
              <a:buSzTx/>
              <a:buFontTx/>
              <a:buNone/>
              <a:tabLst/>
              <a:defRPr/>
            </a:pP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Our mission can be translated into 4 tangible drivers:</a:t>
            </a:r>
          </a:p>
          <a:p>
            <a:pPr marL="171450" marR="0" lvl="6" indent="-171450" defTabSz="1219169" fontAlgn="auto" hangingPunct="0">
              <a:lnSpc>
                <a:spcPct val="100000"/>
              </a:lnSpc>
              <a:spcBef>
                <a:spcPts val="0"/>
              </a:spcBef>
              <a:spcAft>
                <a:spcPts val="0"/>
              </a:spcAft>
              <a:buClrTx/>
              <a:buSzTx/>
              <a:buFont typeface="Arial" panose="020B0604020202020204" pitchFamily="34" charset="0"/>
              <a:buChar char="•"/>
              <a:tabLst/>
              <a:defRPr/>
            </a:pP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Become the no. 1 or 2 in each of our market domains</a:t>
            </a:r>
          </a:p>
          <a:p>
            <a:pPr marL="171450" marR="0" lvl="6" indent="-171450" defTabSz="1219169" fontAlgn="auto" hangingPunct="0">
              <a:lnSpc>
                <a:spcPct val="100000"/>
              </a:lnSpc>
              <a:spcBef>
                <a:spcPts val="0"/>
              </a:spcBef>
              <a:spcAft>
                <a:spcPts val="0"/>
              </a:spcAft>
              <a:buClrTx/>
              <a:buSzTx/>
              <a:buFont typeface="Arial" panose="020B0604020202020204" pitchFamily="34" charset="0"/>
              <a:buChar char="•"/>
              <a:tabLst/>
              <a:defRPr/>
            </a:pP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Always perform the 9 on a scale of 10</a:t>
            </a:r>
          </a:p>
          <a:p>
            <a:pPr marL="171450" marR="0" lvl="6" indent="-171450" defTabSz="1219169" fontAlgn="auto" hangingPunct="0">
              <a:lnSpc>
                <a:spcPct val="100000"/>
              </a:lnSpc>
              <a:spcBef>
                <a:spcPts val="0"/>
              </a:spcBef>
              <a:spcAft>
                <a:spcPts val="0"/>
              </a:spcAft>
              <a:buClrTx/>
              <a:buSzTx/>
              <a:buFont typeface="Arial" panose="020B0604020202020204" pitchFamily="34" charset="0"/>
              <a:buChar char="•"/>
              <a:tabLst/>
              <a:defRPr/>
            </a:pP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Authority is our Big Hairy Audacious Goal </a:t>
            </a:r>
          </a:p>
          <a:p>
            <a:pPr marL="171450" marR="0" lvl="6" indent="-171450" defTabSz="1219169" fontAlgn="auto" hangingPunct="0">
              <a:lnSpc>
                <a:spcPct val="100000"/>
              </a:lnSpc>
              <a:spcBef>
                <a:spcPts val="0"/>
              </a:spcBef>
              <a:spcAft>
                <a:spcPts val="0"/>
              </a:spcAft>
              <a:buClrTx/>
              <a:buSzTx/>
              <a:buFont typeface="Arial" panose="020B0604020202020204" pitchFamily="34" charset="0"/>
              <a:buChar char="•"/>
              <a:tabLst/>
              <a:defRPr/>
            </a:pP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Be the best professional in a specific domain area.</a:t>
            </a:r>
          </a:p>
          <a:p>
            <a:pPr marR="0" lvl="0" indent="0" defTabSz="1219169" fontAlgn="auto" hangingPunct="0">
              <a:lnSpc>
                <a:spcPct val="100000"/>
              </a:lnSpc>
              <a:spcBef>
                <a:spcPts val="0"/>
              </a:spcBef>
              <a:spcAft>
                <a:spcPts val="0"/>
              </a:spcAft>
              <a:buClrTx/>
              <a:buSzTx/>
              <a:buFontTx/>
              <a:buNone/>
              <a:tabLst/>
              <a:defRPr/>
            </a:pPr>
            <a:endParaRPr lang="nl-NL"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endParaRPr>
          </a:p>
          <a:p>
            <a:pPr marR="0" lvl="0" indent="0" defTabSz="1219169" fontAlgn="auto" hangingPunct="0">
              <a:lnSpc>
                <a:spcPct val="100000"/>
              </a:lnSpc>
              <a:spcBef>
                <a:spcPts val="0"/>
              </a:spcBef>
              <a:spcAft>
                <a:spcPts val="0"/>
              </a:spcAft>
              <a:buClrTx/>
              <a:buSzTx/>
              <a:buFontTx/>
              <a:buNone/>
              <a:tabLst/>
              <a:defRPr/>
            </a:pP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When teaming up with </a:t>
            </a:r>
            <a:r>
              <a:rPr lang="en-US" sz="900" kern="0" err="1">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Xebia</a:t>
            </a:r>
            <a:r>
              <a:rPr lang="en-US"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rPr>
              <a:t>, expect in-depth expertise based on an authentic, values-led and high-quality driven way of working that inspires all we do. We sometimes call ourselves “Mainstream Frontrunners’’. And it all starts with hiring the right people.</a:t>
            </a:r>
            <a:endParaRPr lang="nl-NL" sz="90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endParaRPr>
          </a:p>
          <a:p>
            <a:pPr marR="0" lvl="0" indent="0" defTabSz="1219169" fontAlgn="auto" hangingPunct="0">
              <a:lnSpc>
                <a:spcPct val="100000"/>
              </a:lnSpc>
              <a:spcBef>
                <a:spcPts val="0"/>
              </a:spcBef>
              <a:spcAft>
                <a:spcPts val="0"/>
              </a:spcAft>
              <a:buClrTx/>
              <a:buSzTx/>
              <a:buFontTx/>
              <a:buNone/>
              <a:tabLst/>
              <a:defRPr/>
            </a:pPr>
            <a:endParaRPr lang="nl-NL" sz="1050" kern="0">
              <a:solidFill>
                <a:schemeClr val="bg1"/>
              </a:solidFill>
              <a:latin typeface="Open Sans" panose="020B0606030504020204" pitchFamily="34" charset="0"/>
              <a:ea typeface="Open Sans" panose="020B0606030504020204" pitchFamily="34" charset="0"/>
              <a:cs typeface="Open Sans" panose="020B0606030504020204" pitchFamily="34" charset="0"/>
              <a:sym typeface="Helvetica Neue"/>
            </a:endParaRPr>
          </a:p>
        </p:txBody>
      </p:sp>
      <p:sp>
        <p:nvSpPr>
          <p:cNvPr id="9" name="Titel 1">
            <a:extLst>
              <a:ext uri="{FF2B5EF4-FFF2-40B4-BE49-F238E27FC236}">
                <a16:creationId xmlns:a16="http://schemas.microsoft.com/office/drawing/2014/main" id="{099E2464-6586-EDC1-AA6C-C7EA20ED6984}"/>
              </a:ext>
            </a:extLst>
          </p:cNvPr>
          <p:cNvSpPr txBox="1">
            <a:spLocks/>
          </p:cNvSpPr>
          <p:nvPr/>
        </p:nvSpPr>
        <p:spPr>
          <a:xfrm>
            <a:off x="398567" y="444641"/>
            <a:ext cx="9034664" cy="895483"/>
          </a:xfrm>
          <a:prstGeom prst="rect">
            <a:avLst/>
          </a:prstGeom>
          <a:noFill/>
        </p:spPr>
        <p:txBody>
          <a:bodyPr vert="horz" wrap="square" lIns="0" tIns="108000" rIns="108000" bIns="36000" rtlCol="0" anchor="ctr">
            <a:noAutofit/>
          </a:bodyPr>
          <a:lstStyle>
            <a:lvl1pPr algn="l" defTabSz="914400" rtl="0" eaLnBrk="1" latinLnBrk="0" hangingPunct="1">
              <a:lnSpc>
                <a:spcPct val="80000"/>
              </a:lnSpc>
              <a:spcBef>
                <a:spcPct val="0"/>
              </a:spcBef>
              <a:buNone/>
              <a:tabLst>
                <a:tab pos="1255713" algn="l"/>
              </a:tabLst>
              <a:defRPr sz="2600" b="0" strike="noStrike" kern="1200" cap="none" spc="0" baseline="0">
                <a:solidFill>
                  <a:schemeClr val="accent2"/>
                </a:solidFill>
                <a:latin typeface="+mj-lt"/>
                <a:ea typeface="+mj-ea"/>
                <a:cs typeface="Segoe UI" panose="020B0502040204020203" pitchFamily="34" charset="0"/>
              </a:defRPr>
            </a:lvl1pPr>
          </a:lstStyle>
          <a:p>
            <a:r>
              <a:rPr lang="pl-PL" sz="3200" b="1" err="1">
                <a:solidFill>
                  <a:srgbClr val="BB8EB4"/>
                </a:solidFill>
                <a:latin typeface="Century Gothic" panose="020B0502020202020204" pitchFamily="34" charset="0"/>
              </a:rPr>
              <a:t>Introduction</a:t>
            </a:r>
            <a:r>
              <a:rPr lang="pl-PL" sz="3200" b="1">
                <a:solidFill>
                  <a:srgbClr val="BB8EB4"/>
                </a:solidFill>
                <a:latin typeface="Century Gothic" panose="020B0502020202020204" pitchFamily="34" charset="0"/>
              </a:rPr>
              <a:t> to </a:t>
            </a:r>
            <a:r>
              <a:rPr lang="pl-PL" sz="3200" b="1" err="1">
                <a:solidFill>
                  <a:srgbClr val="BB8EB4"/>
                </a:solidFill>
                <a:latin typeface="Century Gothic" panose="020B0502020202020204" pitchFamily="34" charset="0"/>
              </a:rPr>
              <a:t>Xebia</a:t>
            </a:r>
            <a:endParaRPr lang="nl-NL" sz="3200" b="1">
              <a:solidFill>
                <a:srgbClr val="BB8EB4"/>
              </a:solidFill>
              <a:latin typeface="Century Gothic" panose="020B0502020202020204" pitchFamily="34" charset="0"/>
            </a:endParaRPr>
          </a:p>
        </p:txBody>
      </p:sp>
      <p:pic>
        <p:nvPicPr>
          <p:cNvPr id="11" name="Afbeelding" descr="Afbeelding">
            <a:extLst>
              <a:ext uri="{FF2B5EF4-FFF2-40B4-BE49-F238E27FC236}">
                <a16:creationId xmlns:a16="http://schemas.microsoft.com/office/drawing/2014/main" id="{A8B5F547-8691-32C2-6B8F-19F968EB4CCD}"/>
              </a:ext>
            </a:extLst>
          </p:cNvPr>
          <p:cNvPicPr>
            <a:picLocks noChangeAspect="1"/>
          </p:cNvPicPr>
          <p:nvPr/>
        </p:nvPicPr>
        <p:blipFill>
          <a:blip r:embed="rId3" cstate="email">
            <a:extLst>
              <a:ext uri="{BEBA8EAE-BF5A-486C-A8C5-ECC9F3942E4B}">
                <a14:imgProps xmlns:a14="http://schemas.microsoft.com/office/drawing/2010/main">
                  <a14:imgLayer r:embed="rId4">
                    <a14:imgEffect>
                      <a14:brightnessContrast bright="69000" contrast="100000"/>
                    </a14:imgEffect>
                  </a14:imgLayer>
                </a14:imgProps>
              </a:ext>
              <a:ext uri="{28A0092B-C50C-407E-A947-70E740481C1C}">
                <a14:useLocalDpi xmlns:a14="http://schemas.microsoft.com/office/drawing/2010/main"/>
              </a:ext>
            </a:extLst>
          </a:blip>
          <a:stretch>
            <a:fillRect/>
          </a:stretch>
        </p:blipFill>
        <p:spPr>
          <a:xfrm>
            <a:off x="446571" y="1664150"/>
            <a:ext cx="2489244" cy="822025"/>
          </a:xfrm>
          <a:prstGeom prst="rect">
            <a:avLst/>
          </a:prstGeom>
          <a:ln w="12700">
            <a:miter lim="400000"/>
          </a:ln>
        </p:spPr>
      </p:pic>
      <p:sp>
        <p:nvSpPr>
          <p:cNvPr id="3" name="TextBox 2">
            <a:extLst>
              <a:ext uri="{FF2B5EF4-FFF2-40B4-BE49-F238E27FC236}">
                <a16:creationId xmlns:a16="http://schemas.microsoft.com/office/drawing/2014/main" id="{0B4665A1-4050-C5E6-3887-E92888E373A0}"/>
              </a:ext>
            </a:extLst>
          </p:cNvPr>
          <p:cNvSpPr txBox="1"/>
          <p:nvPr/>
        </p:nvSpPr>
        <p:spPr>
          <a:xfrm>
            <a:off x="7193694" y="688651"/>
            <a:ext cx="2331087" cy="49244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sz="2600" b="1" kern="0">
                <a:solidFill>
                  <a:schemeClr val="accent1"/>
                </a:solidFill>
                <a:latin typeface="Century Gothic" panose="020B0502020202020204" pitchFamily="34" charset="0"/>
                <a:sym typeface="Helvetica Neue"/>
              </a:rPr>
              <a:t>X</a:t>
            </a:r>
            <a:r>
              <a:rPr kumimoji="0" lang="pl-PL" sz="2600" b="1" i="0" u="none" strike="noStrike" kern="0" cap="none" spc="0" normalizeH="0" baseline="0" noProof="0" err="1">
                <a:ln>
                  <a:noFill/>
                </a:ln>
                <a:solidFill>
                  <a:schemeClr val="accent1"/>
                </a:solidFill>
                <a:effectLst/>
                <a:uLnTx/>
                <a:uFillTx/>
                <a:latin typeface="Century Gothic" panose="020B0502020202020204" pitchFamily="34" charset="0"/>
                <a:sym typeface="Helvetica Neue"/>
              </a:rPr>
              <a:t>ebia</a:t>
            </a:r>
            <a:r>
              <a:rPr kumimoji="0" lang="pl-PL" sz="2600" b="1" i="0" u="none" strike="noStrike" kern="0" cap="none" spc="0" normalizeH="0" baseline="0" noProof="0">
                <a:ln>
                  <a:noFill/>
                </a:ln>
                <a:solidFill>
                  <a:schemeClr val="accent1"/>
                </a:solidFill>
                <a:effectLst/>
                <a:uLnTx/>
                <a:uFillTx/>
                <a:latin typeface="Century Gothic" panose="020B0502020202020204" pitchFamily="34" charset="0"/>
                <a:sym typeface="Helvetica Neue"/>
              </a:rPr>
              <a:t> </a:t>
            </a:r>
            <a:r>
              <a:rPr kumimoji="0" lang="pl-PL" sz="2600" b="1" i="0" u="none" strike="noStrike" kern="0" cap="none" spc="0" normalizeH="0" baseline="0" noProof="0" err="1">
                <a:ln>
                  <a:noFill/>
                </a:ln>
                <a:solidFill>
                  <a:schemeClr val="accent1"/>
                </a:solidFill>
                <a:effectLst/>
                <a:uLnTx/>
                <a:uFillTx/>
                <a:latin typeface="Century Gothic" panose="020B0502020202020204" pitchFamily="34" charset="0"/>
                <a:sym typeface="Helvetica Neue"/>
              </a:rPr>
              <a:t>Values</a:t>
            </a:r>
            <a:endParaRPr kumimoji="0" lang="en-US" sz="2600" b="1" i="0" u="none" strike="noStrike" kern="0" cap="none" spc="0" normalizeH="0" baseline="0" noProof="0">
              <a:ln>
                <a:noFill/>
              </a:ln>
              <a:solidFill>
                <a:schemeClr val="accent1"/>
              </a:solidFill>
              <a:effectLst/>
              <a:uLnTx/>
              <a:uFillTx/>
              <a:latin typeface="Century Gothic" panose="020B0502020202020204" pitchFamily="34" charset="0"/>
              <a:sym typeface="Helvetica Neue"/>
            </a:endParaRPr>
          </a:p>
        </p:txBody>
      </p:sp>
      <p:sp>
        <p:nvSpPr>
          <p:cNvPr id="12" name="TextBox 11">
            <a:extLst>
              <a:ext uri="{FF2B5EF4-FFF2-40B4-BE49-F238E27FC236}">
                <a16:creationId xmlns:a16="http://schemas.microsoft.com/office/drawing/2014/main" id="{325B9F5A-DBF7-E116-80FC-E9FC4692B794}"/>
              </a:ext>
            </a:extLst>
          </p:cNvPr>
          <p:cNvSpPr txBox="1"/>
          <p:nvPr/>
        </p:nvSpPr>
        <p:spPr>
          <a:xfrm>
            <a:off x="8009939" y="1557042"/>
            <a:ext cx="116410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41F66"/>
                </a:solidFill>
                <a:effectLst/>
                <a:uLnTx/>
                <a:uFillTx/>
                <a:latin typeface="Century Gothic" panose="020B0502020202020204" pitchFamily="34" charset="0"/>
              </a:rPr>
              <a:t>People First</a:t>
            </a:r>
          </a:p>
        </p:txBody>
      </p:sp>
      <p:sp>
        <p:nvSpPr>
          <p:cNvPr id="13" name="TextBox 12">
            <a:extLst>
              <a:ext uri="{FF2B5EF4-FFF2-40B4-BE49-F238E27FC236}">
                <a16:creationId xmlns:a16="http://schemas.microsoft.com/office/drawing/2014/main" id="{7F602197-CB2A-C606-61AC-87ECB80F79EA}"/>
              </a:ext>
            </a:extLst>
          </p:cNvPr>
          <p:cNvSpPr txBox="1"/>
          <p:nvPr/>
        </p:nvSpPr>
        <p:spPr>
          <a:xfrm>
            <a:off x="8009939" y="1864382"/>
            <a:ext cx="3443309" cy="784830"/>
          </a:xfrm>
          <a:prstGeom prst="rect">
            <a:avLst/>
          </a:prstGeom>
          <a:noFill/>
        </p:spPr>
        <p:txBody>
          <a:bodyPr wrap="square" rtlCol="0">
            <a:spAutoFit/>
          </a:bodyPr>
          <a:lstStyle/>
          <a:p>
            <a:pPr marR="0" lvl="0" indent="0" defTabSz="1219169" fontAlgn="auto" hangingPunct="0">
              <a:lnSpc>
                <a:spcPct val="100000"/>
              </a:lnSpc>
              <a:spcBef>
                <a:spcPts val="0"/>
              </a:spcBef>
              <a:spcAft>
                <a:spcPts val="0"/>
              </a:spcAft>
              <a:buClrTx/>
              <a:buSzTx/>
              <a:buFontTx/>
              <a:buNone/>
              <a:tabLst/>
              <a:defRPr/>
            </a:pPr>
            <a:r>
              <a:rPr lang="en-US" sz="900" kern="0" err="1">
                <a:solidFill>
                  <a:srgbClr val="4D4D4D"/>
                </a:solidFill>
                <a:latin typeface="Open Sans" panose="020B0606030504020204" pitchFamily="34" charset="0"/>
                <a:ea typeface="Open Sans" panose="020B0606030504020204" pitchFamily="34" charset="0"/>
                <a:cs typeface="Open Sans" panose="020B0606030504020204" pitchFamily="34" charset="0"/>
              </a:rPr>
              <a:t>Xebia</a:t>
            </a:r>
            <a:r>
              <a:rPr lang="en-US" sz="900" kern="0">
                <a:solidFill>
                  <a:srgbClr val="4D4D4D"/>
                </a:solidFill>
                <a:latin typeface="Open Sans" panose="020B0606030504020204" pitchFamily="34" charset="0"/>
                <a:ea typeface="Open Sans" panose="020B0606030504020204" pitchFamily="34" charset="0"/>
                <a:cs typeface="Open Sans" panose="020B0606030504020204" pitchFamily="34" charset="0"/>
              </a:rPr>
              <a:t> puts people first. We actively enable continuous personal and professional growth. With respect, trust, responsibility, and accountability. We cultivate great ideas, innovate and actively support you to become your very best. That’s how we have grown.</a:t>
            </a:r>
          </a:p>
        </p:txBody>
      </p:sp>
      <p:pic>
        <p:nvPicPr>
          <p:cNvPr id="14" name="IconsExperience@3x.png" descr="IconsExperience@3x.png">
            <a:extLst>
              <a:ext uri="{FF2B5EF4-FFF2-40B4-BE49-F238E27FC236}">
                <a16:creationId xmlns:a16="http://schemas.microsoft.com/office/drawing/2014/main" id="{F434DF87-2211-3120-8DAE-962375D980DE}"/>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7144512" y="1589940"/>
            <a:ext cx="691061" cy="632207"/>
          </a:xfrm>
          <a:prstGeom prst="rect">
            <a:avLst/>
          </a:prstGeom>
          <a:ln w="12700" cap="flat">
            <a:noFill/>
            <a:miter lim="400000"/>
          </a:ln>
          <a:effectLst/>
        </p:spPr>
      </p:pic>
      <p:sp>
        <p:nvSpPr>
          <p:cNvPr id="15" name="TextBox 14">
            <a:extLst>
              <a:ext uri="{FF2B5EF4-FFF2-40B4-BE49-F238E27FC236}">
                <a16:creationId xmlns:a16="http://schemas.microsoft.com/office/drawing/2014/main" id="{EA472786-905B-9B8D-D2F4-FF4525D1F7CD}"/>
              </a:ext>
            </a:extLst>
          </p:cNvPr>
          <p:cNvSpPr txBox="1"/>
          <p:nvPr/>
        </p:nvSpPr>
        <p:spPr>
          <a:xfrm>
            <a:off x="8009939" y="2909771"/>
            <a:ext cx="191911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41F66"/>
                </a:solidFill>
                <a:effectLst/>
                <a:uLnTx/>
                <a:uFillTx/>
                <a:latin typeface="Century Gothic" panose="020B0502020202020204" pitchFamily="34" charset="0"/>
              </a:rPr>
              <a:t>Sharing Knowledge</a:t>
            </a:r>
          </a:p>
        </p:txBody>
      </p:sp>
      <p:sp>
        <p:nvSpPr>
          <p:cNvPr id="16" name="TextBox 15">
            <a:extLst>
              <a:ext uri="{FF2B5EF4-FFF2-40B4-BE49-F238E27FC236}">
                <a16:creationId xmlns:a16="http://schemas.microsoft.com/office/drawing/2014/main" id="{87CC2807-16C1-12A6-3734-2A307597D5FD}"/>
              </a:ext>
            </a:extLst>
          </p:cNvPr>
          <p:cNvSpPr txBox="1"/>
          <p:nvPr/>
        </p:nvSpPr>
        <p:spPr>
          <a:xfrm>
            <a:off x="8009939" y="3217111"/>
            <a:ext cx="3619149" cy="1061829"/>
          </a:xfrm>
          <a:prstGeom prst="rect">
            <a:avLst/>
          </a:prstGeom>
          <a:noFill/>
        </p:spPr>
        <p:txBody>
          <a:bodyPr wrap="square" rtlCol="0">
            <a:spAutoFit/>
          </a:bodyPr>
          <a:lstStyle/>
          <a:p>
            <a:pPr marR="0" lvl="0" indent="0" defTabSz="1219169" fontAlgn="auto" hangingPunct="0">
              <a:lnSpc>
                <a:spcPct val="100000"/>
              </a:lnSpc>
              <a:spcBef>
                <a:spcPts val="0"/>
              </a:spcBef>
              <a:spcAft>
                <a:spcPts val="0"/>
              </a:spcAft>
              <a:buClrTx/>
              <a:buSzTx/>
              <a:buFontTx/>
              <a:buNone/>
              <a:tabLst/>
              <a:defRPr/>
            </a:pPr>
            <a:r>
              <a:rPr lang="en-US" sz="900" kern="0">
                <a:solidFill>
                  <a:srgbClr val="4D4D4D"/>
                </a:solidFill>
                <a:latin typeface="Open Sans" panose="020B0606030504020204" pitchFamily="34" charset="0"/>
                <a:ea typeface="Open Sans" panose="020B0606030504020204" pitchFamily="34" charset="0"/>
                <a:cs typeface="Open Sans" panose="020B0606030504020204" pitchFamily="34" charset="0"/>
              </a:rPr>
              <a:t>Supporting the passion of exceptionally smart people forms the foundation of our organization. Our bi-weekly company-wide knowledge exchanges, innovation days, tech-rallies and training programs make knowledge flow within Xebia and beyond and contribute to exploring and achieving our full potential, individually and collectively.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5E5E5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pic>
        <p:nvPicPr>
          <p:cNvPr id="17" name="IconsKnowledge@3x.png" descr="IconsKnowledge@3x.png">
            <a:extLst>
              <a:ext uri="{FF2B5EF4-FFF2-40B4-BE49-F238E27FC236}">
                <a16:creationId xmlns:a16="http://schemas.microsoft.com/office/drawing/2014/main" id="{B78DEFA8-BB22-542B-5B8E-45D1E398FA26}"/>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7203366" y="2867717"/>
            <a:ext cx="632207" cy="561283"/>
          </a:xfrm>
          <a:prstGeom prst="rect">
            <a:avLst/>
          </a:prstGeom>
          <a:ln w="12700" cap="flat">
            <a:noFill/>
            <a:miter lim="400000"/>
          </a:ln>
          <a:effectLst/>
        </p:spPr>
      </p:pic>
      <p:sp>
        <p:nvSpPr>
          <p:cNvPr id="18" name="TextBox 17">
            <a:extLst>
              <a:ext uri="{FF2B5EF4-FFF2-40B4-BE49-F238E27FC236}">
                <a16:creationId xmlns:a16="http://schemas.microsoft.com/office/drawing/2014/main" id="{7097E6C3-D8A1-EF73-B3B2-01F21DF686F7}"/>
              </a:ext>
            </a:extLst>
          </p:cNvPr>
          <p:cNvSpPr txBox="1"/>
          <p:nvPr/>
        </p:nvSpPr>
        <p:spPr>
          <a:xfrm>
            <a:off x="8009939" y="4407435"/>
            <a:ext cx="275267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41F66"/>
                </a:solidFill>
                <a:effectLst/>
                <a:uLnTx/>
                <a:uFillTx/>
                <a:latin typeface="Century Gothic" panose="020B0502020202020204" pitchFamily="34" charset="0"/>
              </a:rPr>
              <a:t>Quality without Compromise</a:t>
            </a:r>
          </a:p>
        </p:txBody>
      </p:sp>
      <p:sp>
        <p:nvSpPr>
          <p:cNvPr id="19" name="TextBox 18">
            <a:extLst>
              <a:ext uri="{FF2B5EF4-FFF2-40B4-BE49-F238E27FC236}">
                <a16:creationId xmlns:a16="http://schemas.microsoft.com/office/drawing/2014/main" id="{54E32192-B99D-28E7-1005-A9871207430D}"/>
              </a:ext>
            </a:extLst>
          </p:cNvPr>
          <p:cNvSpPr txBox="1"/>
          <p:nvPr/>
        </p:nvSpPr>
        <p:spPr>
          <a:xfrm>
            <a:off x="8009939" y="4714775"/>
            <a:ext cx="3544048" cy="646331"/>
          </a:xfrm>
          <a:prstGeom prst="rect">
            <a:avLst/>
          </a:prstGeom>
          <a:noFill/>
        </p:spPr>
        <p:txBody>
          <a:bodyPr wrap="square" rtlCol="0">
            <a:spAutoFit/>
          </a:bodyPr>
          <a:lstStyle/>
          <a:p>
            <a:pPr marR="0" lvl="0" indent="0" defTabSz="1219169" fontAlgn="auto" hangingPunct="0">
              <a:lnSpc>
                <a:spcPct val="100000"/>
              </a:lnSpc>
              <a:spcBef>
                <a:spcPts val="0"/>
              </a:spcBef>
              <a:spcAft>
                <a:spcPts val="0"/>
              </a:spcAft>
              <a:buClrTx/>
              <a:buSzTx/>
              <a:buFontTx/>
              <a:buNone/>
              <a:tabLst/>
              <a:defRPr/>
            </a:pPr>
            <a:r>
              <a:rPr lang="en-US" sz="900" kern="0">
                <a:solidFill>
                  <a:srgbClr val="4D4D4D"/>
                </a:solidFill>
                <a:latin typeface="Open Sans" panose="020B0606030504020204" pitchFamily="34" charset="0"/>
                <a:ea typeface="Open Sans" panose="020B0606030504020204" pitchFamily="34" charset="0"/>
                <a:cs typeface="Open Sans" panose="020B0606030504020204" pitchFamily="34" charset="0"/>
              </a:rPr>
              <a:t>At </a:t>
            </a:r>
            <a:r>
              <a:rPr lang="en-US" sz="900" kern="0" err="1">
                <a:solidFill>
                  <a:srgbClr val="4D4D4D"/>
                </a:solidFill>
                <a:latin typeface="Open Sans" panose="020B0606030504020204" pitchFamily="34" charset="0"/>
                <a:ea typeface="Open Sans" panose="020B0606030504020204" pitchFamily="34" charset="0"/>
                <a:cs typeface="Open Sans" panose="020B0606030504020204" pitchFamily="34" charset="0"/>
              </a:rPr>
              <a:t>Xebia</a:t>
            </a:r>
            <a:r>
              <a:rPr lang="en-US" sz="900" kern="0">
                <a:solidFill>
                  <a:srgbClr val="4D4D4D"/>
                </a:solidFill>
                <a:latin typeface="Open Sans" panose="020B0606030504020204" pitchFamily="34" charset="0"/>
                <a:ea typeface="Open Sans" panose="020B0606030504020204" pitchFamily="34" charset="0"/>
                <a:cs typeface="Open Sans" panose="020B0606030504020204" pitchFamily="34" charset="0"/>
              </a:rPr>
              <a:t>, quality without compromise is the mantra. Be it the work we do for our customers, the tools we all work with, our hiring process, our parties or our offices' design. We set the bar at 100%, because we don’t compromise.</a:t>
            </a:r>
          </a:p>
        </p:txBody>
      </p:sp>
      <p:pic>
        <p:nvPicPr>
          <p:cNvPr id="20" name="IconsArtboard 18@3x.png" descr="IconsArtboard 18@3x.png">
            <a:extLst>
              <a:ext uri="{FF2B5EF4-FFF2-40B4-BE49-F238E27FC236}">
                <a16:creationId xmlns:a16="http://schemas.microsoft.com/office/drawing/2014/main" id="{CC704BD2-ACAA-B01E-5253-DCCFB0E86E46}"/>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7193694" y="4278940"/>
            <a:ext cx="651550" cy="632207"/>
          </a:xfrm>
          <a:prstGeom prst="rect">
            <a:avLst/>
          </a:prstGeom>
          <a:ln w="12700" cap="flat">
            <a:noFill/>
            <a:miter lim="400000"/>
          </a:ln>
          <a:effectLst/>
        </p:spPr>
      </p:pic>
      <p:sp>
        <p:nvSpPr>
          <p:cNvPr id="21" name="TextBox 20">
            <a:extLst>
              <a:ext uri="{FF2B5EF4-FFF2-40B4-BE49-F238E27FC236}">
                <a16:creationId xmlns:a16="http://schemas.microsoft.com/office/drawing/2014/main" id="{155D8658-7ED5-8DAE-BE9E-18946676805A}"/>
              </a:ext>
            </a:extLst>
          </p:cNvPr>
          <p:cNvSpPr txBox="1"/>
          <p:nvPr/>
        </p:nvSpPr>
        <p:spPr>
          <a:xfrm>
            <a:off x="8009939" y="5541247"/>
            <a:ext cx="188224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741F66"/>
                </a:solidFill>
                <a:effectLst/>
                <a:uLnTx/>
                <a:uFillTx/>
                <a:latin typeface="Century Gothic" panose="020B0502020202020204" pitchFamily="34" charset="0"/>
              </a:rPr>
              <a:t>Customer Intimacy</a:t>
            </a:r>
          </a:p>
        </p:txBody>
      </p:sp>
      <p:sp>
        <p:nvSpPr>
          <p:cNvPr id="22" name="TextBox 21">
            <a:extLst>
              <a:ext uri="{FF2B5EF4-FFF2-40B4-BE49-F238E27FC236}">
                <a16:creationId xmlns:a16="http://schemas.microsoft.com/office/drawing/2014/main" id="{C345DA16-86DE-6189-F03D-A2DEB2E7534C}"/>
              </a:ext>
            </a:extLst>
          </p:cNvPr>
          <p:cNvSpPr txBox="1"/>
          <p:nvPr/>
        </p:nvSpPr>
        <p:spPr>
          <a:xfrm>
            <a:off x="8009939" y="5848587"/>
            <a:ext cx="3544048" cy="646331"/>
          </a:xfrm>
          <a:prstGeom prst="rect">
            <a:avLst/>
          </a:prstGeom>
          <a:noFill/>
        </p:spPr>
        <p:txBody>
          <a:bodyPr wrap="square" rtlCol="0">
            <a:spAutoFit/>
          </a:bodyPr>
          <a:lstStyle/>
          <a:p>
            <a:pPr marR="0" lvl="0" indent="0" defTabSz="1219169" fontAlgn="auto" hangingPunct="0">
              <a:lnSpc>
                <a:spcPct val="100000"/>
              </a:lnSpc>
              <a:spcBef>
                <a:spcPts val="0"/>
              </a:spcBef>
              <a:spcAft>
                <a:spcPts val="0"/>
              </a:spcAft>
              <a:buClrTx/>
              <a:buSzTx/>
              <a:buFontTx/>
              <a:buNone/>
              <a:tabLst/>
              <a:defRPr/>
            </a:pPr>
            <a:r>
              <a:rPr lang="en-US" sz="900" kern="0">
                <a:solidFill>
                  <a:srgbClr val="4D4D4D"/>
                </a:solidFill>
                <a:latin typeface="Open Sans" panose="020B0606030504020204" pitchFamily="34" charset="0"/>
                <a:ea typeface="Open Sans" panose="020B0606030504020204" pitchFamily="34" charset="0"/>
                <a:cs typeface="Open Sans" panose="020B0606030504020204" pitchFamily="34" charset="0"/>
              </a:rPr>
              <a:t>We build long-lasting relationships with our customers and serve them on an equal level. We work on common goals and trust by showing genuine interest in the person and adding value pro-actively and consistently. </a:t>
            </a:r>
          </a:p>
        </p:txBody>
      </p:sp>
      <p:pic>
        <p:nvPicPr>
          <p:cNvPr id="23" name="IconsUser@3x.png" descr="IconsUser@3x.png">
            <a:extLst>
              <a:ext uri="{FF2B5EF4-FFF2-40B4-BE49-F238E27FC236}">
                <a16:creationId xmlns:a16="http://schemas.microsoft.com/office/drawing/2014/main" id="{C5B4B5A5-5ED5-4238-95CE-53A69AD5D240}"/>
              </a:ext>
            </a:extLst>
          </p:cNvPr>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a:xfrm>
            <a:off x="7204807" y="5333005"/>
            <a:ext cx="632207" cy="632207"/>
          </a:xfrm>
          <a:prstGeom prst="rect">
            <a:avLst/>
          </a:prstGeom>
          <a:ln w="12700" cap="flat">
            <a:noFill/>
            <a:miter lim="400000"/>
          </a:ln>
          <a:effectLst/>
        </p:spPr>
      </p:pic>
    </p:spTree>
    <p:extLst>
      <p:ext uri="{BB962C8B-B14F-4D97-AF65-F5344CB8AC3E}">
        <p14:creationId xmlns:p14="http://schemas.microsoft.com/office/powerpoint/2010/main" val="117894129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555F76B6-7E50-F6DD-94D6-671993CF109E}"/>
              </a:ext>
            </a:extLst>
          </p:cNvPr>
          <p:cNvSpPr/>
          <p:nvPr/>
        </p:nvSpPr>
        <p:spPr>
          <a:xfrm>
            <a:off x="528084" y="297891"/>
            <a:ext cx="3904452" cy="1098464"/>
          </a:xfrm>
          <a:prstGeom prst="roundRect">
            <a:avLst>
              <a:gd name="adj" fmla="val 2142"/>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ounded Rectangle 16">
            <a:extLst>
              <a:ext uri="{FF2B5EF4-FFF2-40B4-BE49-F238E27FC236}">
                <a16:creationId xmlns:a16="http://schemas.microsoft.com/office/drawing/2014/main" id="{3CCED6FE-B63E-B57D-C889-680A72B21BE6}"/>
              </a:ext>
            </a:extLst>
          </p:cNvPr>
          <p:cNvSpPr/>
          <p:nvPr/>
        </p:nvSpPr>
        <p:spPr>
          <a:xfrm>
            <a:off x="626846" y="334482"/>
            <a:ext cx="904415" cy="261610"/>
          </a:xfrm>
          <a:prstGeom prst="roundRect">
            <a:avLst>
              <a:gd name="adj" fmla="val 3723"/>
            </a:avLst>
          </a:prstGeom>
          <a:solidFill>
            <a:srgbClr val="6C1D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F406E4C7-4E3C-0822-76F2-DC732D6C83E0}"/>
              </a:ext>
            </a:extLst>
          </p:cNvPr>
          <p:cNvSpPr txBox="1"/>
          <p:nvPr/>
        </p:nvSpPr>
        <p:spPr>
          <a:xfrm>
            <a:off x="626842" y="334481"/>
            <a:ext cx="667170"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venir Medium" panose="02000503020000020003" pitchFamily="2" charset="0"/>
                <a:ea typeface="+mn-ea"/>
                <a:cs typeface="+mn-cs"/>
              </a:rPr>
              <a:t>Mission</a:t>
            </a:r>
          </a:p>
        </p:txBody>
      </p:sp>
      <p:sp>
        <p:nvSpPr>
          <p:cNvPr id="19" name="TextBox 18">
            <a:extLst>
              <a:ext uri="{FF2B5EF4-FFF2-40B4-BE49-F238E27FC236}">
                <a16:creationId xmlns:a16="http://schemas.microsoft.com/office/drawing/2014/main" id="{A5960398-3441-8F58-70A1-A24684C49374}"/>
              </a:ext>
            </a:extLst>
          </p:cNvPr>
          <p:cNvSpPr txBox="1"/>
          <p:nvPr/>
        </p:nvSpPr>
        <p:spPr>
          <a:xfrm>
            <a:off x="626846" y="617862"/>
            <a:ext cx="816249" cy="230832"/>
          </a:xfrm>
          <a:prstGeom prst="rect">
            <a:avLst/>
          </a:prstGeom>
          <a:noFill/>
        </p:spPr>
        <p:txBody>
          <a:bodyPr wrap="none" rtlCol="0">
            <a:spAutoFit/>
          </a:bodyPr>
          <a:lstStyle/>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Authority</a:t>
            </a:r>
          </a:p>
        </p:txBody>
      </p:sp>
      <p:sp>
        <p:nvSpPr>
          <p:cNvPr id="29" name="Rounded Rectangle 28">
            <a:extLst>
              <a:ext uri="{FF2B5EF4-FFF2-40B4-BE49-F238E27FC236}">
                <a16:creationId xmlns:a16="http://schemas.microsoft.com/office/drawing/2014/main" id="{BB154C13-5D53-7679-47E8-D06490875C4E}"/>
              </a:ext>
            </a:extLst>
          </p:cNvPr>
          <p:cNvSpPr/>
          <p:nvPr/>
        </p:nvSpPr>
        <p:spPr>
          <a:xfrm>
            <a:off x="1564506" y="337680"/>
            <a:ext cx="1377426" cy="261610"/>
          </a:xfrm>
          <a:prstGeom prst="roundRect">
            <a:avLst>
              <a:gd name="adj" fmla="val 3723"/>
            </a:avLst>
          </a:prstGeom>
          <a:solidFill>
            <a:srgbClr val="6C1D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F764441F-78DD-E32C-3575-D045E5D211B9}"/>
              </a:ext>
            </a:extLst>
          </p:cNvPr>
          <p:cNvSpPr txBox="1"/>
          <p:nvPr/>
        </p:nvSpPr>
        <p:spPr>
          <a:xfrm>
            <a:off x="1561050" y="337679"/>
            <a:ext cx="574196"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venir Medium" panose="02000503020000020003" pitchFamily="2" charset="0"/>
                <a:ea typeface="+mn-ea"/>
                <a:cs typeface="+mn-cs"/>
              </a:rPr>
              <a:t>Values</a:t>
            </a:r>
          </a:p>
        </p:txBody>
      </p:sp>
      <p:sp>
        <p:nvSpPr>
          <p:cNvPr id="28" name="TextBox 27">
            <a:extLst>
              <a:ext uri="{FF2B5EF4-FFF2-40B4-BE49-F238E27FC236}">
                <a16:creationId xmlns:a16="http://schemas.microsoft.com/office/drawing/2014/main" id="{CC19B61F-E3CF-162D-31F6-1CF27E238751}"/>
              </a:ext>
            </a:extLst>
          </p:cNvPr>
          <p:cNvSpPr txBox="1"/>
          <p:nvPr/>
        </p:nvSpPr>
        <p:spPr>
          <a:xfrm>
            <a:off x="1564506" y="619439"/>
            <a:ext cx="1503547" cy="784830"/>
          </a:xfrm>
          <a:prstGeom prst="rect">
            <a:avLst/>
          </a:prstGeom>
          <a:noFill/>
        </p:spPr>
        <p:txBody>
          <a:bodyPr wrap="square" rtlCol="0">
            <a:spAutoFit/>
          </a:bodyPr>
          <a:lstStyle/>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People First</a:t>
            </a:r>
          </a:p>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Sharing Knowledge</a:t>
            </a:r>
          </a:p>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Quality Without Compromise</a:t>
            </a:r>
          </a:p>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Customer Intimacy</a:t>
            </a:r>
          </a:p>
        </p:txBody>
      </p:sp>
      <p:sp>
        <p:nvSpPr>
          <p:cNvPr id="2" name="Rectangle 1">
            <a:extLst>
              <a:ext uri="{FF2B5EF4-FFF2-40B4-BE49-F238E27FC236}">
                <a16:creationId xmlns:a16="http://schemas.microsoft.com/office/drawing/2014/main" id="{3606001C-3F62-16A0-DC4D-DD9EC425E379}"/>
              </a:ext>
            </a:extLst>
          </p:cNvPr>
          <p:cNvSpPr/>
          <p:nvPr/>
        </p:nvSpPr>
        <p:spPr>
          <a:xfrm>
            <a:off x="10371076" y="427216"/>
            <a:ext cx="999460" cy="5528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ounded Rectangle 6">
            <a:extLst>
              <a:ext uri="{FF2B5EF4-FFF2-40B4-BE49-F238E27FC236}">
                <a16:creationId xmlns:a16="http://schemas.microsoft.com/office/drawing/2014/main" id="{22F9BF69-62D4-0064-C0CA-8FAE19C73226}"/>
              </a:ext>
            </a:extLst>
          </p:cNvPr>
          <p:cNvSpPr/>
          <p:nvPr/>
        </p:nvSpPr>
        <p:spPr>
          <a:xfrm>
            <a:off x="522959" y="1460049"/>
            <a:ext cx="3904451" cy="817871"/>
          </a:xfrm>
          <a:prstGeom prst="roundRect">
            <a:avLst>
              <a:gd name="adj" fmla="val 2142"/>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C63F324B-FFC3-6FCB-3DFC-BC1594B74EC9}"/>
              </a:ext>
            </a:extLst>
          </p:cNvPr>
          <p:cNvGrpSpPr/>
          <p:nvPr/>
        </p:nvGrpSpPr>
        <p:grpSpPr>
          <a:xfrm>
            <a:off x="583356" y="1496639"/>
            <a:ext cx="1316386" cy="261611"/>
            <a:chOff x="4454063" y="1747533"/>
            <a:chExt cx="1316386" cy="261611"/>
          </a:xfrm>
        </p:grpSpPr>
        <p:sp>
          <p:nvSpPr>
            <p:cNvPr id="9" name="Rounded Rectangle 8">
              <a:extLst>
                <a:ext uri="{FF2B5EF4-FFF2-40B4-BE49-F238E27FC236}">
                  <a16:creationId xmlns:a16="http://schemas.microsoft.com/office/drawing/2014/main" id="{B8E19E75-0C5D-9E75-D699-1D07ED4CFD78}"/>
                </a:ext>
              </a:extLst>
            </p:cNvPr>
            <p:cNvSpPr/>
            <p:nvPr/>
          </p:nvSpPr>
          <p:spPr>
            <a:xfrm>
              <a:off x="4454063" y="1747534"/>
              <a:ext cx="1316386" cy="261610"/>
            </a:xfrm>
            <a:prstGeom prst="roundRect">
              <a:avLst>
                <a:gd name="adj" fmla="val 3723"/>
              </a:avLst>
            </a:prstGeom>
            <a:solidFill>
              <a:srgbClr val="6C1D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DFD9976F-3CDA-B584-2483-FDA7D5F4BA96}"/>
                </a:ext>
              </a:extLst>
            </p:cNvPr>
            <p:cNvSpPr txBox="1"/>
            <p:nvPr/>
          </p:nvSpPr>
          <p:spPr>
            <a:xfrm>
              <a:off x="4454063" y="1747533"/>
              <a:ext cx="710452"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venir Medium" panose="02000503020000020003" pitchFamily="2" charset="0"/>
                  <a:ea typeface="+mn-ea"/>
                  <a:cs typeface="+mn-cs"/>
                </a:rPr>
                <a:t>Purpose</a:t>
              </a:r>
            </a:p>
          </p:txBody>
        </p:sp>
      </p:grpSp>
      <p:sp>
        <p:nvSpPr>
          <p:cNvPr id="11" name="TextBox 10">
            <a:extLst>
              <a:ext uri="{FF2B5EF4-FFF2-40B4-BE49-F238E27FC236}">
                <a16:creationId xmlns:a16="http://schemas.microsoft.com/office/drawing/2014/main" id="{D7965583-4390-1ED7-81F5-64F3826F9B76}"/>
              </a:ext>
            </a:extLst>
          </p:cNvPr>
          <p:cNvSpPr txBox="1"/>
          <p:nvPr/>
        </p:nvSpPr>
        <p:spPr>
          <a:xfrm>
            <a:off x="522960" y="1780020"/>
            <a:ext cx="39044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We create digital leaders and build resilient organizations at any scale. Our passion for people, technology and sharing knowledge makes us uniquely qualified to do so.</a:t>
            </a:r>
          </a:p>
        </p:txBody>
      </p:sp>
      <p:sp>
        <p:nvSpPr>
          <p:cNvPr id="25" name="Rounded Rectangle 24">
            <a:extLst>
              <a:ext uri="{FF2B5EF4-FFF2-40B4-BE49-F238E27FC236}">
                <a16:creationId xmlns:a16="http://schemas.microsoft.com/office/drawing/2014/main" id="{EC996816-1883-9077-6EDF-77B2DBE5FF45}"/>
              </a:ext>
            </a:extLst>
          </p:cNvPr>
          <p:cNvSpPr/>
          <p:nvPr/>
        </p:nvSpPr>
        <p:spPr>
          <a:xfrm>
            <a:off x="2990858" y="337680"/>
            <a:ext cx="1316386" cy="261610"/>
          </a:xfrm>
          <a:prstGeom prst="roundRect">
            <a:avLst>
              <a:gd name="adj" fmla="val 3723"/>
            </a:avLst>
          </a:prstGeom>
          <a:solidFill>
            <a:srgbClr val="6C1D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7646781B-2396-548D-E107-6C6721EA073E}"/>
              </a:ext>
            </a:extLst>
          </p:cNvPr>
          <p:cNvSpPr txBox="1"/>
          <p:nvPr/>
        </p:nvSpPr>
        <p:spPr>
          <a:xfrm>
            <a:off x="2990861" y="337679"/>
            <a:ext cx="1377426"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venir Medium" panose="02000503020000020003" pitchFamily="2" charset="0"/>
                <a:ea typeface="+mn-ea"/>
                <a:cs typeface="+mn-cs"/>
              </a:rPr>
              <a:t>Business Principles</a:t>
            </a:r>
          </a:p>
        </p:txBody>
      </p:sp>
      <p:sp>
        <p:nvSpPr>
          <p:cNvPr id="37" name="TextBox 36">
            <a:extLst>
              <a:ext uri="{FF2B5EF4-FFF2-40B4-BE49-F238E27FC236}">
                <a16:creationId xmlns:a16="http://schemas.microsoft.com/office/drawing/2014/main" id="{40E2B5E9-D03B-6392-6600-8DF3A810E79F}"/>
              </a:ext>
            </a:extLst>
          </p:cNvPr>
          <p:cNvSpPr txBox="1"/>
          <p:nvPr/>
        </p:nvSpPr>
        <p:spPr>
          <a:xfrm>
            <a:off x="2990858" y="619439"/>
            <a:ext cx="1386963" cy="784830"/>
          </a:xfrm>
          <a:prstGeom prst="rect">
            <a:avLst/>
          </a:prstGeom>
          <a:noFill/>
        </p:spPr>
        <p:txBody>
          <a:bodyPr wrap="square" rtlCol="0">
            <a:spAutoFit/>
          </a:bodyPr>
          <a:lstStyle/>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Responsibility</a:t>
            </a:r>
          </a:p>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Entrepreneurship and Innovation</a:t>
            </a:r>
          </a:p>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Sense of Urgency </a:t>
            </a:r>
          </a:p>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Results</a:t>
            </a:r>
          </a:p>
        </p:txBody>
      </p:sp>
      <p:sp>
        <p:nvSpPr>
          <p:cNvPr id="12" name="Rounded Rectangle 11">
            <a:extLst>
              <a:ext uri="{FF2B5EF4-FFF2-40B4-BE49-F238E27FC236}">
                <a16:creationId xmlns:a16="http://schemas.microsoft.com/office/drawing/2014/main" id="{D6CCB7F8-BA3B-54F8-915C-06B923A0F754}"/>
              </a:ext>
            </a:extLst>
          </p:cNvPr>
          <p:cNvSpPr/>
          <p:nvPr/>
        </p:nvSpPr>
        <p:spPr>
          <a:xfrm>
            <a:off x="8943263" y="297891"/>
            <a:ext cx="2354979" cy="1235942"/>
          </a:xfrm>
          <a:prstGeom prst="roundRect">
            <a:avLst>
              <a:gd name="adj" fmla="val 2142"/>
            </a:avLst>
          </a:prstGeom>
          <a:solidFill>
            <a:srgbClr val="F4F4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21">
            <a:extLst>
              <a:ext uri="{FF2B5EF4-FFF2-40B4-BE49-F238E27FC236}">
                <a16:creationId xmlns:a16="http://schemas.microsoft.com/office/drawing/2014/main" id="{9315592E-9B44-6906-B0CD-1D4F215C6132}"/>
              </a:ext>
            </a:extLst>
          </p:cNvPr>
          <p:cNvSpPr/>
          <p:nvPr/>
        </p:nvSpPr>
        <p:spPr>
          <a:xfrm>
            <a:off x="9042025" y="334482"/>
            <a:ext cx="904415" cy="261610"/>
          </a:xfrm>
          <a:prstGeom prst="roundRect">
            <a:avLst>
              <a:gd name="adj" fmla="val 3723"/>
            </a:avLst>
          </a:prstGeom>
          <a:solidFill>
            <a:srgbClr val="6C1D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07573090-515F-B483-8D66-9D64824B1399}"/>
              </a:ext>
            </a:extLst>
          </p:cNvPr>
          <p:cNvSpPr txBox="1"/>
          <p:nvPr/>
        </p:nvSpPr>
        <p:spPr>
          <a:xfrm>
            <a:off x="9042021" y="334481"/>
            <a:ext cx="524503"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white"/>
                </a:solidFill>
                <a:effectLst/>
                <a:uLnTx/>
                <a:uFillTx/>
                <a:latin typeface="Avenir Medium" panose="02000503020000020003" pitchFamily="2" charset="0"/>
                <a:ea typeface="+mn-ea"/>
                <a:cs typeface="+mn-cs"/>
              </a:rPr>
              <a:t>Facts</a:t>
            </a:r>
          </a:p>
        </p:txBody>
      </p:sp>
      <p:sp>
        <p:nvSpPr>
          <p:cNvPr id="24" name="TextBox 23">
            <a:extLst>
              <a:ext uri="{FF2B5EF4-FFF2-40B4-BE49-F238E27FC236}">
                <a16:creationId xmlns:a16="http://schemas.microsoft.com/office/drawing/2014/main" id="{585E0755-0FAC-C5D8-47BF-8884B1F1618B}"/>
              </a:ext>
            </a:extLst>
          </p:cNvPr>
          <p:cNvSpPr txBox="1"/>
          <p:nvPr/>
        </p:nvSpPr>
        <p:spPr>
          <a:xfrm>
            <a:off x="9042021" y="610503"/>
            <a:ext cx="2354979" cy="923330"/>
          </a:xfrm>
          <a:prstGeom prst="rect">
            <a:avLst/>
          </a:prstGeom>
          <a:noFill/>
        </p:spPr>
        <p:txBody>
          <a:bodyPr wrap="square" rtlCol="0">
            <a:spAutoFit/>
          </a:bodyPr>
          <a:lstStyle/>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Founded: 2001</a:t>
            </a:r>
          </a:p>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People: 6500+</a:t>
            </a:r>
          </a:p>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Revenue: </a:t>
            </a:r>
            <a:r>
              <a:rPr lang="en-US" sz="900">
                <a:solidFill>
                  <a:srgbClr val="5A5A5A"/>
                </a:solidFill>
                <a:latin typeface="Open Sans" panose="020B0606030504020204" pitchFamily="34" charset="0"/>
                <a:ea typeface="Open Sans" panose="020B0606030504020204" pitchFamily="34" charset="0"/>
                <a:cs typeface="Open Sans" panose="020B0606030504020204" pitchFamily="34" charset="0"/>
              </a:rPr>
              <a:t>400</a:t>
            </a: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M USD (FY22)</a:t>
            </a:r>
          </a:p>
          <a:p>
            <a:pPr marL="133350" marR="0" lvl="0" indent="-133350" algn="l" defTabSz="914400" rtl="0" eaLnBrk="1" fontAlgn="auto" latinLnBrk="0" hangingPunct="1">
              <a:lnSpc>
                <a:spcPct val="100000"/>
              </a:lnSpc>
              <a:spcBef>
                <a:spcPts val="0"/>
              </a:spcBef>
              <a:spcAft>
                <a:spcPts val="0"/>
              </a:spcAft>
              <a:buClr>
                <a:srgbClr val="05A89B"/>
              </a:buClr>
              <a:buSzTx/>
              <a:buFont typeface="System Font Regular"/>
              <a:buChar char="&gt;"/>
              <a:tabLst/>
              <a:defRPr/>
            </a:pPr>
            <a:r>
              <a:rPr kumimoji="0" lang="en-US" sz="9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Regions: Americas, Continental Europe, UK, MEA &amp; APAC (India, South-east Asia, ANZ)</a:t>
            </a:r>
          </a:p>
        </p:txBody>
      </p:sp>
      <p:pic>
        <p:nvPicPr>
          <p:cNvPr id="4" name="Graphic 3">
            <a:extLst>
              <a:ext uri="{FF2B5EF4-FFF2-40B4-BE49-F238E27FC236}">
                <a16:creationId xmlns:a16="http://schemas.microsoft.com/office/drawing/2014/main" id="{69890A1D-250F-82C1-C3E6-567542301A7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45404" y="1129981"/>
            <a:ext cx="2030559" cy="905942"/>
          </a:xfrm>
          <a:prstGeom prst="rect">
            <a:avLst/>
          </a:prstGeom>
        </p:spPr>
      </p:pic>
      <p:sp>
        <p:nvSpPr>
          <p:cNvPr id="5" name="Tekstvak 495">
            <a:extLst>
              <a:ext uri="{FF2B5EF4-FFF2-40B4-BE49-F238E27FC236}">
                <a16:creationId xmlns:a16="http://schemas.microsoft.com/office/drawing/2014/main" id="{306BC20F-0C74-D947-F5B7-35D78932E336}"/>
              </a:ext>
            </a:extLst>
          </p:cNvPr>
          <p:cNvSpPr txBox="1"/>
          <p:nvPr/>
        </p:nvSpPr>
        <p:spPr>
          <a:xfrm>
            <a:off x="5439480" y="2028461"/>
            <a:ext cx="1362627" cy="296491"/>
          </a:xfrm>
          <a:prstGeom prst="rect">
            <a:avLst/>
          </a:prstGeom>
          <a:noFill/>
          <a:ln w="12700" cap="flat">
            <a:noFill/>
            <a:miter lim="400000"/>
          </a:ln>
          <a:effectLst/>
          <a:sp3d/>
        </p:spPr>
        <p:txBody>
          <a:bodyPr rot="0" spcFirstLastPara="1" vertOverflow="overflow" horzOverflow="overflow" vert="horz" wrap="square" lIns="50800" tIns="50800" rIns="50800" bIns="50800" numCol="1" spcCol="38100" rtlCol="0" anchor="t">
            <a:spAutoFit/>
          </a:bodyPr>
          <a:lstStyle/>
          <a:p>
            <a:pPr marL="0" marR="0" lvl="0" indent="0" algn="ctr" defTabSz="2438338" rtl="0" eaLnBrk="1" fontAlgn="auto" latinLnBrk="0" hangingPunct="0">
              <a:lnSpc>
                <a:spcPct val="90000"/>
              </a:lnSpc>
              <a:spcBef>
                <a:spcPts val="0"/>
              </a:spcBef>
              <a:spcAft>
                <a:spcPts val="0"/>
              </a:spcAft>
              <a:buClrTx/>
              <a:buSzTx/>
              <a:buFontTx/>
              <a:buNone/>
              <a:tabLst/>
              <a:defRPr/>
            </a:pPr>
            <a:r>
              <a:rPr kumimoji="0" lang="en-US" sz="1400" b="1" i="0" u="none" strike="noStrike" kern="0" cap="none" spc="0" normalizeH="0" baseline="0" noProof="0">
                <a:ln>
                  <a:noFill/>
                </a:ln>
                <a:solidFill>
                  <a:srgbClr val="18A9A0"/>
                </a:solidFill>
                <a:effectLst/>
                <a:uLnTx/>
                <a:uFillTx/>
                <a:latin typeface="Avenir Black" panose="02000503020000020003" pitchFamily="2" charset="0"/>
                <a:ea typeface="+mn-ea"/>
                <a:cs typeface="+mn-cs"/>
                <a:sym typeface="Helvetica Neue"/>
              </a:rPr>
              <a:t>Service Lines</a:t>
            </a:r>
          </a:p>
        </p:txBody>
      </p:sp>
      <p:sp>
        <p:nvSpPr>
          <p:cNvPr id="13" name="Rounded Rectangle 47">
            <a:extLst>
              <a:ext uri="{FF2B5EF4-FFF2-40B4-BE49-F238E27FC236}">
                <a16:creationId xmlns:a16="http://schemas.microsoft.com/office/drawing/2014/main" id="{733E2E19-8EC1-37D9-4E35-56A27F530D80}"/>
              </a:ext>
            </a:extLst>
          </p:cNvPr>
          <p:cNvSpPr/>
          <p:nvPr/>
        </p:nvSpPr>
        <p:spPr>
          <a:xfrm>
            <a:off x="527759" y="2470728"/>
            <a:ext cx="1685830" cy="339424"/>
          </a:xfrm>
          <a:prstGeom prst="roundRect">
            <a:avLst>
              <a:gd name="adj" fmla="val 5129"/>
            </a:avLst>
          </a:prstGeom>
          <a:solidFill>
            <a:srgbClr val="F4F4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ounded Rectangle 88">
            <a:extLst>
              <a:ext uri="{FF2B5EF4-FFF2-40B4-BE49-F238E27FC236}">
                <a16:creationId xmlns:a16="http://schemas.microsoft.com/office/drawing/2014/main" id="{7EA978E3-C92D-B090-430E-F05F8EB21054}"/>
              </a:ext>
            </a:extLst>
          </p:cNvPr>
          <p:cNvSpPr/>
          <p:nvPr/>
        </p:nvSpPr>
        <p:spPr>
          <a:xfrm>
            <a:off x="2356156" y="2470728"/>
            <a:ext cx="1685830" cy="339424"/>
          </a:xfrm>
          <a:prstGeom prst="roundRect">
            <a:avLst>
              <a:gd name="adj" fmla="val 5129"/>
            </a:avLst>
          </a:prstGeom>
          <a:solidFill>
            <a:srgbClr val="F4F4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ounded Rectangle 89">
            <a:extLst>
              <a:ext uri="{FF2B5EF4-FFF2-40B4-BE49-F238E27FC236}">
                <a16:creationId xmlns:a16="http://schemas.microsoft.com/office/drawing/2014/main" id="{B7EDE664-0FD1-E298-A82E-B31F8556E76F}"/>
              </a:ext>
            </a:extLst>
          </p:cNvPr>
          <p:cNvSpPr/>
          <p:nvPr/>
        </p:nvSpPr>
        <p:spPr>
          <a:xfrm>
            <a:off x="4184552" y="2470728"/>
            <a:ext cx="1685830" cy="339424"/>
          </a:xfrm>
          <a:prstGeom prst="roundRect">
            <a:avLst>
              <a:gd name="adj" fmla="val 5129"/>
            </a:avLst>
          </a:prstGeom>
          <a:solidFill>
            <a:srgbClr val="F4F4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ounded Rectangle 90">
            <a:extLst>
              <a:ext uri="{FF2B5EF4-FFF2-40B4-BE49-F238E27FC236}">
                <a16:creationId xmlns:a16="http://schemas.microsoft.com/office/drawing/2014/main" id="{BFA62D03-660E-A62A-FF58-A7C9D02BF261}"/>
              </a:ext>
            </a:extLst>
          </p:cNvPr>
          <p:cNvSpPr/>
          <p:nvPr/>
        </p:nvSpPr>
        <p:spPr>
          <a:xfrm>
            <a:off x="6012949" y="2470728"/>
            <a:ext cx="1685830" cy="339424"/>
          </a:xfrm>
          <a:prstGeom prst="roundRect">
            <a:avLst>
              <a:gd name="adj" fmla="val 5129"/>
            </a:avLst>
          </a:prstGeom>
          <a:solidFill>
            <a:srgbClr val="F4F4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ounded Rectangle 91">
            <a:extLst>
              <a:ext uri="{FF2B5EF4-FFF2-40B4-BE49-F238E27FC236}">
                <a16:creationId xmlns:a16="http://schemas.microsoft.com/office/drawing/2014/main" id="{C86FD9B6-B0A4-BE0E-B3B8-312A6E5ABC46}"/>
              </a:ext>
            </a:extLst>
          </p:cNvPr>
          <p:cNvSpPr/>
          <p:nvPr/>
        </p:nvSpPr>
        <p:spPr>
          <a:xfrm>
            <a:off x="7841345" y="2470728"/>
            <a:ext cx="1685830" cy="339424"/>
          </a:xfrm>
          <a:prstGeom prst="roundRect">
            <a:avLst>
              <a:gd name="adj" fmla="val 5129"/>
            </a:avLst>
          </a:prstGeom>
          <a:solidFill>
            <a:srgbClr val="F4F4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ounded Rectangle 92">
            <a:extLst>
              <a:ext uri="{FF2B5EF4-FFF2-40B4-BE49-F238E27FC236}">
                <a16:creationId xmlns:a16="http://schemas.microsoft.com/office/drawing/2014/main" id="{7DB7818A-CEEF-49E1-1038-610B168424C6}"/>
              </a:ext>
            </a:extLst>
          </p:cNvPr>
          <p:cNvSpPr/>
          <p:nvPr/>
        </p:nvSpPr>
        <p:spPr>
          <a:xfrm>
            <a:off x="9669742" y="2470728"/>
            <a:ext cx="1685830" cy="339424"/>
          </a:xfrm>
          <a:prstGeom prst="roundRect">
            <a:avLst>
              <a:gd name="adj" fmla="val 5129"/>
            </a:avLst>
          </a:prstGeom>
          <a:solidFill>
            <a:srgbClr val="F4F4F4"/>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F734DBB5-497E-16CC-7AD2-BE6D1BDD1253}"/>
              </a:ext>
            </a:extLst>
          </p:cNvPr>
          <p:cNvSpPr txBox="1"/>
          <p:nvPr/>
        </p:nvSpPr>
        <p:spPr>
          <a:xfrm>
            <a:off x="522961" y="2502281"/>
            <a:ext cx="1685829" cy="2594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C1D5F"/>
                </a:solidFill>
                <a:effectLst/>
                <a:uLnTx/>
                <a:uFillTx/>
                <a:latin typeface="Avenir Black" panose="02000503020000020003" pitchFamily="2" charset="0"/>
                <a:ea typeface="+mn-ea"/>
                <a:cs typeface="+mn-cs"/>
              </a:rPr>
              <a:t>Transformation</a:t>
            </a:r>
          </a:p>
        </p:txBody>
      </p:sp>
      <p:sp>
        <p:nvSpPr>
          <p:cNvPr id="33" name="TextBox 32">
            <a:extLst>
              <a:ext uri="{FF2B5EF4-FFF2-40B4-BE49-F238E27FC236}">
                <a16:creationId xmlns:a16="http://schemas.microsoft.com/office/drawing/2014/main" id="{B8EF64C9-94BA-EC01-A84C-2F84B9EA4333}"/>
              </a:ext>
            </a:extLst>
          </p:cNvPr>
          <p:cNvSpPr txBox="1"/>
          <p:nvPr/>
        </p:nvSpPr>
        <p:spPr>
          <a:xfrm>
            <a:off x="2356156" y="2502279"/>
            <a:ext cx="167122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C1D5F"/>
                </a:solidFill>
                <a:effectLst/>
                <a:uLnTx/>
                <a:uFillTx/>
                <a:latin typeface="Avenir Black" panose="02000503020000020003" pitchFamily="2" charset="0"/>
                <a:ea typeface="+mn-ea"/>
                <a:cs typeface="+mn-cs"/>
              </a:rPr>
              <a:t>Data</a:t>
            </a:r>
          </a:p>
        </p:txBody>
      </p:sp>
      <p:sp>
        <p:nvSpPr>
          <p:cNvPr id="34" name="TextBox 33">
            <a:extLst>
              <a:ext uri="{FF2B5EF4-FFF2-40B4-BE49-F238E27FC236}">
                <a16:creationId xmlns:a16="http://schemas.microsoft.com/office/drawing/2014/main" id="{7291A29D-5262-141F-6C46-6070A1044020}"/>
              </a:ext>
            </a:extLst>
          </p:cNvPr>
          <p:cNvSpPr txBox="1"/>
          <p:nvPr/>
        </p:nvSpPr>
        <p:spPr>
          <a:xfrm>
            <a:off x="4184552" y="2502279"/>
            <a:ext cx="1671224"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C1D5F"/>
                </a:solidFill>
                <a:effectLst/>
                <a:uLnTx/>
                <a:uFillTx/>
                <a:latin typeface="Avenir Black" panose="02000503020000020003" pitchFamily="2" charset="0"/>
                <a:ea typeface="+mn-ea"/>
                <a:cs typeface="+mn-cs"/>
              </a:rPr>
              <a:t>Cloud</a:t>
            </a:r>
          </a:p>
        </p:txBody>
      </p:sp>
      <p:sp>
        <p:nvSpPr>
          <p:cNvPr id="35" name="TextBox 34">
            <a:extLst>
              <a:ext uri="{FF2B5EF4-FFF2-40B4-BE49-F238E27FC236}">
                <a16:creationId xmlns:a16="http://schemas.microsoft.com/office/drawing/2014/main" id="{0D33B8EF-13C6-7EFD-F45B-3657434ABECA}"/>
              </a:ext>
            </a:extLst>
          </p:cNvPr>
          <p:cNvSpPr txBox="1"/>
          <p:nvPr/>
        </p:nvSpPr>
        <p:spPr>
          <a:xfrm>
            <a:off x="5998342" y="2493493"/>
            <a:ext cx="174494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C1D5F"/>
                </a:solidFill>
                <a:effectLst/>
                <a:uLnTx/>
                <a:uFillTx/>
                <a:latin typeface="Avenir Black" panose="02000503020000020003" pitchFamily="2" charset="0"/>
                <a:ea typeface="+mn-ea"/>
                <a:cs typeface="+mn-cs"/>
              </a:rPr>
              <a:t>Software Technology</a:t>
            </a:r>
          </a:p>
        </p:txBody>
      </p:sp>
      <p:sp>
        <p:nvSpPr>
          <p:cNvPr id="36" name="TextBox 35">
            <a:extLst>
              <a:ext uri="{FF2B5EF4-FFF2-40B4-BE49-F238E27FC236}">
                <a16:creationId xmlns:a16="http://schemas.microsoft.com/office/drawing/2014/main" id="{03EF4B0D-15F8-E2B9-06E5-83F3A94B852B}"/>
              </a:ext>
            </a:extLst>
          </p:cNvPr>
          <p:cNvSpPr txBox="1"/>
          <p:nvPr/>
        </p:nvSpPr>
        <p:spPr>
          <a:xfrm>
            <a:off x="7841345" y="2502279"/>
            <a:ext cx="168583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C1D5F"/>
                </a:solidFill>
                <a:effectLst/>
                <a:uLnTx/>
                <a:uFillTx/>
                <a:latin typeface="Avenir Black" panose="02000503020000020003" pitchFamily="2" charset="0"/>
                <a:ea typeface="+mn-ea"/>
                <a:cs typeface="+mn-cs"/>
              </a:rPr>
              <a:t>Low Code</a:t>
            </a:r>
          </a:p>
        </p:txBody>
      </p:sp>
      <p:sp>
        <p:nvSpPr>
          <p:cNvPr id="38" name="TextBox 37">
            <a:extLst>
              <a:ext uri="{FF2B5EF4-FFF2-40B4-BE49-F238E27FC236}">
                <a16:creationId xmlns:a16="http://schemas.microsoft.com/office/drawing/2014/main" id="{D860EAD7-C286-4A16-4796-18C95DE28577}"/>
              </a:ext>
            </a:extLst>
          </p:cNvPr>
          <p:cNvSpPr txBox="1"/>
          <p:nvPr/>
        </p:nvSpPr>
        <p:spPr>
          <a:xfrm>
            <a:off x="9695863" y="2502280"/>
            <a:ext cx="165970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C1D5F"/>
                </a:solidFill>
                <a:effectLst/>
                <a:uLnTx/>
                <a:uFillTx/>
                <a:latin typeface="Avenir Black" panose="02000503020000020003" pitchFamily="2" charset="0"/>
                <a:ea typeface="+mn-ea"/>
                <a:cs typeface="+mn-cs"/>
              </a:rPr>
              <a:t>Microsoft Solutions</a:t>
            </a:r>
          </a:p>
        </p:txBody>
      </p:sp>
      <p:sp>
        <p:nvSpPr>
          <p:cNvPr id="95" name="Rounded Rectangle 12">
            <a:extLst>
              <a:ext uri="{FF2B5EF4-FFF2-40B4-BE49-F238E27FC236}">
                <a16:creationId xmlns:a16="http://schemas.microsoft.com/office/drawing/2014/main" id="{874D72E6-9C6C-1E2C-12F2-7F37115B185C}"/>
              </a:ext>
            </a:extLst>
          </p:cNvPr>
          <p:cNvSpPr/>
          <p:nvPr/>
        </p:nvSpPr>
        <p:spPr>
          <a:xfrm>
            <a:off x="522960" y="6162906"/>
            <a:ext cx="10832611" cy="301911"/>
          </a:xfrm>
          <a:prstGeom prst="roundRect">
            <a:avLst>
              <a:gd name="adj" fmla="val 5129"/>
            </a:avLst>
          </a:prstGeom>
          <a:solidFill>
            <a:srgbClr val="5C50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Rounded Rectangle 14">
            <a:extLst>
              <a:ext uri="{FF2B5EF4-FFF2-40B4-BE49-F238E27FC236}">
                <a16:creationId xmlns:a16="http://schemas.microsoft.com/office/drawing/2014/main" id="{C2D7FC36-7FF2-5DE0-B7D4-96CAB3C99178}"/>
              </a:ext>
            </a:extLst>
          </p:cNvPr>
          <p:cNvSpPr/>
          <p:nvPr/>
        </p:nvSpPr>
        <p:spPr>
          <a:xfrm>
            <a:off x="522960" y="5793110"/>
            <a:ext cx="10832611" cy="301911"/>
          </a:xfrm>
          <a:prstGeom prst="roundRect">
            <a:avLst>
              <a:gd name="adj" fmla="val 5129"/>
            </a:avLst>
          </a:prstGeom>
          <a:solidFill>
            <a:srgbClr val="9E93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Rounded Rectangle 15">
            <a:extLst>
              <a:ext uri="{FF2B5EF4-FFF2-40B4-BE49-F238E27FC236}">
                <a16:creationId xmlns:a16="http://schemas.microsoft.com/office/drawing/2014/main" id="{6BE9D8A0-BB02-F2AB-360F-25DE2797006E}"/>
              </a:ext>
            </a:extLst>
          </p:cNvPr>
          <p:cNvSpPr/>
          <p:nvPr/>
        </p:nvSpPr>
        <p:spPr>
          <a:xfrm>
            <a:off x="522960" y="5426108"/>
            <a:ext cx="10832611" cy="301911"/>
          </a:xfrm>
          <a:prstGeom prst="roundRect">
            <a:avLst>
              <a:gd name="adj" fmla="val 5129"/>
            </a:avLst>
          </a:prstGeom>
          <a:solidFill>
            <a:srgbClr val="929C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 name="TextBox 97">
            <a:extLst>
              <a:ext uri="{FF2B5EF4-FFF2-40B4-BE49-F238E27FC236}">
                <a16:creationId xmlns:a16="http://schemas.microsoft.com/office/drawing/2014/main" id="{E2F4B222-53E3-48AB-F982-C02EB9CE06DD}"/>
              </a:ext>
            </a:extLst>
          </p:cNvPr>
          <p:cNvSpPr txBox="1"/>
          <p:nvPr/>
        </p:nvSpPr>
        <p:spPr>
          <a:xfrm>
            <a:off x="3950781" y="5447349"/>
            <a:ext cx="401047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venir Medium" panose="02000503020000020003" pitchFamily="2" charset="0"/>
                <a:ea typeface="+mn-ea"/>
                <a:cs typeface="+mn-cs"/>
              </a:rPr>
              <a:t>Alliances (Technology and Industry)</a:t>
            </a:r>
          </a:p>
        </p:txBody>
      </p:sp>
      <p:sp>
        <p:nvSpPr>
          <p:cNvPr id="99" name="TextBox 98">
            <a:extLst>
              <a:ext uri="{FF2B5EF4-FFF2-40B4-BE49-F238E27FC236}">
                <a16:creationId xmlns:a16="http://schemas.microsoft.com/office/drawing/2014/main" id="{CC86C3E0-974F-63E3-4DC3-906A663C3915}"/>
              </a:ext>
            </a:extLst>
          </p:cNvPr>
          <p:cNvSpPr txBox="1"/>
          <p:nvPr/>
        </p:nvSpPr>
        <p:spPr>
          <a:xfrm>
            <a:off x="3934027" y="5811550"/>
            <a:ext cx="401047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venir Medium" panose="02000503020000020003" pitchFamily="2" charset="0"/>
                <a:ea typeface="+mn-ea"/>
                <a:cs typeface="+mn-cs"/>
              </a:rPr>
              <a:t>Standard Solutions</a:t>
            </a:r>
          </a:p>
        </p:txBody>
      </p:sp>
      <p:sp>
        <p:nvSpPr>
          <p:cNvPr id="100" name="TextBox 99">
            <a:extLst>
              <a:ext uri="{FF2B5EF4-FFF2-40B4-BE49-F238E27FC236}">
                <a16:creationId xmlns:a16="http://schemas.microsoft.com/office/drawing/2014/main" id="{A795569C-7E02-A85A-2A3F-F7F35FC51A0D}"/>
              </a:ext>
            </a:extLst>
          </p:cNvPr>
          <p:cNvSpPr txBox="1"/>
          <p:nvPr/>
        </p:nvSpPr>
        <p:spPr>
          <a:xfrm>
            <a:off x="3934027" y="6184948"/>
            <a:ext cx="4010476" cy="2594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Avenir Medium" panose="02000503020000020003" pitchFamily="2" charset="0"/>
                <a:ea typeface="+mn-ea"/>
                <a:cs typeface="+mn-cs"/>
              </a:rPr>
              <a:t>Academy</a:t>
            </a:r>
          </a:p>
        </p:txBody>
      </p:sp>
      <p:grpSp>
        <p:nvGrpSpPr>
          <p:cNvPr id="111" name="Group 110">
            <a:extLst>
              <a:ext uri="{FF2B5EF4-FFF2-40B4-BE49-F238E27FC236}">
                <a16:creationId xmlns:a16="http://schemas.microsoft.com/office/drawing/2014/main" id="{0F0CBD78-CCDA-5F9C-421C-3A0D191F3AE5}"/>
              </a:ext>
            </a:extLst>
          </p:cNvPr>
          <p:cNvGrpSpPr/>
          <p:nvPr/>
        </p:nvGrpSpPr>
        <p:grpSpPr>
          <a:xfrm>
            <a:off x="527759" y="2977899"/>
            <a:ext cx="10827813" cy="2315233"/>
            <a:chOff x="527759" y="2977899"/>
            <a:chExt cx="10827813" cy="2315233"/>
          </a:xfrm>
        </p:grpSpPr>
        <p:sp>
          <p:nvSpPr>
            <p:cNvPr id="39" name="Rounded Rectangle 102">
              <a:extLst>
                <a:ext uri="{FF2B5EF4-FFF2-40B4-BE49-F238E27FC236}">
                  <a16:creationId xmlns:a16="http://schemas.microsoft.com/office/drawing/2014/main" id="{426AA264-B951-46EE-0B11-640F1BC617D4}"/>
                </a:ext>
              </a:extLst>
            </p:cNvPr>
            <p:cNvSpPr/>
            <p:nvPr/>
          </p:nvSpPr>
          <p:spPr>
            <a:xfrm>
              <a:off x="527759" y="2977899"/>
              <a:ext cx="1685830" cy="2315233"/>
            </a:xfrm>
            <a:prstGeom prst="roundRect">
              <a:avLst>
                <a:gd name="adj" fmla="val 2990"/>
              </a:avLst>
            </a:prstGeom>
            <a:solidFill>
              <a:srgbClr val="F4F4F4"/>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40" name="Rounded Rectangle 104">
              <a:extLst>
                <a:ext uri="{FF2B5EF4-FFF2-40B4-BE49-F238E27FC236}">
                  <a16:creationId xmlns:a16="http://schemas.microsoft.com/office/drawing/2014/main" id="{4E0563AD-D10A-B269-173C-2C898BEFD718}"/>
                </a:ext>
              </a:extLst>
            </p:cNvPr>
            <p:cNvSpPr/>
            <p:nvPr/>
          </p:nvSpPr>
          <p:spPr>
            <a:xfrm>
              <a:off x="575494" y="3059233"/>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41" name="TextBox 40">
              <a:extLst>
                <a:ext uri="{FF2B5EF4-FFF2-40B4-BE49-F238E27FC236}">
                  <a16:creationId xmlns:a16="http://schemas.microsoft.com/office/drawing/2014/main" id="{3980F6A5-9ACC-4289-84D2-5F6DB07B0763}"/>
                </a:ext>
              </a:extLst>
            </p:cNvPr>
            <p:cNvSpPr txBox="1"/>
            <p:nvPr/>
          </p:nvSpPr>
          <p:spPr>
            <a:xfrm>
              <a:off x="575494" y="3152373"/>
              <a:ext cx="1580765" cy="21544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Program Management</a:t>
              </a:r>
            </a:p>
          </p:txBody>
        </p:sp>
        <p:sp>
          <p:nvSpPr>
            <p:cNvPr id="42" name="Rounded Rectangle 112">
              <a:extLst>
                <a:ext uri="{FF2B5EF4-FFF2-40B4-BE49-F238E27FC236}">
                  <a16:creationId xmlns:a16="http://schemas.microsoft.com/office/drawing/2014/main" id="{B875F115-7999-DC2B-51FE-555700593C77}"/>
                </a:ext>
              </a:extLst>
            </p:cNvPr>
            <p:cNvSpPr/>
            <p:nvPr/>
          </p:nvSpPr>
          <p:spPr>
            <a:xfrm>
              <a:off x="575494" y="3499299"/>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43" name="TextBox 42">
              <a:extLst>
                <a:ext uri="{FF2B5EF4-FFF2-40B4-BE49-F238E27FC236}">
                  <a16:creationId xmlns:a16="http://schemas.microsoft.com/office/drawing/2014/main" id="{688F3039-D27E-BBD7-C43A-684DF8FB79EA}"/>
                </a:ext>
              </a:extLst>
            </p:cNvPr>
            <p:cNvSpPr txBox="1"/>
            <p:nvPr/>
          </p:nvSpPr>
          <p:spPr>
            <a:xfrm>
              <a:off x="575494" y="3530886"/>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Agile Transformation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and Consulting </a:t>
              </a:r>
            </a:p>
          </p:txBody>
        </p:sp>
        <p:sp>
          <p:nvSpPr>
            <p:cNvPr id="44" name="Rounded Rectangle 115">
              <a:extLst>
                <a:ext uri="{FF2B5EF4-FFF2-40B4-BE49-F238E27FC236}">
                  <a16:creationId xmlns:a16="http://schemas.microsoft.com/office/drawing/2014/main" id="{CD5F7294-834A-E509-B59E-FB476314DEC9}"/>
                </a:ext>
              </a:extLst>
            </p:cNvPr>
            <p:cNvSpPr/>
            <p:nvPr/>
          </p:nvSpPr>
          <p:spPr>
            <a:xfrm>
              <a:off x="575494" y="3939366"/>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45" name="TextBox 44">
              <a:extLst>
                <a:ext uri="{FF2B5EF4-FFF2-40B4-BE49-F238E27FC236}">
                  <a16:creationId xmlns:a16="http://schemas.microsoft.com/office/drawing/2014/main" id="{E295B1E3-CADB-76E6-ECBA-42F545B10773}"/>
                </a:ext>
              </a:extLst>
            </p:cNvPr>
            <p:cNvSpPr txBox="1"/>
            <p:nvPr/>
          </p:nvSpPr>
          <p:spPr>
            <a:xfrm>
              <a:off x="575494" y="3970953"/>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Product Management, Architecture and Design</a:t>
              </a:r>
            </a:p>
          </p:txBody>
        </p:sp>
        <p:sp>
          <p:nvSpPr>
            <p:cNvPr id="46" name="Rounded Rectangle 118">
              <a:extLst>
                <a:ext uri="{FF2B5EF4-FFF2-40B4-BE49-F238E27FC236}">
                  <a16:creationId xmlns:a16="http://schemas.microsoft.com/office/drawing/2014/main" id="{C34B4A0F-2570-0FA9-9033-307D84DC937D}"/>
                </a:ext>
              </a:extLst>
            </p:cNvPr>
            <p:cNvSpPr/>
            <p:nvPr/>
          </p:nvSpPr>
          <p:spPr>
            <a:xfrm>
              <a:off x="575494" y="4379432"/>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47" name="TextBox 46">
              <a:extLst>
                <a:ext uri="{FF2B5EF4-FFF2-40B4-BE49-F238E27FC236}">
                  <a16:creationId xmlns:a16="http://schemas.microsoft.com/office/drawing/2014/main" id="{A4DCD096-F670-D848-ACF5-4C1B0B78E585}"/>
                </a:ext>
              </a:extLst>
            </p:cNvPr>
            <p:cNvSpPr txBox="1"/>
            <p:nvPr/>
          </p:nvSpPr>
          <p:spPr>
            <a:xfrm>
              <a:off x="575494" y="4472573"/>
              <a:ext cx="1580765" cy="21544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DevOps and SRE</a:t>
              </a:r>
            </a:p>
          </p:txBody>
        </p:sp>
        <p:sp>
          <p:nvSpPr>
            <p:cNvPr id="48" name="Rounded Rectangle 126">
              <a:extLst>
                <a:ext uri="{FF2B5EF4-FFF2-40B4-BE49-F238E27FC236}">
                  <a16:creationId xmlns:a16="http://schemas.microsoft.com/office/drawing/2014/main" id="{89CEF4AD-74FC-C69C-7C1D-A5D5A8CB2C09}"/>
                </a:ext>
              </a:extLst>
            </p:cNvPr>
            <p:cNvSpPr/>
            <p:nvPr/>
          </p:nvSpPr>
          <p:spPr>
            <a:xfrm>
              <a:off x="2356156" y="2977899"/>
              <a:ext cx="1685830" cy="2315233"/>
            </a:xfrm>
            <a:prstGeom prst="roundRect">
              <a:avLst>
                <a:gd name="adj" fmla="val 2990"/>
              </a:avLst>
            </a:prstGeom>
            <a:solidFill>
              <a:srgbClr val="F4F4F4"/>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49" name="Rounded Rectangle 140">
              <a:extLst>
                <a:ext uri="{FF2B5EF4-FFF2-40B4-BE49-F238E27FC236}">
                  <a16:creationId xmlns:a16="http://schemas.microsoft.com/office/drawing/2014/main" id="{B9A5C426-3463-751C-9999-83CDD6389FA8}"/>
                </a:ext>
              </a:extLst>
            </p:cNvPr>
            <p:cNvSpPr/>
            <p:nvPr/>
          </p:nvSpPr>
          <p:spPr>
            <a:xfrm>
              <a:off x="2403891" y="3059233"/>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50" name="TextBox 49">
              <a:extLst>
                <a:ext uri="{FF2B5EF4-FFF2-40B4-BE49-F238E27FC236}">
                  <a16:creationId xmlns:a16="http://schemas.microsoft.com/office/drawing/2014/main" id="{4EE7A3BC-F1B8-B2EC-CB14-A36C76DD6A3E}"/>
                </a:ext>
              </a:extLst>
            </p:cNvPr>
            <p:cNvSpPr txBox="1"/>
            <p:nvPr/>
          </p:nvSpPr>
          <p:spPr>
            <a:xfrm>
              <a:off x="2403891" y="3090819"/>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Strategy and Data Transformation</a:t>
              </a:r>
            </a:p>
          </p:txBody>
        </p:sp>
        <p:sp>
          <p:nvSpPr>
            <p:cNvPr id="51" name="Rounded Rectangle 138">
              <a:extLst>
                <a:ext uri="{FF2B5EF4-FFF2-40B4-BE49-F238E27FC236}">
                  <a16:creationId xmlns:a16="http://schemas.microsoft.com/office/drawing/2014/main" id="{E84C5C1D-C379-E33D-A2F8-6CD22BCDF7A1}"/>
                </a:ext>
              </a:extLst>
            </p:cNvPr>
            <p:cNvSpPr/>
            <p:nvPr/>
          </p:nvSpPr>
          <p:spPr>
            <a:xfrm>
              <a:off x="2403891" y="3499299"/>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52" name="TextBox 51">
              <a:extLst>
                <a:ext uri="{FF2B5EF4-FFF2-40B4-BE49-F238E27FC236}">
                  <a16:creationId xmlns:a16="http://schemas.microsoft.com/office/drawing/2014/main" id="{BEF529C4-98D7-BEED-2882-BBC768AA1B9E}"/>
                </a:ext>
              </a:extLst>
            </p:cNvPr>
            <p:cNvSpPr txBox="1"/>
            <p:nvPr/>
          </p:nvSpPr>
          <p:spPr>
            <a:xfrm>
              <a:off x="2403891" y="3530886"/>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Analytics Translation and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 Business intelligence </a:t>
              </a:r>
            </a:p>
          </p:txBody>
        </p:sp>
        <p:sp>
          <p:nvSpPr>
            <p:cNvPr id="53" name="Rounded Rectangle 136">
              <a:extLst>
                <a:ext uri="{FF2B5EF4-FFF2-40B4-BE49-F238E27FC236}">
                  <a16:creationId xmlns:a16="http://schemas.microsoft.com/office/drawing/2014/main" id="{A16E31D6-81FE-5A74-975A-AAF04BF84F32}"/>
                </a:ext>
              </a:extLst>
            </p:cNvPr>
            <p:cNvSpPr/>
            <p:nvPr/>
          </p:nvSpPr>
          <p:spPr>
            <a:xfrm>
              <a:off x="2403891" y="3939366"/>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54" name="TextBox 53">
              <a:extLst>
                <a:ext uri="{FF2B5EF4-FFF2-40B4-BE49-F238E27FC236}">
                  <a16:creationId xmlns:a16="http://schemas.microsoft.com/office/drawing/2014/main" id="{D22A6D3F-F231-ED89-9538-775ABD6BCF5C}"/>
                </a:ext>
              </a:extLst>
            </p:cNvPr>
            <p:cNvSpPr txBox="1"/>
            <p:nvPr/>
          </p:nvSpPr>
          <p:spPr>
            <a:xfrm>
              <a:off x="2403891" y="4032506"/>
              <a:ext cx="1580765" cy="21544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Data Science and AI</a:t>
              </a:r>
            </a:p>
          </p:txBody>
        </p:sp>
        <p:sp>
          <p:nvSpPr>
            <p:cNvPr id="55" name="Rounded Rectangle 134">
              <a:extLst>
                <a:ext uri="{FF2B5EF4-FFF2-40B4-BE49-F238E27FC236}">
                  <a16:creationId xmlns:a16="http://schemas.microsoft.com/office/drawing/2014/main" id="{119F6AF4-426D-EF62-92CF-F266315F9AD0}"/>
                </a:ext>
              </a:extLst>
            </p:cNvPr>
            <p:cNvSpPr/>
            <p:nvPr/>
          </p:nvSpPr>
          <p:spPr>
            <a:xfrm>
              <a:off x="2403891" y="4379432"/>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56" name="TextBox 55">
              <a:extLst>
                <a:ext uri="{FF2B5EF4-FFF2-40B4-BE49-F238E27FC236}">
                  <a16:creationId xmlns:a16="http://schemas.microsoft.com/office/drawing/2014/main" id="{5BFC2062-70FB-89BF-9FDE-83D83FE1783C}"/>
                </a:ext>
              </a:extLst>
            </p:cNvPr>
            <p:cNvSpPr txBox="1"/>
            <p:nvPr/>
          </p:nvSpPr>
          <p:spPr>
            <a:xfrm>
              <a:off x="2403891" y="4411018"/>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Data engineering, platforms, and architecture</a:t>
              </a:r>
            </a:p>
          </p:txBody>
        </p:sp>
        <p:sp>
          <p:nvSpPr>
            <p:cNvPr id="57" name="Rounded Rectangle 143">
              <a:extLst>
                <a:ext uri="{FF2B5EF4-FFF2-40B4-BE49-F238E27FC236}">
                  <a16:creationId xmlns:a16="http://schemas.microsoft.com/office/drawing/2014/main" id="{B95359F4-D725-88A3-4036-93CA5BCBCA32}"/>
                </a:ext>
              </a:extLst>
            </p:cNvPr>
            <p:cNvSpPr/>
            <p:nvPr/>
          </p:nvSpPr>
          <p:spPr>
            <a:xfrm>
              <a:off x="4184552" y="2977899"/>
              <a:ext cx="1685830" cy="2315233"/>
            </a:xfrm>
            <a:prstGeom prst="roundRect">
              <a:avLst>
                <a:gd name="adj" fmla="val 2990"/>
              </a:avLst>
            </a:prstGeom>
            <a:solidFill>
              <a:srgbClr val="F4F4F4"/>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58" name="Rounded Rectangle 157">
              <a:extLst>
                <a:ext uri="{FF2B5EF4-FFF2-40B4-BE49-F238E27FC236}">
                  <a16:creationId xmlns:a16="http://schemas.microsoft.com/office/drawing/2014/main" id="{1F916180-D35B-3368-83E0-C9AA1EEA0F52}"/>
                </a:ext>
              </a:extLst>
            </p:cNvPr>
            <p:cNvSpPr/>
            <p:nvPr/>
          </p:nvSpPr>
          <p:spPr>
            <a:xfrm>
              <a:off x="4232287" y="3059233"/>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59" name="TextBox 58">
              <a:extLst>
                <a:ext uri="{FF2B5EF4-FFF2-40B4-BE49-F238E27FC236}">
                  <a16:creationId xmlns:a16="http://schemas.microsoft.com/office/drawing/2014/main" id="{7FF513BE-8EA5-7AA5-C4DA-E6B5BC331C12}"/>
                </a:ext>
              </a:extLst>
            </p:cNvPr>
            <p:cNvSpPr txBox="1"/>
            <p:nvPr/>
          </p:nvSpPr>
          <p:spPr>
            <a:xfrm>
              <a:off x="4232287" y="3152375"/>
              <a:ext cx="1580765" cy="21544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Strategy and Cloud Migration</a:t>
              </a:r>
            </a:p>
          </p:txBody>
        </p:sp>
        <p:sp>
          <p:nvSpPr>
            <p:cNvPr id="60" name="Rounded Rectangle 155">
              <a:extLst>
                <a:ext uri="{FF2B5EF4-FFF2-40B4-BE49-F238E27FC236}">
                  <a16:creationId xmlns:a16="http://schemas.microsoft.com/office/drawing/2014/main" id="{6DA0163B-FB30-4193-85FF-4E3FE385842B}"/>
                </a:ext>
              </a:extLst>
            </p:cNvPr>
            <p:cNvSpPr/>
            <p:nvPr/>
          </p:nvSpPr>
          <p:spPr>
            <a:xfrm>
              <a:off x="4232287" y="3499299"/>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61" name="TextBox 60">
              <a:extLst>
                <a:ext uri="{FF2B5EF4-FFF2-40B4-BE49-F238E27FC236}">
                  <a16:creationId xmlns:a16="http://schemas.microsoft.com/office/drawing/2014/main" id="{4BC97BE2-188F-4EFD-5743-0FC2C2C25BFF}"/>
                </a:ext>
              </a:extLst>
            </p:cNvPr>
            <p:cNvSpPr txBox="1"/>
            <p:nvPr/>
          </p:nvSpPr>
          <p:spPr>
            <a:xfrm>
              <a:off x="4174959" y="3592441"/>
              <a:ext cx="1695422" cy="21544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Cloud Native Infrastructures</a:t>
              </a:r>
            </a:p>
          </p:txBody>
        </p:sp>
        <p:sp>
          <p:nvSpPr>
            <p:cNvPr id="62" name="Rounded Rectangle 153">
              <a:extLst>
                <a:ext uri="{FF2B5EF4-FFF2-40B4-BE49-F238E27FC236}">
                  <a16:creationId xmlns:a16="http://schemas.microsoft.com/office/drawing/2014/main" id="{F397C579-BD17-62A1-F161-3B9B86C0AB47}"/>
                </a:ext>
              </a:extLst>
            </p:cNvPr>
            <p:cNvSpPr/>
            <p:nvPr/>
          </p:nvSpPr>
          <p:spPr>
            <a:xfrm>
              <a:off x="4232287" y="3939366"/>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63" name="TextBox 62">
              <a:extLst>
                <a:ext uri="{FF2B5EF4-FFF2-40B4-BE49-F238E27FC236}">
                  <a16:creationId xmlns:a16="http://schemas.microsoft.com/office/drawing/2014/main" id="{E36AE16D-9AB8-C0AF-B4BC-0DE21ADBCF3D}"/>
                </a:ext>
              </a:extLst>
            </p:cNvPr>
            <p:cNvSpPr txBox="1"/>
            <p:nvPr/>
          </p:nvSpPr>
          <p:spPr>
            <a:xfrm>
              <a:off x="4232287" y="3970953"/>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Cloud Health and Cost Optimizations</a:t>
              </a:r>
            </a:p>
          </p:txBody>
        </p:sp>
        <p:grpSp>
          <p:nvGrpSpPr>
            <p:cNvPr id="3" name="Group 2">
              <a:extLst>
                <a:ext uri="{FF2B5EF4-FFF2-40B4-BE49-F238E27FC236}">
                  <a16:creationId xmlns:a16="http://schemas.microsoft.com/office/drawing/2014/main" id="{F8923895-65FE-05FF-8502-BF05ECBD6597}"/>
                </a:ext>
              </a:extLst>
            </p:cNvPr>
            <p:cNvGrpSpPr/>
            <p:nvPr/>
          </p:nvGrpSpPr>
          <p:grpSpPr>
            <a:xfrm>
              <a:off x="4232287" y="4379432"/>
              <a:ext cx="1580766" cy="401727"/>
              <a:chOff x="4232287" y="4379432"/>
              <a:chExt cx="1580766" cy="401727"/>
            </a:xfrm>
          </p:grpSpPr>
          <p:sp>
            <p:nvSpPr>
              <p:cNvPr id="64" name="Rounded Rectangle 151">
                <a:extLst>
                  <a:ext uri="{FF2B5EF4-FFF2-40B4-BE49-F238E27FC236}">
                    <a16:creationId xmlns:a16="http://schemas.microsoft.com/office/drawing/2014/main" id="{41C47501-CE64-5384-DA49-451EE55B1D31}"/>
                  </a:ext>
                </a:extLst>
              </p:cNvPr>
              <p:cNvSpPr/>
              <p:nvPr/>
            </p:nvSpPr>
            <p:spPr>
              <a:xfrm>
                <a:off x="4232287" y="4379432"/>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65" name="TextBox 64">
                <a:extLst>
                  <a:ext uri="{FF2B5EF4-FFF2-40B4-BE49-F238E27FC236}">
                    <a16:creationId xmlns:a16="http://schemas.microsoft.com/office/drawing/2014/main" id="{09568EF4-6985-5944-799D-651651E4E36A}"/>
                  </a:ext>
                </a:extLst>
              </p:cNvPr>
              <p:cNvSpPr txBox="1"/>
              <p:nvPr/>
            </p:nvSpPr>
            <p:spPr>
              <a:xfrm>
                <a:off x="4232287" y="4472572"/>
                <a:ext cx="1580765" cy="21544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Standard Components</a:t>
                </a:r>
              </a:p>
            </p:txBody>
          </p:sp>
        </p:grpSp>
        <p:sp>
          <p:nvSpPr>
            <p:cNvPr id="66" name="Rounded Rectangle 160">
              <a:extLst>
                <a:ext uri="{FF2B5EF4-FFF2-40B4-BE49-F238E27FC236}">
                  <a16:creationId xmlns:a16="http://schemas.microsoft.com/office/drawing/2014/main" id="{1C3F73A6-0DFC-1F80-3327-CE07CD1A1F71}"/>
                </a:ext>
              </a:extLst>
            </p:cNvPr>
            <p:cNvSpPr/>
            <p:nvPr/>
          </p:nvSpPr>
          <p:spPr>
            <a:xfrm>
              <a:off x="6012949" y="2977899"/>
              <a:ext cx="1685830" cy="2315233"/>
            </a:xfrm>
            <a:prstGeom prst="roundRect">
              <a:avLst>
                <a:gd name="adj" fmla="val 2990"/>
              </a:avLst>
            </a:prstGeom>
            <a:solidFill>
              <a:srgbClr val="F4F4F4"/>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67" name="Rounded Rectangle 174">
              <a:extLst>
                <a:ext uri="{FF2B5EF4-FFF2-40B4-BE49-F238E27FC236}">
                  <a16:creationId xmlns:a16="http://schemas.microsoft.com/office/drawing/2014/main" id="{744130A8-F430-98B9-9A3C-AE7EA8F365BB}"/>
                </a:ext>
              </a:extLst>
            </p:cNvPr>
            <p:cNvSpPr/>
            <p:nvPr/>
          </p:nvSpPr>
          <p:spPr>
            <a:xfrm>
              <a:off x="6060684" y="3059233"/>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68" name="TextBox 67">
              <a:extLst>
                <a:ext uri="{FF2B5EF4-FFF2-40B4-BE49-F238E27FC236}">
                  <a16:creationId xmlns:a16="http://schemas.microsoft.com/office/drawing/2014/main" id="{BF6D71BB-3552-8F96-1E5E-D32D180C9399}"/>
                </a:ext>
              </a:extLst>
            </p:cNvPr>
            <p:cNvSpPr txBox="1"/>
            <p:nvPr/>
          </p:nvSpPr>
          <p:spPr>
            <a:xfrm>
              <a:off x="6060684" y="3090820"/>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Software Architecture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and Design</a:t>
              </a:r>
            </a:p>
          </p:txBody>
        </p:sp>
        <p:sp>
          <p:nvSpPr>
            <p:cNvPr id="69" name="Rounded Rectangle 172">
              <a:extLst>
                <a:ext uri="{FF2B5EF4-FFF2-40B4-BE49-F238E27FC236}">
                  <a16:creationId xmlns:a16="http://schemas.microsoft.com/office/drawing/2014/main" id="{3330F030-AF31-839C-68E5-6C8A62B28A38}"/>
                </a:ext>
              </a:extLst>
            </p:cNvPr>
            <p:cNvSpPr/>
            <p:nvPr/>
          </p:nvSpPr>
          <p:spPr>
            <a:xfrm>
              <a:off x="6060684" y="3499299"/>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70" name="TextBox 69">
              <a:extLst>
                <a:ext uri="{FF2B5EF4-FFF2-40B4-BE49-F238E27FC236}">
                  <a16:creationId xmlns:a16="http://schemas.microsoft.com/office/drawing/2014/main" id="{77428C43-D600-7FC1-098D-1E095D27EB9D}"/>
                </a:ext>
              </a:extLst>
            </p:cNvPr>
            <p:cNvSpPr txBox="1"/>
            <p:nvPr/>
          </p:nvSpPr>
          <p:spPr>
            <a:xfrm>
              <a:off x="6060684" y="3530886"/>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Software Development (incl. Functional)</a:t>
              </a:r>
            </a:p>
          </p:txBody>
        </p:sp>
        <p:sp>
          <p:nvSpPr>
            <p:cNvPr id="71" name="Rounded Rectangle 170">
              <a:extLst>
                <a:ext uri="{FF2B5EF4-FFF2-40B4-BE49-F238E27FC236}">
                  <a16:creationId xmlns:a16="http://schemas.microsoft.com/office/drawing/2014/main" id="{43B35278-683A-9533-8FCC-71A1C96C49BD}"/>
                </a:ext>
              </a:extLst>
            </p:cNvPr>
            <p:cNvSpPr/>
            <p:nvPr/>
          </p:nvSpPr>
          <p:spPr>
            <a:xfrm>
              <a:off x="6060684" y="3939366"/>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72" name="TextBox 71">
              <a:extLst>
                <a:ext uri="{FF2B5EF4-FFF2-40B4-BE49-F238E27FC236}">
                  <a16:creationId xmlns:a16="http://schemas.microsoft.com/office/drawing/2014/main" id="{F8336EBC-B8C3-17D5-385F-EC1B8D9592DE}"/>
                </a:ext>
              </a:extLst>
            </p:cNvPr>
            <p:cNvSpPr txBox="1"/>
            <p:nvPr/>
          </p:nvSpPr>
          <p:spPr>
            <a:xfrm>
              <a:off x="6060684" y="3970953"/>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ISV product Co-Design and Engineering</a:t>
              </a:r>
            </a:p>
          </p:txBody>
        </p:sp>
        <p:sp>
          <p:nvSpPr>
            <p:cNvPr id="73" name="Rounded Rectangle 168">
              <a:extLst>
                <a:ext uri="{FF2B5EF4-FFF2-40B4-BE49-F238E27FC236}">
                  <a16:creationId xmlns:a16="http://schemas.microsoft.com/office/drawing/2014/main" id="{56E06CD6-3125-9F35-70BA-4FC3F9E5A5C4}"/>
                </a:ext>
              </a:extLst>
            </p:cNvPr>
            <p:cNvSpPr/>
            <p:nvPr/>
          </p:nvSpPr>
          <p:spPr>
            <a:xfrm>
              <a:off x="6060684" y="4379432"/>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74" name="TextBox 73">
              <a:extLst>
                <a:ext uri="{FF2B5EF4-FFF2-40B4-BE49-F238E27FC236}">
                  <a16:creationId xmlns:a16="http://schemas.microsoft.com/office/drawing/2014/main" id="{94A708C7-0546-91FA-A702-E2024F137715}"/>
                </a:ext>
              </a:extLst>
            </p:cNvPr>
            <p:cNvSpPr txBox="1"/>
            <p:nvPr/>
          </p:nvSpPr>
          <p:spPr>
            <a:xfrm>
              <a:off x="6060684" y="4411019"/>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Quality Assurance, Testing and Security</a:t>
              </a:r>
            </a:p>
          </p:txBody>
        </p:sp>
        <p:sp>
          <p:nvSpPr>
            <p:cNvPr id="75" name="Rounded Rectangle 166">
              <a:extLst>
                <a:ext uri="{FF2B5EF4-FFF2-40B4-BE49-F238E27FC236}">
                  <a16:creationId xmlns:a16="http://schemas.microsoft.com/office/drawing/2014/main" id="{A7855A29-133E-BE07-7308-0B974EF6F906}"/>
                </a:ext>
              </a:extLst>
            </p:cNvPr>
            <p:cNvSpPr/>
            <p:nvPr/>
          </p:nvSpPr>
          <p:spPr>
            <a:xfrm>
              <a:off x="6060684" y="4819499"/>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76" name="TextBox 75">
              <a:extLst>
                <a:ext uri="{FF2B5EF4-FFF2-40B4-BE49-F238E27FC236}">
                  <a16:creationId xmlns:a16="http://schemas.microsoft.com/office/drawing/2014/main" id="{34DC47CC-AD87-8C93-122A-332CC6F73C0F}"/>
                </a:ext>
              </a:extLst>
            </p:cNvPr>
            <p:cNvSpPr txBox="1"/>
            <p:nvPr/>
          </p:nvSpPr>
          <p:spPr>
            <a:xfrm>
              <a:off x="6060684" y="4912640"/>
              <a:ext cx="1580765" cy="21544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Managed Services</a:t>
              </a:r>
            </a:p>
          </p:txBody>
        </p:sp>
        <p:sp>
          <p:nvSpPr>
            <p:cNvPr id="77" name="Rounded Rectangle 177">
              <a:extLst>
                <a:ext uri="{FF2B5EF4-FFF2-40B4-BE49-F238E27FC236}">
                  <a16:creationId xmlns:a16="http://schemas.microsoft.com/office/drawing/2014/main" id="{DE1E7C9F-4922-9634-6E94-A153DEC24707}"/>
                </a:ext>
              </a:extLst>
            </p:cNvPr>
            <p:cNvSpPr/>
            <p:nvPr/>
          </p:nvSpPr>
          <p:spPr>
            <a:xfrm>
              <a:off x="7841345" y="2977899"/>
              <a:ext cx="1685830" cy="2315233"/>
            </a:xfrm>
            <a:prstGeom prst="roundRect">
              <a:avLst>
                <a:gd name="adj" fmla="val 2990"/>
              </a:avLst>
            </a:prstGeom>
            <a:solidFill>
              <a:srgbClr val="F4F4F4"/>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78" name="Rounded Rectangle 191">
              <a:extLst>
                <a:ext uri="{FF2B5EF4-FFF2-40B4-BE49-F238E27FC236}">
                  <a16:creationId xmlns:a16="http://schemas.microsoft.com/office/drawing/2014/main" id="{9D12D0CC-A60D-4BB8-BC77-1E79434FA9E6}"/>
                </a:ext>
              </a:extLst>
            </p:cNvPr>
            <p:cNvSpPr/>
            <p:nvPr/>
          </p:nvSpPr>
          <p:spPr>
            <a:xfrm>
              <a:off x="7889080" y="3059233"/>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79" name="TextBox 78">
              <a:extLst>
                <a:ext uri="{FF2B5EF4-FFF2-40B4-BE49-F238E27FC236}">
                  <a16:creationId xmlns:a16="http://schemas.microsoft.com/office/drawing/2014/main" id="{B2753FE5-9700-7BF5-25CC-B4E787573177}"/>
                </a:ext>
              </a:extLst>
            </p:cNvPr>
            <p:cNvSpPr txBox="1"/>
            <p:nvPr/>
          </p:nvSpPr>
          <p:spPr>
            <a:xfrm>
              <a:off x="7889080" y="3090820"/>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Low Code Platform Consulting</a:t>
              </a:r>
            </a:p>
          </p:txBody>
        </p:sp>
        <p:sp>
          <p:nvSpPr>
            <p:cNvPr id="80" name="Rounded Rectangle 189">
              <a:extLst>
                <a:ext uri="{FF2B5EF4-FFF2-40B4-BE49-F238E27FC236}">
                  <a16:creationId xmlns:a16="http://schemas.microsoft.com/office/drawing/2014/main" id="{99E9843F-03DA-802F-3848-DCE1D8329AAF}"/>
                </a:ext>
              </a:extLst>
            </p:cNvPr>
            <p:cNvSpPr/>
            <p:nvPr/>
          </p:nvSpPr>
          <p:spPr>
            <a:xfrm>
              <a:off x="7889080" y="3499299"/>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81" name="TextBox 80">
              <a:extLst>
                <a:ext uri="{FF2B5EF4-FFF2-40B4-BE49-F238E27FC236}">
                  <a16:creationId xmlns:a16="http://schemas.microsoft.com/office/drawing/2014/main" id="{FCD0F6BB-0FAF-4675-0B09-CD4513F190E7}"/>
                </a:ext>
              </a:extLst>
            </p:cNvPr>
            <p:cNvSpPr txBox="1"/>
            <p:nvPr/>
          </p:nvSpPr>
          <p:spPr>
            <a:xfrm>
              <a:off x="7889080" y="3530886"/>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Low Code Architecture and Development</a:t>
              </a:r>
            </a:p>
          </p:txBody>
        </p:sp>
        <p:sp>
          <p:nvSpPr>
            <p:cNvPr id="82" name="Rounded Rectangle 187">
              <a:extLst>
                <a:ext uri="{FF2B5EF4-FFF2-40B4-BE49-F238E27FC236}">
                  <a16:creationId xmlns:a16="http://schemas.microsoft.com/office/drawing/2014/main" id="{6D20584A-9586-9B9E-B6EC-EBA3FA2DE48F}"/>
                </a:ext>
              </a:extLst>
            </p:cNvPr>
            <p:cNvSpPr/>
            <p:nvPr/>
          </p:nvSpPr>
          <p:spPr>
            <a:xfrm>
              <a:off x="7889080" y="3939366"/>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83" name="TextBox 82">
              <a:extLst>
                <a:ext uri="{FF2B5EF4-FFF2-40B4-BE49-F238E27FC236}">
                  <a16:creationId xmlns:a16="http://schemas.microsoft.com/office/drawing/2014/main" id="{B0C39D99-7F4B-4DF7-0DF1-89453AF65A92}"/>
                </a:ext>
              </a:extLst>
            </p:cNvPr>
            <p:cNvSpPr txBox="1"/>
            <p:nvPr/>
          </p:nvSpPr>
          <p:spPr>
            <a:xfrm>
              <a:off x="7889080" y="3970953"/>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Low Code Accelerators and Solutions</a:t>
              </a:r>
            </a:p>
          </p:txBody>
        </p:sp>
        <p:sp>
          <p:nvSpPr>
            <p:cNvPr id="84" name="Rounded Rectangle 194">
              <a:extLst>
                <a:ext uri="{FF2B5EF4-FFF2-40B4-BE49-F238E27FC236}">
                  <a16:creationId xmlns:a16="http://schemas.microsoft.com/office/drawing/2014/main" id="{66F99BCF-EDA3-DB99-8921-9F62DBC4B67C}"/>
                </a:ext>
              </a:extLst>
            </p:cNvPr>
            <p:cNvSpPr/>
            <p:nvPr/>
          </p:nvSpPr>
          <p:spPr>
            <a:xfrm>
              <a:off x="9669742" y="2977899"/>
              <a:ext cx="1685830" cy="2315233"/>
            </a:xfrm>
            <a:prstGeom prst="roundRect">
              <a:avLst>
                <a:gd name="adj" fmla="val 2990"/>
              </a:avLst>
            </a:prstGeom>
            <a:solidFill>
              <a:srgbClr val="F4F4F4"/>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85" name="Rounded Rectangle 208">
              <a:extLst>
                <a:ext uri="{FF2B5EF4-FFF2-40B4-BE49-F238E27FC236}">
                  <a16:creationId xmlns:a16="http://schemas.microsoft.com/office/drawing/2014/main" id="{4957F53F-9030-CBE7-517C-AF3482145C46}"/>
                </a:ext>
              </a:extLst>
            </p:cNvPr>
            <p:cNvSpPr/>
            <p:nvPr/>
          </p:nvSpPr>
          <p:spPr>
            <a:xfrm>
              <a:off x="9717477" y="3059233"/>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86" name="TextBox 85">
              <a:extLst>
                <a:ext uri="{FF2B5EF4-FFF2-40B4-BE49-F238E27FC236}">
                  <a16:creationId xmlns:a16="http://schemas.microsoft.com/office/drawing/2014/main" id="{17CC6009-0BB2-4D98-2B37-76250AE1BB74}"/>
                </a:ext>
              </a:extLst>
            </p:cNvPr>
            <p:cNvSpPr txBox="1"/>
            <p:nvPr/>
          </p:nvSpPr>
          <p:spPr>
            <a:xfrm>
              <a:off x="9717477" y="3152375"/>
              <a:ext cx="1580765" cy="21544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Azure Cloud Transformations</a:t>
              </a:r>
            </a:p>
          </p:txBody>
        </p:sp>
        <p:sp>
          <p:nvSpPr>
            <p:cNvPr id="87" name="Rounded Rectangle 206">
              <a:extLst>
                <a:ext uri="{FF2B5EF4-FFF2-40B4-BE49-F238E27FC236}">
                  <a16:creationId xmlns:a16="http://schemas.microsoft.com/office/drawing/2014/main" id="{593DBB49-4DEE-49BB-AD87-0FC12A8CB224}"/>
                </a:ext>
              </a:extLst>
            </p:cNvPr>
            <p:cNvSpPr/>
            <p:nvPr/>
          </p:nvSpPr>
          <p:spPr>
            <a:xfrm>
              <a:off x="9717477" y="3499299"/>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88" name="TextBox 87">
              <a:extLst>
                <a:ext uri="{FF2B5EF4-FFF2-40B4-BE49-F238E27FC236}">
                  <a16:creationId xmlns:a16="http://schemas.microsoft.com/office/drawing/2014/main" id="{2F46B8EE-32B0-CDD0-051A-76AA17D69CF4}"/>
                </a:ext>
              </a:extLst>
            </p:cNvPr>
            <p:cNvSpPr txBox="1"/>
            <p:nvPr/>
          </p:nvSpPr>
          <p:spPr>
            <a:xfrm>
              <a:off x="9717477" y="3530886"/>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Cloud Native Software Development</a:t>
              </a:r>
            </a:p>
          </p:txBody>
        </p:sp>
        <p:sp>
          <p:nvSpPr>
            <p:cNvPr id="89" name="Rounded Rectangle 204">
              <a:extLst>
                <a:ext uri="{FF2B5EF4-FFF2-40B4-BE49-F238E27FC236}">
                  <a16:creationId xmlns:a16="http://schemas.microsoft.com/office/drawing/2014/main" id="{15D3300D-7083-C629-DDD6-028527FD2AE6}"/>
                </a:ext>
              </a:extLst>
            </p:cNvPr>
            <p:cNvSpPr/>
            <p:nvPr/>
          </p:nvSpPr>
          <p:spPr>
            <a:xfrm>
              <a:off x="9717477" y="3939366"/>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90" name="TextBox 89">
              <a:extLst>
                <a:ext uri="{FF2B5EF4-FFF2-40B4-BE49-F238E27FC236}">
                  <a16:creationId xmlns:a16="http://schemas.microsoft.com/office/drawing/2014/main" id="{86306F5A-5667-6220-8AA5-1F252A615CDA}"/>
                </a:ext>
              </a:extLst>
            </p:cNvPr>
            <p:cNvSpPr txBox="1"/>
            <p:nvPr/>
          </p:nvSpPr>
          <p:spPr>
            <a:xfrm>
              <a:off x="9717477" y="3970953"/>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 (Cloud) Application Modernization</a:t>
              </a:r>
            </a:p>
          </p:txBody>
        </p:sp>
        <p:sp>
          <p:nvSpPr>
            <p:cNvPr id="91" name="Rounded Rectangle 202">
              <a:extLst>
                <a:ext uri="{FF2B5EF4-FFF2-40B4-BE49-F238E27FC236}">
                  <a16:creationId xmlns:a16="http://schemas.microsoft.com/office/drawing/2014/main" id="{EC28B1F7-BF86-97B6-8A6B-4996640A9EE5}"/>
                </a:ext>
              </a:extLst>
            </p:cNvPr>
            <p:cNvSpPr/>
            <p:nvPr/>
          </p:nvSpPr>
          <p:spPr>
            <a:xfrm>
              <a:off x="9717477" y="4379432"/>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2" name="TextBox 91">
              <a:extLst>
                <a:ext uri="{FF2B5EF4-FFF2-40B4-BE49-F238E27FC236}">
                  <a16:creationId xmlns:a16="http://schemas.microsoft.com/office/drawing/2014/main" id="{4637FA93-9E38-8B66-A4FC-F1D6E74B8B30}"/>
                </a:ext>
              </a:extLst>
            </p:cNvPr>
            <p:cNvSpPr txBox="1"/>
            <p:nvPr/>
          </p:nvSpPr>
          <p:spPr>
            <a:xfrm>
              <a:off x="9717477" y="4457185"/>
              <a:ext cx="1580765" cy="246221"/>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A5A5A"/>
                  </a:solidFill>
                  <a:effectLst/>
                  <a:uLnTx/>
                  <a:uFillTx/>
                  <a:latin typeface="Avenir Medium" panose="02000503020000020003" pitchFamily="2" charset="0"/>
                  <a:ea typeface="+mn-ea"/>
                  <a:cs typeface="+mn-cs"/>
                </a:rPr>
                <a:t>Managed Services</a:t>
              </a:r>
            </a:p>
          </p:txBody>
        </p:sp>
        <p:grpSp>
          <p:nvGrpSpPr>
            <p:cNvPr id="6" name="Group 5">
              <a:extLst>
                <a:ext uri="{FF2B5EF4-FFF2-40B4-BE49-F238E27FC236}">
                  <a16:creationId xmlns:a16="http://schemas.microsoft.com/office/drawing/2014/main" id="{1CA84A3F-8022-783B-4B2B-00639C742F50}"/>
                </a:ext>
              </a:extLst>
            </p:cNvPr>
            <p:cNvGrpSpPr/>
            <p:nvPr/>
          </p:nvGrpSpPr>
          <p:grpSpPr>
            <a:xfrm>
              <a:off x="4237084" y="4833738"/>
              <a:ext cx="1580766" cy="401727"/>
              <a:chOff x="4232287" y="4379432"/>
              <a:chExt cx="1580766" cy="401727"/>
            </a:xfrm>
          </p:grpSpPr>
          <p:sp>
            <p:nvSpPr>
              <p:cNvPr id="14" name="Rounded Rectangle 151">
                <a:extLst>
                  <a:ext uri="{FF2B5EF4-FFF2-40B4-BE49-F238E27FC236}">
                    <a16:creationId xmlns:a16="http://schemas.microsoft.com/office/drawing/2014/main" id="{6FFD65BB-0431-0C2A-2E75-DA8606E7D17C}"/>
                  </a:ext>
                </a:extLst>
              </p:cNvPr>
              <p:cNvSpPr/>
              <p:nvPr/>
            </p:nvSpPr>
            <p:spPr>
              <a:xfrm>
                <a:off x="4232287" y="4379432"/>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101" name="TextBox 100">
                <a:extLst>
                  <a:ext uri="{FF2B5EF4-FFF2-40B4-BE49-F238E27FC236}">
                    <a16:creationId xmlns:a16="http://schemas.microsoft.com/office/drawing/2014/main" id="{0040B218-4BD4-D2C6-19F1-88A28230D430}"/>
                  </a:ext>
                </a:extLst>
              </p:cNvPr>
              <p:cNvSpPr txBox="1"/>
              <p:nvPr/>
            </p:nvSpPr>
            <p:spPr>
              <a:xfrm>
                <a:off x="4232287" y="4411018"/>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Cloud Based Workplace Components </a:t>
                </a:r>
              </a:p>
            </p:txBody>
          </p:sp>
        </p:grpSp>
        <p:grpSp>
          <p:nvGrpSpPr>
            <p:cNvPr id="102" name="Group 101">
              <a:extLst>
                <a:ext uri="{FF2B5EF4-FFF2-40B4-BE49-F238E27FC236}">
                  <a16:creationId xmlns:a16="http://schemas.microsoft.com/office/drawing/2014/main" id="{F56F5537-9DE8-A0AA-5483-60B01AE2D0B3}"/>
                </a:ext>
              </a:extLst>
            </p:cNvPr>
            <p:cNvGrpSpPr/>
            <p:nvPr/>
          </p:nvGrpSpPr>
          <p:grpSpPr>
            <a:xfrm>
              <a:off x="7891620" y="4379684"/>
              <a:ext cx="1580766" cy="401727"/>
              <a:chOff x="4232287" y="4379432"/>
              <a:chExt cx="1580766" cy="401727"/>
            </a:xfrm>
          </p:grpSpPr>
          <p:sp>
            <p:nvSpPr>
              <p:cNvPr id="103" name="Rounded Rectangle 151">
                <a:extLst>
                  <a:ext uri="{FF2B5EF4-FFF2-40B4-BE49-F238E27FC236}">
                    <a16:creationId xmlns:a16="http://schemas.microsoft.com/office/drawing/2014/main" id="{BC3C4728-4109-1575-1E46-798F24AFBE8B}"/>
                  </a:ext>
                </a:extLst>
              </p:cNvPr>
              <p:cNvSpPr/>
              <p:nvPr/>
            </p:nvSpPr>
            <p:spPr>
              <a:xfrm>
                <a:off x="4232287" y="4379432"/>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104" name="TextBox 103">
                <a:extLst>
                  <a:ext uri="{FF2B5EF4-FFF2-40B4-BE49-F238E27FC236}">
                    <a16:creationId xmlns:a16="http://schemas.microsoft.com/office/drawing/2014/main" id="{09C60DDE-6E34-6A30-1177-705D8D262A9B}"/>
                  </a:ext>
                </a:extLst>
              </p:cNvPr>
              <p:cNvSpPr txBox="1"/>
              <p:nvPr/>
            </p:nvSpPr>
            <p:spPr>
              <a:xfrm>
                <a:off x="4232287" y="4411018"/>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Appian, </a:t>
                </a:r>
                <a:r>
                  <a:rPr kumimoji="0" lang="en-US" sz="800" b="0" i="0" u="none" strike="noStrike" kern="1200" cap="none" spc="0" normalizeH="0" baseline="0" noProof="0" err="1">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OutSystems</a:t>
                </a: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 Salesforce and </a:t>
                </a:r>
                <a:r>
                  <a:rPr kumimoji="0" lang="en-US" sz="800" b="0" i="0" u="none" strike="noStrike" kern="1200" cap="none" spc="0" normalizeH="0" baseline="0" noProof="0" err="1">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Mendix</a:t>
                </a:r>
                <a:endPar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05" name="Group 104">
              <a:extLst>
                <a:ext uri="{FF2B5EF4-FFF2-40B4-BE49-F238E27FC236}">
                  <a16:creationId xmlns:a16="http://schemas.microsoft.com/office/drawing/2014/main" id="{FE11C955-4D76-8117-CC5D-73AB2B325AFA}"/>
                </a:ext>
              </a:extLst>
            </p:cNvPr>
            <p:cNvGrpSpPr/>
            <p:nvPr/>
          </p:nvGrpSpPr>
          <p:grpSpPr>
            <a:xfrm>
              <a:off x="7900426" y="4824892"/>
              <a:ext cx="1580766" cy="401727"/>
              <a:chOff x="4232287" y="4379432"/>
              <a:chExt cx="1580766" cy="401727"/>
            </a:xfrm>
          </p:grpSpPr>
          <p:sp>
            <p:nvSpPr>
              <p:cNvPr id="106" name="Rounded Rectangle 151">
                <a:extLst>
                  <a:ext uri="{FF2B5EF4-FFF2-40B4-BE49-F238E27FC236}">
                    <a16:creationId xmlns:a16="http://schemas.microsoft.com/office/drawing/2014/main" id="{DF588F05-0AAB-83E8-D071-0D63A7DB637D}"/>
                  </a:ext>
                </a:extLst>
              </p:cNvPr>
              <p:cNvSpPr/>
              <p:nvPr/>
            </p:nvSpPr>
            <p:spPr>
              <a:xfrm>
                <a:off x="4232287" y="4379432"/>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107" name="TextBox 106">
                <a:extLst>
                  <a:ext uri="{FF2B5EF4-FFF2-40B4-BE49-F238E27FC236}">
                    <a16:creationId xmlns:a16="http://schemas.microsoft.com/office/drawing/2014/main" id="{ED896585-9517-8653-E694-0E88CCE2DD98}"/>
                  </a:ext>
                </a:extLst>
              </p:cNvPr>
              <p:cNvSpPr txBox="1"/>
              <p:nvPr/>
            </p:nvSpPr>
            <p:spPr>
              <a:xfrm>
                <a:off x="4232287" y="4472572"/>
                <a:ext cx="1580765" cy="21544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Managed Services</a:t>
                </a:r>
              </a:p>
            </p:txBody>
          </p:sp>
        </p:grpSp>
        <p:grpSp>
          <p:nvGrpSpPr>
            <p:cNvPr id="108" name="Group 107">
              <a:extLst>
                <a:ext uri="{FF2B5EF4-FFF2-40B4-BE49-F238E27FC236}">
                  <a16:creationId xmlns:a16="http://schemas.microsoft.com/office/drawing/2014/main" id="{7ABD2463-9F33-178A-2D54-4162E37840CD}"/>
                </a:ext>
              </a:extLst>
            </p:cNvPr>
            <p:cNvGrpSpPr/>
            <p:nvPr/>
          </p:nvGrpSpPr>
          <p:grpSpPr>
            <a:xfrm>
              <a:off x="2401385" y="4833737"/>
              <a:ext cx="1580766" cy="401727"/>
              <a:chOff x="4232287" y="4379432"/>
              <a:chExt cx="1580766" cy="401727"/>
            </a:xfrm>
          </p:grpSpPr>
          <p:sp>
            <p:nvSpPr>
              <p:cNvPr id="109" name="Rounded Rectangle 151">
                <a:extLst>
                  <a:ext uri="{FF2B5EF4-FFF2-40B4-BE49-F238E27FC236}">
                    <a16:creationId xmlns:a16="http://schemas.microsoft.com/office/drawing/2014/main" id="{DFE076A9-819F-072A-BAF6-D1810840F185}"/>
                  </a:ext>
                </a:extLst>
              </p:cNvPr>
              <p:cNvSpPr/>
              <p:nvPr/>
            </p:nvSpPr>
            <p:spPr>
              <a:xfrm>
                <a:off x="4232287" y="4379432"/>
                <a:ext cx="1580766" cy="401727"/>
              </a:xfrm>
              <a:prstGeom prst="roundRect">
                <a:avLst>
                  <a:gd name="adj" fmla="val 512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venir Medium" panose="02000503020000020003" pitchFamily="2" charset="0"/>
                  <a:ea typeface="+mn-ea"/>
                  <a:cs typeface="+mn-cs"/>
                </a:endParaRPr>
              </a:p>
            </p:txBody>
          </p:sp>
          <p:sp>
            <p:nvSpPr>
              <p:cNvPr id="110" name="TextBox 109">
                <a:extLst>
                  <a:ext uri="{FF2B5EF4-FFF2-40B4-BE49-F238E27FC236}">
                    <a16:creationId xmlns:a16="http://schemas.microsoft.com/office/drawing/2014/main" id="{EAF53C02-F312-DD82-98F5-3D8C1DFAD5A1}"/>
                  </a:ext>
                </a:extLst>
              </p:cNvPr>
              <p:cNvSpPr txBox="1"/>
              <p:nvPr/>
            </p:nvSpPr>
            <p:spPr>
              <a:xfrm>
                <a:off x="4232287" y="4411017"/>
                <a:ext cx="1580765" cy="338554"/>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5A5A5A"/>
                    </a:solidFill>
                    <a:effectLst/>
                    <a:uLnTx/>
                    <a:uFillTx/>
                    <a:latin typeface="Open Sans" panose="020B0606030504020204" pitchFamily="34" charset="0"/>
                    <a:ea typeface="Open Sans" panose="020B0606030504020204" pitchFamily="34" charset="0"/>
                    <a:cs typeface="Open Sans" panose="020B0606030504020204" pitchFamily="34" charset="0"/>
                  </a:rPr>
                  <a:t>Data Standard Components and Solutions</a:t>
                </a:r>
              </a:p>
            </p:txBody>
          </p:sp>
        </p:grpSp>
      </p:grpSp>
      <p:sp>
        <p:nvSpPr>
          <p:cNvPr id="93" name="Slide Number Placeholder 92">
            <a:extLst>
              <a:ext uri="{FF2B5EF4-FFF2-40B4-BE49-F238E27FC236}">
                <a16:creationId xmlns:a16="http://schemas.microsoft.com/office/drawing/2014/main" id="{5E676C89-F4D5-A7CB-0E68-B85C042B9BE7}"/>
              </a:ext>
            </a:extLst>
          </p:cNvPr>
          <p:cNvSpPr>
            <a:spLocks noGrp="1"/>
          </p:cNvSpPr>
          <p:nvPr>
            <p:ph type="sldNum" sz="quarter" idx="12"/>
          </p:nvPr>
        </p:nvSpPr>
        <p:spPr/>
        <p:txBody>
          <a:bodyPr/>
          <a:lstStyle/>
          <a:p>
            <a:fld id="{3CE5352E-9B9F-4EDC-8769-7FA3D3F814C7}" type="slidenum">
              <a:rPr lang="en-US" noProof="0" smtClean="0"/>
              <a:pPr/>
              <a:t>3</a:t>
            </a:fld>
            <a:endParaRPr lang="en-US" noProof="0"/>
          </a:p>
        </p:txBody>
      </p:sp>
      <p:sp>
        <p:nvSpPr>
          <p:cNvPr id="94" name="Date Placeholder 93">
            <a:extLst>
              <a:ext uri="{FF2B5EF4-FFF2-40B4-BE49-F238E27FC236}">
                <a16:creationId xmlns:a16="http://schemas.microsoft.com/office/drawing/2014/main" id="{F5C4CC80-3F62-A319-DDFA-C16BF1E92482}"/>
              </a:ext>
            </a:extLst>
          </p:cNvPr>
          <p:cNvSpPr>
            <a:spLocks noGrp="1"/>
          </p:cNvSpPr>
          <p:nvPr>
            <p:ph type="dt" sz="half" idx="10"/>
          </p:nvPr>
        </p:nvSpPr>
        <p:spPr/>
        <p:txBody>
          <a:bodyPr/>
          <a:lstStyle/>
          <a:p>
            <a:endParaRPr lang="en-US" noProof="0"/>
          </a:p>
        </p:txBody>
      </p:sp>
    </p:spTree>
    <p:extLst>
      <p:ext uri="{BB962C8B-B14F-4D97-AF65-F5344CB8AC3E}">
        <p14:creationId xmlns:p14="http://schemas.microsoft.com/office/powerpoint/2010/main" val="1735896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 name="Graphic 163">
            <a:extLst>
              <a:ext uri="{FF2B5EF4-FFF2-40B4-BE49-F238E27FC236}">
                <a16:creationId xmlns:a16="http://schemas.microsoft.com/office/drawing/2014/main" id="{1750A6E9-3BE4-B44A-9F8B-5CF8ECD5C5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4050" y="1192916"/>
            <a:ext cx="4150474" cy="676588"/>
          </a:xfrm>
          <a:prstGeom prst="rect">
            <a:avLst/>
          </a:prstGeom>
        </p:spPr>
      </p:pic>
      <p:pic>
        <p:nvPicPr>
          <p:cNvPr id="222" name="Graphic 221">
            <a:extLst>
              <a:ext uri="{FF2B5EF4-FFF2-40B4-BE49-F238E27FC236}">
                <a16:creationId xmlns:a16="http://schemas.microsoft.com/office/drawing/2014/main" id="{E3B48B84-6844-3044-91DB-E047E30ABB5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2164" y="143231"/>
            <a:ext cx="4152360" cy="982637"/>
          </a:xfrm>
          <a:prstGeom prst="rect">
            <a:avLst/>
          </a:prstGeom>
        </p:spPr>
      </p:pic>
      <p:pic>
        <p:nvPicPr>
          <p:cNvPr id="155" name="Graphic 154">
            <a:extLst>
              <a:ext uri="{FF2B5EF4-FFF2-40B4-BE49-F238E27FC236}">
                <a16:creationId xmlns:a16="http://schemas.microsoft.com/office/drawing/2014/main" id="{6B507B6B-A05E-F04D-9703-B41A010EE00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65780" y="468173"/>
            <a:ext cx="2020639" cy="901516"/>
          </a:xfrm>
          <a:prstGeom prst="rect">
            <a:avLst/>
          </a:prstGeom>
        </p:spPr>
      </p:pic>
      <p:pic>
        <p:nvPicPr>
          <p:cNvPr id="205" name="Graphic 204">
            <a:extLst>
              <a:ext uri="{FF2B5EF4-FFF2-40B4-BE49-F238E27FC236}">
                <a16:creationId xmlns:a16="http://schemas.microsoft.com/office/drawing/2014/main" id="{2F6B6832-F940-1F4C-886E-A74B98609BD0}"/>
              </a:ext>
            </a:extLst>
          </p:cNvPr>
          <p:cNvPicPr>
            <a:picLocks/>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68108" y="1231053"/>
            <a:ext cx="493264" cy="171819"/>
          </a:xfrm>
          <a:prstGeom prst="rect">
            <a:avLst/>
          </a:prstGeom>
        </p:spPr>
      </p:pic>
      <p:sp>
        <p:nvSpPr>
          <p:cNvPr id="206" name="Tekstvak 205">
            <a:extLst>
              <a:ext uri="{FF2B5EF4-FFF2-40B4-BE49-F238E27FC236}">
                <a16:creationId xmlns:a16="http://schemas.microsoft.com/office/drawing/2014/main" id="{F443CB7F-1EC4-A645-97D2-2F6E36A0B5CB}"/>
              </a:ext>
            </a:extLst>
          </p:cNvPr>
          <p:cNvSpPr txBox="1"/>
          <p:nvPr/>
        </p:nvSpPr>
        <p:spPr>
          <a:xfrm>
            <a:off x="268108" y="1217010"/>
            <a:ext cx="493264" cy="1897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Proxima Nova Medium" panose="02000506030000020004" pitchFamily="2" charset="0"/>
                <a:sym typeface="Helvetica Neue"/>
              </a:rPr>
              <a:t>Purpose</a:t>
            </a:r>
          </a:p>
        </p:txBody>
      </p:sp>
      <p:pic>
        <p:nvPicPr>
          <p:cNvPr id="207" name="Graphic 206">
            <a:extLst>
              <a:ext uri="{FF2B5EF4-FFF2-40B4-BE49-F238E27FC236}">
                <a16:creationId xmlns:a16="http://schemas.microsoft.com/office/drawing/2014/main" id="{1CF45E97-6484-C642-87AD-8808B67BD7CB}"/>
              </a:ext>
            </a:extLst>
          </p:cNvPr>
          <p:cNvPicPr>
            <a:picLocks/>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647460" y="267395"/>
            <a:ext cx="1016302" cy="171819"/>
          </a:xfrm>
          <a:prstGeom prst="rect">
            <a:avLst/>
          </a:prstGeom>
        </p:spPr>
      </p:pic>
      <p:sp>
        <p:nvSpPr>
          <p:cNvPr id="208" name="Tekstvak 207">
            <a:extLst>
              <a:ext uri="{FF2B5EF4-FFF2-40B4-BE49-F238E27FC236}">
                <a16:creationId xmlns:a16="http://schemas.microsoft.com/office/drawing/2014/main" id="{779280A5-2F02-6E4D-8BC0-3C326416D139}"/>
              </a:ext>
            </a:extLst>
          </p:cNvPr>
          <p:cNvSpPr txBox="1"/>
          <p:nvPr/>
        </p:nvSpPr>
        <p:spPr>
          <a:xfrm>
            <a:off x="2647460" y="247786"/>
            <a:ext cx="1016302" cy="1897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Proxima Nova Medium" panose="02000506030000020004" pitchFamily="2" charset="0"/>
                <a:sym typeface="Helvetica Neue"/>
              </a:rPr>
              <a:t>Business</a:t>
            </a:r>
            <a:r>
              <a:rPr kumimoji="0" lang="en-US" sz="800" b="0" i="0" u="none" strike="noStrike" kern="0" cap="none" spc="0" normalizeH="0" baseline="0" noProof="0">
                <a:ln>
                  <a:noFill/>
                </a:ln>
                <a:solidFill>
                  <a:srgbClr val="FFFFFF"/>
                </a:solidFill>
                <a:effectLst/>
                <a:uLnTx/>
                <a:uFillTx/>
                <a:latin typeface="Proxima Nova Medium" panose="02000506030000020004" pitchFamily="2" charset="0"/>
                <a:sym typeface="Helvetica Neue"/>
              </a:rPr>
              <a:t> Principles</a:t>
            </a:r>
          </a:p>
        </p:txBody>
      </p:sp>
      <p:pic>
        <p:nvPicPr>
          <p:cNvPr id="209" name="Graphic 208">
            <a:extLst>
              <a:ext uri="{FF2B5EF4-FFF2-40B4-BE49-F238E27FC236}">
                <a16:creationId xmlns:a16="http://schemas.microsoft.com/office/drawing/2014/main" id="{D15D50D2-7955-AE43-9CDA-8F4F48C7719C}"/>
              </a:ext>
            </a:extLst>
          </p:cNvPr>
          <p:cNvPicPr>
            <a:picLocks/>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54986" y="267395"/>
            <a:ext cx="478301" cy="171819"/>
          </a:xfrm>
          <a:prstGeom prst="rect">
            <a:avLst/>
          </a:prstGeom>
        </p:spPr>
      </p:pic>
      <p:sp>
        <p:nvSpPr>
          <p:cNvPr id="210" name="Tekstvak 209">
            <a:extLst>
              <a:ext uri="{FF2B5EF4-FFF2-40B4-BE49-F238E27FC236}">
                <a16:creationId xmlns:a16="http://schemas.microsoft.com/office/drawing/2014/main" id="{F3BE705C-9C84-EB4B-8643-E989E1324609}"/>
              </a:ext>
            </a:extLst>
          </p:cNvPr>
          <p:cNvSpPr txBox="1"/>
          <p:nvPr/>
        </p:nvSpPr>
        <p:spPr>
          <a:xfrm>
            <a:off x="1154986" y="247786"/>
            <a:ext cx="478300" cy="1897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Proxima Nova Medium" panose="02000506030000020004" pitchFamily="2" charset="0"/>
                <a:sym typeface="Helvetica Neue"/>
              </a:rPr>
              <a:t>Values</a:t>
            </a:r>
          </a:p>
        </p:txBody>
      </p:sp>
      <p:pic>
        <p:nvPicPr>
          <p:cNvPr id="211" name="Graphic 210">
            <a:extLst>
              <a:ext uri="{FF2B5EF4-FFF2-40B4-BE49-F238E27FC236}">
                <a16:creationId xmlns:a16="http://schemas.microsoft.com/office/drawing/2014/main" id="{B85B15B0-1B97-3147-B5C1-A3F50466B9AF}"/>
              </a:ext>
            </a:extLst>
          </p:cNvPr>
          <p:cNvPicPr>
            <a:picLocks/>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07642" y="267395"/>
            <a:ext cx="478301" cy="171819"/>
          </a:xfrm>
          <a:prstGeom prst="rect">
            <a:avLst/>
          </a:prstGeom>
        </p:spPr>
      </p:pic>
      <p:sp>
        <p:nvSpPr>
          <p:cNvPr id="212" name="Tekstvak 211">
            <a:extLst>
              <a:ext uri="{FF2B5EF4-FFF2-40B4-BE49-F238E27FC236}">
                <a16:creationId xmlns:a16="http://schemas.microsoft.com/office/drawing/2014/main" id="{0FCA7756-224F-5D40-B7A4-7237FA69B513}"/>
              </a:ext>
            </a:extLst>
          </p:cNvPr>
          <p:cNvSpPr txBox="1"/>
          <p:nvPr/>
        </p:nvSpPr>
        <p:spPr>
          <a:xfrm>
            <a:off x="307642" y="247786"/>
            <a:ext cx="478300" cy="18979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solidFill>
                <a:effectLst/>
                <a:uLnTx/>
                <a:uFillTx/>
                <a:latin typeface="Proxima Nova Medium" panose="02000506030000020004" pitchFamily="2" charset="0"/>
                <a:sym typeface="Helvetica Neue"/>
              </a:rPr>
              <a:t>Mission</a:t>
            </a:r>
          </a:p>
        </p:txBody>
      </p:sp>
      <p:sp>
        <p:nvSpPr>
          <p:cNvPr id="213" name="Tekstvak 212">
            <a:extLst>
              <a:ext uri="{FF2B5EF4-FFF2-40B4-BE49-F238E27FC236}">
                <a16:creationId xmlns:a16="http://schemas.microsoft.com/office/drawing/2014/main" id="{5B5D0774-E674-6640-883D-AA4E5E8EA4F9}"/>
              </a:ext>
            </a:extLst>
          </p:cNvPr>
          <p:cNvSpPr txBox="1"/>
          <p:nvPr/>
        </p:nvSpPr>
        <p:spPr>
          <a:xfrm>
            <a:off x="307642" y="473923"/>
            <a:ext cx="696556"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72232" marR="0" lvl="0" indent="-66675" algn="l" defTabSz="1219169" rtl="0" eaLnBrk="1" fontAlgn="auto" latinLnBrk="0" hangingPunct="0">
              <a:lnSpc>
                <a:spcPct val="100000"/>
              </a:lnSpc>
              <a:spcBef>
                <a:spcPts val="0"/>
              </a:spcBef>
              <a:spcAft>
                <a:spcPts val="0"/>
              </a:spcAft>
              <a:buClrTx/>
              <a:buSzTx/>
              <a:buFontTx/>
              <a:buBlip>
                <a:blip r:embed="rId11">
                  <a:extLst>
                    <a:ext uri="{96DAC541-7B7A-43D3-8B79-37D633B846F1}">
                      <asvg:svgBlip xmlns:asvg="http://schemas.microsoft.com/office/drawing/2016/SVG/main" r:embed="rId12"/>
                    </a:ext>
                  </a:extLst>
                </a:blip>
              </a:buBlip>
              <a:tabLst/>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Authority</a:t>
            </a:r>
          </a:p>
        </p:txBody>
      </p:sp>
      <p:sp>
        <p:nvSpPr>
          <p:cNvPr id="214" name="Tekstvak 213">
            <a:extLst>
              <a:ext uri="{FF2B5EF4-FFF2-40B4-BE49-F238E27FC236}">
                <a16:creationId xmlns:a16="http://schemas.microsoft.com/office/drawing/2014/main" id="{FE7BC2AD-6965-3A4D-BC4E-56CC879E9B00}"/>
              </a:ext>
            </a:extLst>
          </p:cNvPr>
          <p:cNvSpPr txBox="1"/>
          <p:nvPr/>
        </p:nvSpPr>
        <p:spPr>
          <a:xfrm>
            <a:off x="1154986" y="469586"/>
            <a:ext cx="1431052" cy="5437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72232" marR="0" lvl="0" indent="-66675" algn="l" defTabSz="1219169" rtl="0" eaLnBrk="1" fontAlgn="auto" latinLnBrk="0" hangingPunct="0">
              <a:lnSpc>
                <a:spcPct val="100000"/>
              </a:lnSpc>
              <a:spcBef>
                <a:spcPts val="0"/>
              </a:spcBef>
              <a:spcAft>
                <a:spcPts val="0"/>
              </a:spcAft>
              <a:buClrTx/>
              <a:buSzTx/>
              <a:buFontTx/>
              <a:buBlip>
                <a:blip r:embed="rId11">
                  <a:extLst>
                    <a:ext uri="{96DAC541-7B7A-43D3-8B79-37D633B846F1}">
                      <asvg:svgBlip xmlns:asvg="http://schemas.microsoft.com/office/drawing/2016/SVG/main" r:embed="rId12"/>
                    </a:ext>
                  </a:extLst>
                </a:blip>
              </a:buBlip>
              <a:tabLst/>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People First</a:t>
            </a:r>
          </a:p>
          <a:p>
            <a:pPr marL="72232" marR="0" lvl="0" indent="-66675" algn="l" defTabSz="1219169" rtl="0" eaLnBrk="1" fontAlgn="auto" latinLnBrk="0" hangingPunct="0">
              <a:lnSpc>
                <a:spcPct val="100000"/>
              </a:lnSpc>
              <a:spcBef>
                <a:spcPts val="0"/>
              </a:spcBef>
              <a:spcAft>
                <a:spcPts val="0"/>
              </a:spcAft>
              <a:buClrTx/>
              <a:buSzTx/>
              <a:buFontTx/>
              <a:buBlip>
                <a:blip r:embed="rId11">
                  <a:extLst>
                    <a:ext uri="{96DAC541-7B7A-43D3-8B79-37D633B846F1}">
                      <asvg:svgBlip xmlns:asvg="http://schemas.microsoft.com/office/drawing/2016/SVG/main" r:embed="rId12"/>
                    </a:ext>
                  </a:extLst>
                </a:blip>
              </a:buBlip>
              <a:tabLst/>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Sharing Knowledge</a:t>
            </a:r>
          </a:p>
          <a:p>
            <a:pPr marL="72232" marR="0" lvl="0" indent="-66675" algn="l" defTabSz="1219169" rtl="0" eaLnBrk="1" fontAlgn="auto" latinLnBrk="0" hangingPunct="0">
              <a:lnSpc>
                <a:spcPct val="100000"/>
              </a:lnSpc>
              <a:spcBef>
                <a:spcPts val="0"/>
              </a:spcBef>
              <a:spcAft>
                <a:spcPts val="0"/>
              </a:spcAft>
              <a:buClrTx/>
              <a:buSzTx/>
              <a:buFontTx/>
              <a:buBlip>
                <a:blip r:embed="rId11">
                  <a:extLst>
                    <a:ext uri="{96DAC541-7B7A-43D3-8B79-37D633B846F1}">
                      <asvg:svgBlip xmlns:asvg="http://schemas.microsoft.com/office/drawing/2016/SVG/main" r:embed="rId12"/>
                    </a:ext>
                  </a:extLst>
                </a:blip>
              </a:buBlip>
              <a:tabLst/>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Quality Without Compromise</a:t>
            </a:r>
          </a:p>
          <a:p>
            <a:pPr marL="72232" marR="0" lvl="0" indent="-66675" algn="l" defTabSz="1219169" rtl="0" eaLnBrk="1" fontAlgn="auto" latinLnBrk="0" hangingPunct="0">
              <a:lnSpc>
                <a:spcPct val="100000"/>
              </a:lnSpc>
              <a:spcBef>
                <a:spcPts val="0"/>
              </a:spcBef>
              <a:spcAft>
                <a:spcPts val="0"/>
              </a:spcAft>
              <a:buClrTx/>
              <a:buSzTx/>
              <a:buFontTx/>
              <a:buBlip>
                <a:blip r:embed="rId11">
                  <a:extLst>
                    <a:ext uri="{96DAC541-7B7A-43D3-8B79-37D633B846F1}">
                      <asvg:svgBlip xmlns:asvg="http://schemas.microsoft.com/office/drawing/2016/SVG/main" r:embed="rId12"/>
                    </a:ext>
                  </a:extLst>
                </a:blip>
              </a:buBlip>
              <a:tabLst/>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Customer Intimacy</a:t>
            </a:r>
          </a:p>
        </p:txBody>
      </p:sp>
      <p:sp>
        <p:nvSpPr>
          <p:cNvPr id="215" name="Tekstvak 214">
            <a:extLst>
              <a:ext uri="{FF2B5EF4-FFF2-40B4-BE49-F238E27FC236}">
                <a16:creationId xmlns:a16="http://schemas.microsoft.com/office/drawing/2014/main" id="{D0DC055A-45FB-9B41-842F-D38F688E9591}"/>
              </a:ext>
            </a:extLst>
          </p:cNvPr>
          <p:cNvSpPr txBox="1"/>
          <p:nvPr/>
        </p:nvSpPr>
        <p:spPr>
          <a:xfrm>
            <a:off x="2624121" y="469586"/>
            <a:ext cx="1404688" cy="6668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72232" indent="-66675" defTabSz="1219169" hangingPunct="0">
              <a:buBlip>
                <a:blip r:embed="rId11">
                  <a:extLst>
                    <a:ext uri="{96DAC541-7B7A-43D3-8B79-37D633B846F1}">
                      <asvg:svgBlip xmlns:asvg="http://schemas.microsoft.com/office/drawing/2016/SVG/main" r:embed="rId12"/>
                    </a:ext>
                  </a:extLst>
                </a:blip>
              </a:buBlip>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Sense of Urgency </a:t>
            </a:r>
            <a:endParaRPr kumimoji="0" lang="en-NL" sz="800" b="0" i="0" u="none" strike="noStrike" kern="0" cap="none" spc="0" normalizeH="0" baseline="0" noProof="0">
              <a:ln>
                <a:noFill/>
              </a:ln>
              <a:solidFill>
                <a:srgbClr val="5E5E5E"/>
              </a:solidFill>
              <a:effectLst/>
              <a:uLnTx/>
              <a:uFillTx/>
              <a:latin typeface="Proxima Nova" panose="02000506030000020004" pitchFamily="2" charset="0"/>
              <a:sym typeface="Helvetica Neue"/>
            </a:endParaRPr>
          </a:p>
          <a:p>
            <a:pPr marL="72232" marR="0" lvl="0" indent="-66675" algn="l" defTabSz="1219169" rtl="0" eaLnBrk="1" fontAlgn="auto" latinLnBrk="0" hangingPunct="0">
              <a:lnSpc>
                <a:spcPct val="100000"/>
              </a:lnSpc>
              <a:spcBef>
                <a:spcPts val="0"/>
              </a:spcBef>
              <a:spcAft>
                <a:spcPts val="0"/>
              </a:spcAft>
              <a:buClrTx/>
              <a:buSzTx/>
              <a:buFontTx/>
              <a:buBlip>
                <a:blip r:embed="rId11">
                  <a:extLst>
                    <a:ext uri="{96DAC541-7B7A-43D3-8B79-37D633B846F1}">
                      <asvg:svgBlip xmlns:asvg="http://schemas.microsoft.com/office/drawing/2016/SVG/main" r:embed="rId12"/>
                    </a:ext>
                  </a:extLst>
                </a:blip>
              </a:buBlip>
              <a:tabLst/>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Entrepreneurship and Innovation</a:t>
            </a:r>
            <a:endParaRPr kumimoji="0" lang="en-NL" sz="800" b="0" i="0" u="none" strike="noStrike" kern="0" cap="none" spc="0" normalizeH="0" baseline="0" noProof="0">
              <a:ln>
                <a:noFill/>
              </a:ln>
              <a:solidFill>
                <a:srgbClr val="5E5E5E"/>
              </a:solidFill>
              <a:effectLst/>
              <a:uLnTx/>
              <a:uFillTx/>
              <a:latin typeface="Proxima Nova" panose="02000506030000020004" pitchFamily="2" charset="0"/>
              <a:sym typeface="Helvetica Neue"/>
            </a:endParaRPr>
          </a:p>
          <a:p>
            <a:pPr marL="72232" indent="-66675" defTabSz="1219169" hangingPunct="0">
              <a:buBlip>
                <a:blip r:embed="rId11">
                  <a:extLst>
                    <a:ext uri="{96DAC541-7B7A-43D3-8B79-37D633B846F1}">
                      <asvg:svgBlip xmlns:asvg="http://schemas.microsoft.com/office/drawing/2016/SVG/main" r:embed="rId12"/>
                    </a:ext>
                  </a:extLst>
                </a:blip>
              </a:buBlip>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Responsibility</a:t>
            </a:r>
          </a:p>
          <a:p>
            <a:pPr marL="72232" marR="0" lvl="0" indent="-66675" algn="l" defTabSz="1219169" rtl="0" eaLnBrk="1" fontAlgn="auto" latinLnBrk="0" hangingPunct="0">
              <a:lnSpc>
                <a:spcPct val="100000"/>
              </a:lnSpc>
              <a:spcBef>
                <a:spcPts val="0"/>
              </a:spcBef>
              <a:spcAft>
                <a:spcPts val="0"/>
              </a:spcAft>
              <a:buClrTx/>
              <a:buSzTx/>
              <a:buFontTx/>
              <a:buBlip>
                <a:blip r:embed="rId11">
                  <a:extLst>
                    <a:ext uri="{96DAC541-7B7A-43D3-8B79-37D633B846F1}">
                      <asvg:svgBlip xmlns:asvg="http://schemas.microsoft.com/office/drawing/2016/SVG/main" r:embed="rId12"/>
                    </a:ext>
                  </a:extLst>
                </a:blip>
              </a:buBlip>
              <a:tabLst/>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Results</a:t>
            </a:r>
          </a:p>
        </p:txBody>
      </p:sp>
      <p:sp>
        <p:nvSpPr>
          <p:cNvPr id="216" name="Tekstvak 215">
            <a:extLst>
              <a:ext uri="{FF2B5EF4-FFF2-40B4-BE49-F238E27FC236}">
                <a16:creationId xmlns:a16="http://schemas.microsoft.com/office/drawing/2014/main" id="{A16C927D-B36B-B842-BF59-B50962E00F93}"/>
              </a:ext>
            </a:extLst>
          </p:cNvPr>
          <p:cNvSpPr txBox="1"/>
          <p:nvPr/>
        </p:nvSpPr>
        <p:spPr>
          <a:xfrm>
            <a:off x="266867" y="1438810"/>
            <a:ext cx="4037657"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5557" marR="0" lvl="0" indent="0" algn="l"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5E5E5E"/>
                </a:solidFill>
                <a:effectLst/>
                <a:uLnTx/>
                <a:uFillTx/>
                <a:latin typeface="Proxima Nova" panose="02000506030000020004" pitchFamily="2" charset="0"/>
                <a:sym typeface="Helvetica Neue"/>
              </a:rPr>
              <a:t>We create digital leaders and build resilient organizations at any scale. Our passion for people, technology and sharing knowledge makes us uniquely qualified to do so.</a:t>
            </a:r>
            <a:endParaRPr kumimoji="0" lang="en-NL" sz="800" b="0" i="0" u="none" strike="noStrike" kern="0" cap="none" spc="0" normalizeH="0" baseline="0" noProof="0">
              <a:ln>
                <a:noFill/>
              </a:ln>
              <a:solidFill>
                <a:srgbClr val="5E5E5E"/>
              </a:solidFill>
              <a:effectLst/>
              <a:uLnTx/>
              <a:uFillTx/>
              <a:latin typeface="Proxima Nova" panose="02000506030000020004" pitchFamily="2" charset="0"/>
              <a:sym typeface="Helvetica Neue"/>
            </a:endParaRPr>
          </a:p>
        </p:txBody>
      </p:sp>
      <p:cxnSp>
        <p:nvCxnSpPr>
          <p:cNvPr id="384" name="Rechte verbindingslijn 379">
            <a:extLst>
              <a:ext uri="{FF2B5EF4-FFF2-40B4-BE49-F238E27FC236}">
                <a16:creationId xmlns:a16="http://schemas.microsoft.com/office/drawing/2014/main" id="{AEF4A207-B56A-4E0A-805B-D89EC8B22F3E}"/>
              </a:ext>
            </a:extLst>
          </p:cNvPr>
          <p:cNvCxnSpPr>
            <a:cxnSpLocks/>
          </p:cNvCxnSpPr>
          <p:nvPr/>
        </p:nvCxnSpPr>
        <p:spPr>
          <a:xfrm flipV="1">
            <a:off x="6016217" y="1878181"/>
            <a:ext cx="0" cy="267756"/>
          </a:xfrm>
          <a:prstGeom prst="line">
            <a:avLst/>
          </a:prstGeom>
          <a:noFill/>
          <a:ln w="19050" cap="flat">
            <a:solidFill>
              <a:schemeClr val="bg2"/>
            </a:solidFill>
            <a:prstDash val="solid"/>
            <a:miter lim="400000"/>
          </a:ln>
          <a:effectLst/>
          <a:sp3d/>
        </p:spPr>
        <p:style>
          <a:lnRef idx="0">
            <a:scrgbClr r="0" g="0" b="0"/>
          </a:lnRef>
          <a:fillRef idx="0">
            <a:scrgbClr r="0" g="0" b="0"/>
          </a:fillRef>
          <a:effectRef idx="0">
            <a:scrgbClr r="0" g="0" b="0"/>
          </a:effectRef>
          <a:fontRef idx="none"/>
        </p:style>
      </p:cxnSp>
      <p:sp>
        <p:nvSpPr>
          <p:cNvPr id="3" name="Tekstvak 492">
            <a:extLst>
              <a:ext uri="{FF2B5EF4-FFF2-40B4-BE49-F238E27FC236}">
                <a16:creationId xmlns:a16="http://schemas.microsoft.com/office/drawing/2014/main" id="{80E0335A-62CB-3776-BD4B-425C1D450788}"/>
              </a:ext>
            </a:extLst>
          </p:cNvPr>
          <p:cNvSpPr txBox="1"/>
          <p:nvPr/>
        </p:nvSpPr>
        <p:spPr>
          <a:xfrm>
            <a:off x="5322544" y="1626554"/>
            <a:ext cx="1341353" cy="2051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a:ln>
                  <a:noFill/>
                </a:ln>
                <a:solidFill>
                  <a:srgbClr val="760F63"/>
                </a:solidFill>
                <a:effectLst/>
                <a:uLnTx/>
                <a:uFillTx/>
                <a:latin typeface="Proxima Nova Semibold" panose="02000506030000020004" pitchFamily="2" charset="0"/>
                <a:sym typeface="Helvetica Neue"/>
              </a:rPr>
              <a:t>Service Lines</a:t>
            </a:r>
          </a:p>
        </p:txBody>
      </p:sp>
      <p:sp>
        <p:nvSpPr>
          <p:cNvPr id="130" name="Rectangle 129">
            <a:extLst>
              <a:ext uri="{FF2B5EF4-FFF2-40B4-BE49-F238E27FC236}">
                <a16:creationId xmlns:a16="http://schemas.microsoft.com/office/drawing/2014/main" id="{14ABC01B-A537-4087-CEBC-123438E89497}"/>
              </a:ext>
            </a:extLst>
          </p:cNvPr>
          <p:cNvSpPr>
            <a:spLocks/>
          </p:cNvSpPr>
          <p:nvPr/>
        </p:nvSpPr>
        <p:spPr>
          <a:xfrm>
            <a:off x="1030537" y="5527283"/>
            <a:ext cx="9938764" cy="330801"/>
          </a:xfrm>
          <a:prstGeom prst="rect">
            <a:avLst/>
          </a:prstGeom>
          <a:solidFill>
            <a:srgbClr val="DEDEDE"/>
          </a:solidFill>
          <a:ln w="12700" cap="flat" cmpd="sng" algn="ctr">
            <a:noFill/>
            <a:prstDash val="solid"/>
            <a:miter lim="800000"/>
          </a:ln>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4" normalizeH="0" baseline="0">
                <a:ln>
                  <a:noFill/>
                </a:ln>
                <a:solidFill>
                  <a:srgbClr val="5A5A5A"/>
                </a:solidFill>
                <a:effectLst/>
                <a:uLnTx/>
                <a:uFillTx/>
                <a:latin typeface="Proxima Nova Semibold" panose="02000506030000020004" pitchFamily="2" charset="0"/>
                <a:ea typeface="맑은 고딕" panose="020B0503020000020004" pitchFamily="34" charset="-127"/>
                <a:cs typeface="Arial" pitchFamily="34" charset="0"/>
                <a:sym typeface="Helvetica Neue"/>
              </a:rPr>
              <a:t>Alliances (Technology and Industry)</a:t>
            </a:r>
          </a:p>
        </p:txBody>
      </p:sp>
      <p:sp>
        <p:nvSpPr>
          <p:cNvPr id="131" name="Rectangle 130">
            <a:extLst>
              <a:ext uri="{FF2B5EF4-FFF2-40B4-BE49-F238E27FC236}">
                <a16:creationId xmlns:a16="http://schemas.microsoft.com/office/drawing/2014/main" id="{9D8D890C-403B-31B6-7F12-372C99D13DD8}"/>
              </a:ext>
            </a:extLst>
          </p:cNvPr>
          <p:cNvSpPr>
            <a:spLocks/>
          </p:cNvSpPr>
          <p:nvPr/>
        </p:nvSpPr>
        <p:spPr>
          <a:xfrm>
            <a:off x="1030536" y="5942142"/>
            <a:ext cx="9971362" cy="300730"/>
          </a:xfrm>
          <a:prstGeom prst="rect">
            <a:avLst/>
          </a:prstGeom>
          <a:solidFill>
            <a:srgbClr val="D8D3E0"/>
          </a:solidFill>
          <a:ln w="12700" cap="flat" cmpd="sng" algn="ctr">
            <a:noFill/>
            <a:prstDash val="solid"/>
            <a:miter lim="800000"/>
          </a:ln>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4" normalizeH="0" baseline="0">
                <a:ln>
                  <a:noFill/>
                </a:ln>
                <a:solidFill>
                  <a:srgbClr val="5A5A5A"/>
                </a:solidFill>
                <a:effectLst/>
                <a:uLnTx/>
                <a:uFillTx/>
                <a:latin typeface="Proxima Nova Semibold" panose="02000506030000020004" pitchFamily="2" charset="0"/>
                <a:ea typeface="맑은 고딕" panose="020B0503020000020004" pitchFamily="34" charset="-127"/>
                <a:cs typeface="Arial" pitchFamily="34" charset="0"/>
                <a:sym typeface="Helvetica Neue"/>
              </a:rPr>
              <a:t>Standard Solutions (Technology and Industry)</a:t>
            </a:r>
            <a:endParaRPr kumimoji="0" lang="en-US" sz="900" b="1" i="0" u="none" strike="noStrike" kern="0" cap="none" spc="0" normalizeH="0" baseline="0">
              <a:ln>
                <a:noFill/>
              </a:ln>
              <a:solidFill>
                <a:srgbClr val="5A5A5A"/>
              </a:solidFill>
              <a:effectLst/>
              <a:uLnTx/>
              <a:uFillTx/>
              <a:latin typeface="Proxima Nova Semibold" panose="02000506030000020004" pitchFamily="2" charset="0"/>
              <a:sym typeface="Helvetica Neue"/>
            </a:endParaRPr>
          </a:p>
        </p:txBody>
      </p:sp>
      <p:sp>
        <p:nvSpPr>
          <p:cNvPr id="132" name="Rectangle 131">
            <a:extLst>
              <a:ext uri="{FF2B5EF4-FFF2-40B4-BE49-F238E27FC236}">
                <a16:creationId xmlns:a16="http://schemas.microsoft.com/office/drawing/2014/main" id="{E3101D61-32F7-8136-D361-A047C5B6A223}"/>
              </a:ext>
            </a:extLst>
          </p:cNvPr>
          <p:cNvSpPr>
            <a:spLocks/>
          </p:cNvSpPr>
          <p:nvPr/>
        </p:nvSpPr>
        <p:spPr>
          <a:xfrm>
            <a:off x="1032603" y="6327671"/>
            <a:ext cx="9971362" cy="363762"/>
          </a:xfrm>
          <a:prstGeom prst="rect">
            <a:avLst/>
          </a:prstGeom>
          <a:solidFill>
            <a:srgbClr val="9D92B2"/>
          </a:solidFill>
          <a:ln w="12700" cap="flat" cmpd="sng" algn="ctr">
            <a:noFill/>
            <a:prstDash val="solid"/>
            <a:miter lim="800000"/>
          </a:ln>
          <a:effectLst/>
        </p:spPr>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4" normalizeH="0" baseline="0">
                <a:ln>
                  <a:noFill/>
                </a:ln>
                <a:solidFill>
                  <a:srgbClr val="FFFFFF"/>
                </a:solidFill>
                <a:effectLst/>
                <a:uLnTx/>
                <a:uFillTx/>
                <a:latin typeface="Proxima Nova Semibold" panose="02000506030000020004" pitchFamily="2" charset="0"/>
                <a:ea typeface="맑은 고딕" panose="020B0503020000020004" pitchFamily="34" charset="-127"/>
                <a:cs typeface="Arial" pitchFamily="34" charset="0"/>
                <a:sym typeface="Helvetica Neue"/>
              </a:rPr>
              <a:t>Academy</a:t>
            </a:r>
            <a:endParaRPr kumimoji="0" lang="en-US" sz="900" b="1" i="0" u="none" strike="noStrike" kern="0" cap="none" spc="0" normalizeH="0" baseline="0">
              <a:ln>
                <a:noFill/>
              </a:ln>
              <a:solidFill>
                <a:srgbClr val="FF0000"/>
              </a:solidFill>
              <a:effectLst/>
              <a:uLnTx/>
              <a:uFillTx/>
              <a:latin typeface="Proxima Nova Semibold" panose="02000506030000020004" pitchFamily="2" charset="0"/>
              <a:sym typeface="Helvetica Neue"/>
            </a:endParaRPr>
          </a:p>
        </p:txBody>
      </p:sp>
      <p:cxnSp>
        <p:nvCxnSpPr>
          <p:cNvPr id="139" name="Rechte verbindingslijn 378">
            <a:extLst>
              <a:ext uri="{FF2B5EF4-FFF2-40B4-BE49-F238E27FC236}">
                <a16:creationId xmlns:a16="http://schemas.microsoft.com/office/drawing/2014/main" id="{1E913A60-58E0-E010-71A8-00C91218FF99}"/>
              </a:ext>
            </a:extLst>
          </p:cNvPr>
          <p:cNvCxnSpPr>
            <a:cxnSpLocks/>
          </p:cNvCxnSpPr>
          <p:nvPr/>
        </p:nvCxnSpPr>
        <p:spPr>
          <a:xfrm flipV="1">
            <a:off x="5145312" y="2150807"/>
            <a:ext cx="0" cy="2319036"/>
          </a:xfrm>
          <a:prstGeom prst="line">
            <a:avLst/>
          </a:prstGeom>
          <a:noFill/>
          <a:ln w="19050" cap="flat">
            <a:solidFill>
              <a:schemeClr val="bg2"/>
            </a:solidFill>
            <a:prstDash val="solid"/>
            <a:miter lim="400000"/>
          </a:ln>
          <a:effectLst/>
          <a:sp3d/>
        </p:spPr>
        <p:style>
          <a:lnRef idx="0">
            <a:scrgbClr r="0" g="0" b="0"/>
          </a:lnRef>
          <a:fillRef idx="0">
            <a:scrgbClr r="0" g="0" b="0"/>
          </a:fillRef>
          <a:effectRef idx="0">
            <a:scrgbClr r="0" g="0" b="0"/>
          </a:effectRef>
          <a:fontRef idx="none"/>
        </p:style>
      </p:cxnSp>
      <p:cxnSp>
        <p:nvCxnSpPr>
          <p:cNvPr id="140" name="Rechte verbindingslijn 380">
            <a:extLst>
              <a:ext uri="{FF2B5EF4-FFF2-40B4-BE49-F238E27FC236}">
                <a16:creationId xmlns:a16="http://schemas.microsoft.com/office/drawing/2014/main" id="{64572FCF-F6B8-C19F-08BE-D6484A97C234}"/>
              </a:ext>
            </a:extLst>
          </p:cNvPr>
          <p:cNvCxnSpPr>
            <a:cxnSpLocks/>
          </p:cNvCxnSpPr>
          <p:nvPr/>
        </p:nvCxnSpPr>
        <p:spPr>
          <a:xfrm flipV="1">
            <a:off x="8621535" y="2150806"/>
            <a:ext cx="0" cy="2261933"/>
          </a:xfrm>
          <a:prstGeom prst="line">
            <a:avLst/>
          </a:prstGeom>
          <a:noFill/>
          <a:ln w="19050" cap="flat">
            <a:solidFill>
              <a:schemeClr val="bg2"/>
            </a:solidFill>
            <a:prstDash val="solid"/>
            <a:miter lim="400000"/>
          </a:ln>
          <a:effectLst/>
          <a:sp3d/>
        </p:spPr>
        <p:style>
          <a:lnRef idx="0">
            <a:scrgbClr r="0" g="0" b="0"/>
          </a:lnRef>
          <a:fillRef idx="0">
            <a:scrgbClr r="0" g="0" b="0"/>
          </a:fillRef>
          <a:effectRef idx="0">
            <a:scrgbClr r="0" g="0" b="0"/>
          </a:effectRef>
          <a:fontRef idx="none"/>
        </p:style>
      </p:cxnSp>
      <p:cxnSp>
        <p:nvCxnSpPr>
          <p:cNvPr id="161" name="Rechte verbindingslijn 381">
            <a:extLst>
              <a:ext uri="{FF2B5EF4-FFF2-40B4-BE49-F238E27FC236}">
                <a16:creationId xmlns:a16="http://schemas.microsoft.com/office/drawing/2014/main" id="{18737C5C-EF73-EA26-B4CA-BFCE56A2C0EB}"/>
              </a:ext>
            </a:extLst>
          </p:cNvPr>
          <p:cNvCxnSpPr>
            <a:cxnSpLocks/>
          </p:cNvCxnSpPr>
          <p:nvPr/>
        </p:nvCxnSpPr>
        <p:spPr>
          <a:xfrm flipV="1">
            <a:off x="10317150" y="2152380"/>
            <a:ext cx="0" cy="2296644"/>
          </a:xfrm>
          <a:prstGeom prst="line">
            <a:avLst/>
          </a:prstGeom>
          <a:noFill/>
          <a:ln w="19050" cap="flat">
            <a:solidFill>
              <a:schemeClr val="bg2"/>
            </a:solidFill>
            <a:prstDash val="solid"/>
            <a:miter lim="400000"/>
          </a:ln>
          <a:effectLst/>
          <a:sp3d/>
        </p:spPr>
        <p:style>
          <a:lnRef idx="0">
            <a:scrgbClr r="0" g="0" b="0"/>
          </a:lnRef>
          <a:fillRef idx="0">
            <a:scrgbClr r="0" g="0" b="0"/>
          </a:fillRef>
          <a:effectRef idx="0">
            <a:scrgbClr r="0" g="0" b="0"/>
          </a:effectRef>
          <a:fontRef idx="none"/>
        </p:style>
      </p:cxnSp>
      <p:cxnSp>
        <p:nvCxnSpPr>
          <p:cNvPr id="162" name="Rechte verbindingslijn 506">
            <a:extLst>
              <a:ext uri="{FF2B5EF4-FFF2-40B4-BE49-F238E27FC236}">
                <a16:creationId xmlns:a16="http://schemas.microsoft.com/office/drawing/2014/main" id="{0D97E302-9532-FF63-9938-9F142F712600}"/>
              </a:ext>
            </a:extLst>
          </p:cNvPr>
          <p:cNvCxnSpPr>
            <a:cxnSpLocks/>
          </p:cNvCxnSpPr>
          <p:nvPr/>
        </p:nvCxnSpPr>
        <p:spPr>
          <a:xfrm flipV="1">
            <a:off x="1739970" y="2145937"/>
            <a:ext cx="8583384" cy="6444"/>
          </a:xfrm>
          <a:prstGeom prst="line">
            <a:avLst/>
          </a:prstGeom>
          <a:noFill/>
          <a:ln w="19050" cap="flat">
            <a:solidFill>
              <a:schemeClr val="bg2"/>
            </a:solidFill>
            <a:prstDash val="solid"/>
            <a:miter lim="400000"/>
          </a:ln>
          <a:effectLst/>
          <a:sp3d/>
        </p:spPr>
        <p:style>
          <a:lnRef idx="0">
            <a:scrgbClr r="0" g="0" b="0"/>
          </a:lnRef>
          <a:fillRef idx="0">
            <a:scrgbClr r="0" g="0" b="0"/>
          </a:fillRef>
          <a:effectRef idx="0">
            <a:scrgbClr r="0" g="0" b="0"/>
          </a:effectRef>
          <a:fontRef idx="none"/>
        </p:style>
      </p:cxnSp>
      <p:cxnSp>
        <p:nvCxnSpPr>
          <p:cNvPr id="163" name="Rechte verbindingslijn 377">
            <a:extLst>
              <a:ext uri="{FF2B5EF4-FFF2-40B4-BE49-F238E27FC236}">
                <a16:creationId xmlns:a16="http://schemas.microsoft.com/office/drawing/2014/main" id="{90C466F6-D5AD-5252-4B28-C858F3383549}"/>
              </a:ext>
            </a:extLst>
          </p:cNvPr>
          <p:cNvCxnSpPr>
            <a:cxnSpLocks/>
          </p:cNvCxnSpPr>
          <p:nvPr/>
        </p:nvCxnSpPr>
        <p:spPr>
          <a:xfrm flipV="1">
            <a:off x="1730106" y="2142525"/>
            <a:ext cx="9864" cy="2186409"/>
          </a:xfrm>
          <a:prstGeom prst="line">
            <a:avLst/>
          </a:prstGeom>
          <a:noFill/>
          <a:ln w="19050" cap="flat">
            <a:solidFill>
              <a:schemeClr val="bg2"/>
            </a:solidFill>
            <a:prstDash val="solid"/>
            <a:miter lim="400000"/>
          </a:ln>
          <a:effectLst/>
          <a:sp3d/>
        </p:spPr>
        <p:style>
          <a:lnRef idx="0">
            <a:scrgbClr r="0" g="0" b="0"/>
          </a:lnRef>
          <a:fillRef idx="0">
            <a:scrgbClr r="0" g="0" b="0"/>
          </a:fillRef>
          <a:effectRef idx="0">
            <a:scrgbClr r="0" g="0" b="0"/>
          </a:effectRef>
          <a:fontRef idx="none"/>
        </p:style>
      </p:cxnSp>
      <p:cxnSp>
        <p:nvCxnSpPr>
          <p:cNvPr id="165" name="Rechte verbindingslijn 378">
            <a:extLst>
              <a:ext uri="{FF2B5EF4-FFF2-40B4-BE49-F238E27FC236}">
                <a16:creationId xmlns:a16="http://schemas.microsoft.com/office/drawing/2014/main" id="{908E1747-5D91-2E17-670B-82A9FF8BB2C3}"/>
              </a:ext>
            </a:extLst>
          </p:cNvPr>
          <p:cNvCxnSpPr>
            <a:cxnSpLocks/>
          </p:cNvCxnSpPr>
          <p:nvPr/>
        </p:nvCxnSpPr>
        <p:spPr>
          <a:xfrm flipV="1">
            <a:off x="3449015" y="2157496"/>
            <a:ext cx="0" cy="2319036"/>
          </a:xfrm>
          <a:prstGeom prst="line">
            <a:avLst/>
          </a:prstGeom>
          <a:noFill/>
          <a:ln w="19050" cap="flat">
            <a:solidFill>
              <a:schemeClr val="bg2"/>
            </a:solidFill>
            <a:prstDash val="solid"/>
            <a:miter lim="400000"/>
          </a:ln>
          <a:effectLst/>
          <a:sp3d/>
        </p:spPr>
        <p:style>
          <a:lnRef idx="0">
            <a:scrgbClr r="0" g="0" b="0"/>
          </a:lnRef>
          <a:fillRef idx="0">
            <a:scrgbClr r="0" g="0" b="0"/>
          </a:fillRef>
          <a:effectRef idx="0">
            <a:scrgbClr r="0" g="0" b="0"/>
          </a:effectRef>
          <a:fontRef idx="none"/>
        </p:style>
      </p:cxnSp>
      <p:cxnSp>
        <p:nvCxnSpPr>
          <p:cNvPr id="166" name="Rechte verbindingslijn 380">
            <a:extLst>
              <a:ext uri="{FF2B5EF4-FFF2-40B4-BE49-F238E27FC236}">
                <a16:creationId xmlns:a16="http://schemas.microsoft.com/office/drawing/2014/main" id="{E9985FD5-82A3-566D-11EE-B930178173F1}"/>
              </a:ext>
            </a:extLst>
          </p:cNvPr>
          <p:cNvCxnSpPr>
            <a:cxnSpLocks/>
          </p:cNvCxnSpPr>
          <p:nvPr/>
        </p:nvCxnSpPr>
        <p:spPr>
          <a:xfrm flipV="1">
            <a:off x="6889112" y="2145939"/>
            <a:ext cx="0" cy="2261933"/>
          </a:xfrm>
          <a:prstGeom prst="line">
            <a:avLst/>
          </a:prstGeom>
          <a:noFill/>
          <a:ln w="19050" cap="flat">
            <a:solidFill>
              <a:schemeClr val="bg2"/>
            </a:solidFill>
            <a:prstDash val="solid"/>
            <a:miter lim="400000"/>
          </a:ln>
          <a:effectLst/>
          <a:sp3d/>
        </p:spPr>
        <p:style>
          <a:lnRef idx="0">
            <a:scrgbClr r="0" g="0" b="0"/>
          </a:lnRef>
          <a:fillRef idx="0">
            <a:scrgbClr r="0" g="0" b="0"/>
          </a:fillRef>
          <a:effectRef idx="0">
            <a:scrgbClr r="0" g="0" b="0"/>
          </a:effectRef>
          <a:fontRef idx="none"/>
        </p:style>
      </p:cxnSp>
      <p:grpSp>
        <p:nvGrpSpPr>
          <p:cNvPr id="167" name="Groep 448">
            <a:extLst>
              <a:ext uri="{FF2B5EF4-FFF2-40B4-BE49-F238E27FC236}">
                <a16:creationId xmlns:a16="http://schemas.microsoft.com/office/drawing/2014/main" id="{197D822D-0BE0-5431-8E5B-9FE376FBA205}"/>
              </a:ext>
            </a:extLst>
          </p:cNvPr>
          <p:cNvGrpSpPr/>
          <p:nvPr/>
        </p:nvGrpSpPr>
        <p:grpSpPr>
          <a:xfrm>
            <a:off x="1046543" y="2334091"/>
            <a:ext cx="1347950" cy="414005"/>
            <a:chOff x="410333" y="5261826"/>
            <a:chExt cx="2695899" cy="828009"/>
          </a:xfrm>
        </p:grpSpPr>
        <p:pic>
          <p:nvPicPr>
            <p:cNvPr id="168" name="Graphic 167">
              <a:extLst>
                <a:ext uri="{FF2B5EF4-FFF2-40B4-BE49-F238E27FC236}">
                  <a16:creationId xmlns:a16="http://schemas.microsoft.com/office/drawing/2014/main" id="{B01809F7-27C7-5928-6C7E-9BB930FC674C}"/>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10333" y="5261826"/>
              <a:ext cx="2695899" cy="828009"/>
            </a:xfrm>
            <a:prstGeom prst="rect">
              <a:avLst/>
            </a:prstGeom>
          </p:spPr>
        </p:pic>
        <p:sp>
          <p:nvSpPr>
            <p:cNvPr id="169" name="Tekstvak 450">
              <a:extLst>
                <a:ext uri="{FF2B5EF4-FFF2-40B4-BE49-F238E27FC236}">
                  <a16:creationId xmlns:a16="http://schemas.microsoft.com/office/drawing/2014/main" id="{1519D181-11B1-56B4-5132-83B2705245B8}"/>
                </a:ext>
              </a:extLst>
            </p:cNvPr>
            <p:cNvSpPr txBox="1"/>
            <p:nvPr/>
          </p:nvSpPr>
          <p:spPr>
            <a:xfrm>
              <a:off x="410333" y="5502332"/>
              <a:ext cx="2682705" cy="3795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1" i="0" u="none" strike="noStrike" kern="0" cap="none" spc="0" normalizeH="0" baseline="0">
                  <a:ln>
                    <a:noFill/>
                  </a:ln>
                  <a:solidFill>
                    <a:srgbClr val="760F63"/>
                  </a:solidFill>
                  <a:effectLst/>
                  <a:uLnTx/>
                  <a:uFillTx/>
                  <a:latin typeface="Proxima Nova Semibold" panose="02000506030000020004" pitchFamily="2" charset="0"/>
                  <a:sym typeface="Helvetica Neue"/>
                </a:rPr>
                <a:t>Transformation</a:t>
              </a:r>
            </a:p>
          </p:txBody>
        </p:sp>
      </p:grpSp>
      <p:grpSp>
        <p:nvGrpSpPr>
          <p:cNvPr id="170" name="Groep 487">
            <a:extLst>
              <a:ext uri="{FF2B5EF4-FFF2-40B4-BE49-F238E27FC236}">
                <a16:creationId xmlns:a16="http://schemas.microsoft.com/office/drawing/2014/main" id="{C40467FD-9EB3-3791-64A4-6BE7DD48AF3A}"/>
              </a:ext>
            </a:extLst>
          </p:cNvPr>
          <p:cNvGrpSpPr/>
          <p:nvPr/>
        </p:nvGrpSpPr>
        <p:grpSpPr>
          <a:xfrm>
            <a:off x="2778255" y="2334091"/>
            <a:ext cx="1347950" cy="414005"/>
            <a:chOff x="410333" y="5261826"/>
            <a:chExt cx="2695899" cy="828009"/>
          </a:xfrm>
        </p:grpSpPr>
        <p:pic>
          <p:nvPicPr>
            <p:cNvPr id="171" name="Graphic 170">
              <a:extLst>
                <a:ext uri="{FF2B5EF4-FFF2-40B4-BE49-F238E27FC236}">
                  <a16:creationId xmlns:a16="http://schemas.microsoft.com/office/drawing/2014/main" id="{393EB7D2-E910-AD68-F5A5-A6D11F28D35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10333" y="5261826"/>
              <a:ext cx="2695899" cy="828009"/>
            </a:xfrm>
            <a:prstGeom prst="rect">
              <a:avLst/>
            </a:prstGeom>
          </p:spPr>
        </p:pic>
        <p:sp>
          <p:nvSpPr>
            <p:cNvPr id="172" name="Tekstvak 489">
              <a:extLst>
                <a:ext uri="{FF2B5EF4-FFF2-40B4-BE49-F238E27FC236}">
                  <a16:creationId xmlns:a16="http://schemas.microsoft.com/office/drawing/2014/main" id="{7C7E9938-6A0A-9574-FD7F-357C11E83CB1}"/>
                </a:ext>
              </a:extLst>
            </p:cNvPr>
            <p:cNvSpPr txBox="1"/>
            <p:nvPr/>
          </p:nvSpPr>
          <p:spPr>
            <a:xfrm>
              <a:off x="410333" y="5502332"/>
              <a:ext cx="2682705" cy="3795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1" i="0" u="none" strike="noStrike" kern="0" cap="none" spc="0" normalizeH="0" baseline="0">
                  <a:ln>
                    <a:noFill/>
                  </a:ln>
                  <a:solidFill>
                    <a:srgbClr val="760F63"/>
                  </a:solidFill>
                  <a:effectLst/>
                  <a:uLnTx/>
                  <a:uFillTx/>
                  <a:latin typeface="Proxima Nova Semibold" panose="02000506030000020004" pitchFamily="2" charset="0"/>
                  <a:sym typeface="Helvetica Neue"/>
                </a:rPr>
                <a:t>Data</a:t>
              </a:r>
            </a:p>
          </p:txBody>
        </p:sp>
      </p:grpSp>
      <p:grpSp>
        <p:nvGrpSpPr>
          <p:cNvPr id="173" name="Groep 490">
            <a:extLst>
              <a:ext uri="{FF2B5EF4-FFF2-40B4-BE49-F238E27FC236}">
                <a16:creationId xmlns:a16="http://schemas.microsoft.com/office/drawing/2014/main" id="{E0146AE0-3DAA-ED41-67AD-304C46036309}"/>
              </a:ext>
            </a:extLst>
          </p:cNvPr>
          <p:cNvGrpSpPr/>
          <p:nvPr/>
        </p:nvGrpSpPr>
        <p:grpSpPr>
          <a:xfrm>
            <a:off x="4474576" y="2334091"/>
            <a:ext cx="1347950" cy="414005"/>
            <a:chOff x="410333" y="5261826"/>
            <a:chExt cx="2695899" cy="828009"/>
          </a:xfrm>
        </p:grpSpPr>
        <p:pic>
          <p:nvPicPr>
            <p:cNvPr id="174" name="Graphic 173">
              <a:extLst>
                <a:ext uri="{FF2B5EF4-FFF2-40B4-BE49-F238E27FC236}">
                  <a16:creationId xmlns:a16="http://schemas.microsoft.com/office/drawing/2014/main" id="{667BDC4A-9F95-FD9A-BD01-ED9D4F34631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10333" y="5261826"/>
              <a:ext cx="2695899" cy="828009"/>
            </a:xfrm>
            <a:prstGeom prst="rect">
              <a:avLst/>
            </a:prstGeom>
          </p:spPr>
        </p:pic>
        <p:sp>
          <p:nvSpPr>
            <p:cNvPr id="175" name="Tekstvak 492">
              <a:extLst>
                <a:ext uri="{FF2B5EF4-FFF2-40B4-BE49-F238E27FC236}">
                  <a16:creationId xmlns:a16="http://schemas.microsoft.com/office/drawing/2014/main" id="{3AFD2AE2-65D3-9728-F76A-EBD0A31F7542}"/>
                </a:ext>
              </a:extLst>
            </p:cNvPr>
            <p:cNvSpPr txBox="1"/>
            <p:nvPr/>
          </p:nvSpPr>
          <p:spPr>
            <a:xfrm>
              <a:off x="410333" y="5502332"/>
              <a:ext cx="2682705" cy="3795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1" i="0" u="none" strike="noStrike" kern="0" cap="none" spc="0" normalizeH="0" baseline="0">
                  <a:ln>
                    <a:noFill/>
                  </a:ln>
                  <a:solidFill>
                    <a:srgbClr val="760F63"/>
                  </a:solidFill>
                  <a:effectLst/>
                  <a:uLnTx/>
                  <a:uFillTx/>
                  <a:latin typeface="Proxima Nova Semibold" panose="02000506030000020004" pitchFamily="2" charset="0"/>
                  <a:sym typeface="Helvetica Neue"/>
                </a:rPr>
                <a:t>Cloud</a:t>
              </a:r>
            </a:p>
          </p:txBody>
        </p:sp>
      </p:grpSp>
      <p:grpSp>
        <p:nvGrpSpPr>
          <p:cNvPr id="176" name="Groep 493">
            <a:extLst>
              <a:ext uri="{FF2B5EF4-FFF2-40B4-BE49-F238E27FC236}">
                <a16:creationId xmlns:a16="http://schemas.microsoft.com/office/drawing/2014/main" id="{2B6C801F-EBC2-708A-2129-719D788D0D2C}"/>
              </a:ext>
            </a:extLst>
          </p:cNvPr>
          <p:cNvGrpSpPr/>
          <p:nvPr/>
        </p:nvGrpSpPr>
        <p:grpSpPr>
          <a:xfrm>
            <a:off x="6206718" y="2310578"/>
            <a:ext cx="1353378" cy="414005"/>
            <a:chOff x="410333" y="5261826"/>
            <a:chExt cx="2706755" cy="828009"/>
          </a:xfrm>
        </p:grpSpPr>
        <p:pic>
          <p:nvPicPr>
            <p:cNvPr id="177" name="Graphic 176">
              <a:extLst>
                <a:ext uri="{FF2B5EF4-FFF2-40B4-BE49-F238E27FC236}">
                  <a16:creationId xmlns:a16="http://schemas.microsoft.com/office/drawing/2014/main" id="{6335C432-079E-D213-87E3-E77F249C6EA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10333" y="5261826"/>
              <a:ext cx="2695899" cy="828009"/>
            </a:xfrm>
            <a:prstGeom prst="rect">
              <a:avLst/>
            </a:prstGeom>
          </p:spPr>
        </p:pic>
        <p:sp>
          <p:nvSpPr>
            <p:cNvPr id="178" name="Tekstvak 495">
              <a:extLst>
                <a:ext uri="{FF2B5EF4-FFF2-40B4-BE49-F238E27FC236}">
                  <a16:creationId xmlns:a16="http://schemas.microsoft.com/office/drawing/2014/main" id="{F7C99C86-5649-C63C-67B5-EAD82A486138}"/>
                </a:ext>
              </a:extLst>
            </p:cNvPr>
            <p:cNvSpPr txBox="1"/>
            <p:nvPr/>
          </p:nvSpPr>
          <p:spPr>
            <a:xfrm>
              <a:off x="434383" y="5560690"/>
              <a:ext cx="2682705" cy="3795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1" i="0" u="none" strike="noStrike" kern="0" cap="none" spc="0" normalizeH="0" baseline="0">
                  <a:ln>
                    <a:noFill/>
                  </a:ln>
                  <a:solidFill>
                    <a:srgbClr val="760F63"/>
                  </a:solidFill>
                  <a:effectLst/>
                  <a:uLnTx/>
                  <a:uFillTx/>
                  <a:latin typeface="Proxima Nova Semibold" panose="02000506030000020004" pitchFamily="2" charset="0"/>
                  <a:sym typeface="Helvetica Neue"/>
                </a:rPr>
                <a:t>Software Technology</a:t>
              </a:r>
            </a:p>
          </p:txBody>
        </p:sp>
      </p:grpSp>
      <p:grpSp>
        <p:nvGrpSpPr>
          <p:cNvPr id="179" name="Groep 496">
            <a:extLst>
              <a:ext uri="{FF2B5EF4-FFF2-40B4-BE49-F238E27FC236}">
                <a16:creationId xmlns:a16="http://schemas.microsoft.com/office/drawing/2014/main" id="{245861EE-095F-273E-6B84-AE222A3F1648}"/>
              </a:ext>
            </a:extLst>
          </p:cNvPr>
          <p:cNvGrpSpPr/>
          <p:nvPr/>
        </p:nvGrpSpPr>
        <p:grpSpPr>
          <a:xfrm>
            <a:off x="7927176" y="2305863"/>
            <a:ext cx="1347950" cy="414005"/>
            <a:chOff x="410333" y="5261826"/>
            <a:chExt cx="2695899" cy="828009"/>
          </a:xfrm>
        </p:grpSpPr>
        <p:pic>
          <p:nvPicPr>
            <p:cNvPr id="180" name="Graphic 179">
              <a:extLst>
                <a:ext uri="{FF2B5EF4-FFF2-40B4-BE49-F238E27FC236}">
                  <a16:creationId xmlns:a16="http://schemas.microsoft.com/office/drawing/2014/main" id="{D4923A0F-3114-0FD8-FEDA-D911A2C5EA0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10333" y="5261826"/>
              <a:ext cx="2695899" cy="828009"/>
            </a:xfrm>
            <a:prstGeom prst="rect">
              <a:avLst/>
            </a:prstGeom>
          </p:spPr>
        </p:pic>
        <p:sp>
          <p:nvSpPr>
            <p:cNvPr id="181" name="Tekstvak 498">
              <a:extLst>
                <a:ext uri="{FF2B5EF4-FFF2-40B4-BE49-F238E27FC236}">
                  <a16:creationId xmlns:a16="http://schemas.microsoft.com/office/drawing/2014/main" id="{C7F31A21-D6BD-389E-1F8B-51C39DB5FB8B}"/>
                </a:ext>
              </a:extLst>
            </p:cNvPr>
            <p:cNvSpPr txBox="1"/>
            <p:nvPr/>
          </p:nvSpPr>
          <p:spPr>
            <a:xfrm>
              <a:off x="410333" y="5502332"/>
              <a:ext cx="2682705" cy="3795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1" i="0" u="none" strike="noStrike" kern="0" cap="none" spc="0" normalizeH="0" baseline="0">
                  <a:ln>
                    <a:noFill/>
                  </a:ln>
                  <a:solidFill>
                    <a:srgbClr val="760F63"/>
                  </a:solidFill>
                  <a:effectLst/>
                  <a:uLnTx/>
                  <a:uFillTx/>
                  <a:latin typeface="Proxima Nova Semibold" panose="02000506030000020004" pitchFamily="2" charset="0"/>
                  <a:sym typeface="Helvetica Neue"/>
                </a:rPr>
                <a:t>Low Code</a:t>
              </a:r>
            </a:p>
          </p:txBody>
        </p:sp>
      </p:grpSp>
      <p:grpSp>
        <p:nvGrpSpPr>
          <p:cNvPr id="182" name="Groep 499">
            <a:extLst>
              <a:ext uri="{FF2B5EF4-FFF2-40B4-BE49-F238E27FC236}">
                <a16:creationId xmlns:a16="http://schemas.microsoft.com/office/drawing/2014/main" id="{4205C106-2C65-E1B8-1688-69CD6FF55EBC}"/>
              </a:ext>
            </a:extLst>
          </p:cNvPr>
          <p:cNvGrpSpPr/>
          <p:nvPr/>
        </p:nvGrpSpPr>
        <p:grpSpPr>
          <a:xfrm>
            <a:off x="9627948" y="2305149"/>
            <a:ext cx="1347950" cy="414005"/>
            <a:chOff x="410333" y="5261826"/>
            <a:chExt cx="2695899" cy="828009"/>
          </a:xfrm>
        </p:grpSpPr>
        <p:pic>
          <p:nvPicPr>
            <p:cNvPr id="183" name="Graphic 182">
              <a:extLst>
                <a:ext uri="{FF2B5EF4-FFF2-40B4-BE49-F238E27FC236}">
                  <a16:creationId xmlns:a16="http://schemas.microsoft.com/office/drawing/2014/main" id="{DD6D0241-BA66-D313-6570-A6CB3B4C2D2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10333" y="5261826"/>
              <a:ext cx="2695899" cy="828009"/>
            </a:xfrm>
            <a:prstGeom prst="rect">
              <a:avLst/>
            </a:prstGeom>
          </p:spPr>
        </p:pic>
        <p:sp>
          <p:nvSpPr>
            <p:cNvPr id="184" name="Tekstvak 501">
              <a:extLst>
                <a:ext uri="{FF2B5EF4-FFF2-40B4-BE49-F238E27FC236}">
                  <a16:creationId xmlns:a16="http://schemas.microsoft.com/office/drawing/2014/main" id="{90BBBC63-18CA-2F25-6743-12C4F0F4ADE4}"/>
                </a:ext>
              </a:extLst>
            </p:cNvPr>
            <p:cNvSpPr txBox="1"/>
            <p:nvPr/>
          </p:nvSpPr>
          <p:spPr>
            <a:xfrm>
              <a:off x="410333" y="5502332"/>
              <a:ext cx="2682705" cy="3795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t">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900" b="1" i="0" u="none" strike="noStrike" kern="0" cap="none" spc="0" normalizeH="0" baseline="0">
                  <a:ln>
                    <a:noFill/>
                  </a:ln>
                  <a:solidFill>
                    <a:srgbClr val="760F63"/>
                  </a:solidFill>
                  <a:effectLst/>
                  <a:uLnTx/>
                  <a:uFillTx/>
                  <a:latin typeface="Proxima Nova Semibold" panose="02000506030000020004" pitchFamily="2" charset="0"/>
                  <a:sym typeface="Helvetica Neue"/>
                </a:rPr>
                <a:t>Microsoft Solutions</a:t>
              </a:r>
            </a:p>
          </p:txBody>
        </p:sp>
      </p:grpSp>
      <p:sp>
        <p:nvSpPr>
          <p:cNvPr id="185" name="Graphic 13">
            <a:extLst>
              <a:ext uri="{FF2B5EF4-FFF2-40B4-BE49-F238E27FC236}">
                <a16:creationId xmlns:a16="http://schemas.microsoft.com/office/drawing/2014/main" id="{C1552251-8425-D984-DFE6-A2BE8482AB45}"/>
              </a:ext>
            </a:extLst>
          </p:cNvPr>
          <p:cNvSpPr/>
          <p:nvPr/>
        </p:nvSpPr>
        <p:spPr>
          <a:xfrm>
            <a:off x="9648895" y="2926530"/>
            <a:ext cx="1355071" cy="1903821"/>
          </a:xfrm>
          <a:custGeom>
            <a:avLst/>
            <a:gdLst>
              <a:gd name="connsiteX0" fmla="*/ 0 w 2099340"/>
              <a:gd name="connsiteY0" fmla="*/ 92774 h 3104528"/>
              <a:gd name="connsiteX1" fmla="*/ 88897 w 2099340"/>
              <a:gd name="connsiteY1" fmla="*/ 0 h 3104528"/>
              <a:gd name="connsiteX2" fmla="*/ 2010443 w 2099340"/>
              <a:gd name="connsiteY2" fmla="*/ 0 h 3104528"/>
              <a:gd name="connsiteX3" fmla="*/ 2099341 w 2099340"/>
              <a:gd name="connsiteY3" fmla="*/ 92774 h 3104528"/>
              <a:gd name="connsiteX4" fmla="*/ 2099341 w 2099340"/>
              <a:gd name="connsiteY4" fmla="*/ 3011755 h 3104528"/>
              <a:gd name="connsiteX5" fmla="*/ 2010443 w 2099340"/>
              <a:gd name="connsiteY5" fmla="*/ 3104529 h 3104528"/>
              <a:gd name="connsiteX6" fmla="*/ 88897 w 2099340"/>
              <a:gd name="connsiteY6" fmla="*/ 3104529 h 3104528"/>
              <a:gd name="connsiteX7" fmla="*/ 0 w 2099340"/>
              <a:gd name="connsiteY7" fmla="*/ 3011755 h 3104528"/>
              <a:gd name="connsiteX8" fmla="*/ 0 w 2099340"/>
              <a:gd name="connsiteY8" fmla="*/ 92774 h 310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9340" h="3104528">
                <a:moveTo>
                  <a:pt x="0" y="92774"/>
                </a:moveTo>
                <a:cubicBezTo>
                  <a:pt x="0" y="40730"/>
                  <a:pt x="41029" y="0"/>
                  <a:pt x="88897" y="0"/>
                </a:cubicBezTo>
                <a:lnTo>
                  <a:pt x="2010443" y="0"/>
                </a:lnTo>
                <a:cubicBezTo>
                  <a:pt x="2060590" y="0"/>
                  <a:pt x="2099341" y="40730"/>
                  <a:pt x="2099341" y="92774"/>
                </a:cubicBezTo>
                <a:lnTo>
                  <a:pt x="2099341" y="3011755"/>
                </a:lnTo>
                <a:cubicBezTo>
                  <a:pt x="2099341" y="3063799"/>
                  <a:pt x="2058311" y="3104529"/>
                  <a:pt x="2010443" y="3104529"/>
                </a:cubicBezTo>
                <a:lnTo>
                  <a:pt x="88897" y="3104529"/>
                </a:lnTo>
                <a:cubicBezTo>
                  <a:pt x="38750" y="3104529"/>
                  <a:pt x="0" y="3063799"/>
                  <a:pt x="0" y="3011755"/>
                </a:cubicBezTo>
                <a:lnTo>
                  <a:pt x="0" y="92774"/>
                </a:lnTo>
                <a:close/>
              </a:path>
            </a:pathLst>
          </a:custGeom>
          <a:solidFill>
            <a:schemeClr val="bg1">
              <a:lumMod val="95000"/>
            </a:schemeClr>
          </a:solidFill>
          <a:ln w="9525" cap="flat">
            <a:solidFill>
              <a:schemeClr val="tx1"/>
            </a:solidFill>
            <a:prstDash val="solid"/>
            <a:miter/>
          </a:ln>
        </p:spPr>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a:ln>
                <a:noFill/>
              </a:ln>
              <a:solidFill>
                <a:srgbClr val="5E5E5E"/>
              </a:solidFill>
              <a:effectLst/>
              <a:uLnTx/>
              <a:uFillTx/>
              <a:latin typeface="Helvetica Neue"/>
              <a:sym typeface="Helvetica Neue"/>
            </a:endParaRPr>
          </a:p>
        </p:txBody>
      </p:sp>
      <p:sp>
        <p:nvSpPr>
          <p:cNvPr id="186" name="Graphic 13">
            <a:extLst>
              <a:ext uri="{FF2B5EF4-FFF2-40B4-BE49-F238E27FC236}">
                <a16:creationId xmlns:a16="http://schemas.microsoft.com/office/drawing/2014/main" id="{06C313AD-4FDE-9CEF-DEF8-6502FC75BC24}"/>
              </a:ext>
            </a:extLst>
          </p:cNvPr>
          <p:cNvSpPr/>
          <p:nvPr/>
        </p:nvSpPr>
        <p:spPr>
          <a:xfrm>
            <a:off x="7933502" y="2943752"/>
            <a:ext cx="1347026" cy="2355061"/>
          </a:xfrm>
          <a:custGeom>
            <a:avLst/>
            <a:gdLst>
              <a:gd name="connsiteX0" fmla="*/ 0 w 2099340"/>
              <a:gd name="connsiteY0" fmla="*/ 92774 h 3104528"/>
              <a:gd name="connsiteX1" fmla="*/ 88897 w 2099340"/>
              <a:gd name="connsiteY1" fmla="*/ 0 h 3104528"/>
              <a:gd name="connsiteX2" fmla="*/ 2010443 w 2099340"/>
              <a:gd name="connsiteY2" fmla="*/ 0 h 3104528"/>
              <a:gd name="connsiteX3" fmla="*/ 2099341 w 2099340"/>
              <a:gd name="connsiteY3" fmla="*/ 92774 h 3104528"/>
              <a:gd name="connsiteX4" fmla="*/ 2099341 w 2099340"/>
              <a:gd name="connsiteY4" fmla="*/ 3011755 h 3104528"/>
              <a:gd name="connsiteX5" fmla="*/ 2010443 w 2099340"/>
              <a:gd name="connsiteY5" fmla="*/ 3104529 h 3104528"/>
              <a:gd name="connsiteX6" fmla="*/ 88897 w 2099340"/>
              <a:gd name="connsiteY6" fmla="*/ 3104529 h 3104528"/>
              <a:gd name="connsiteX7" fmla="*/ 0 w 2099340"/>
              <a:gd name="connsiteY7" fmla="*/ 3011755 h 3104528"/>
              <a:gd name="connsiteX8" fmla="*/ 0 w 2099340"/>
              <a:gd name="connsiteY8" fmla="*/ 92774 h 310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9340" h="3104528">
                <a:moveTo>
                  <a:pt x="0" y="92774"/>
                </a:moveTo>
                <a:cubicBezTo>
                  <a:pt x="0" y="40730"/>
                  <a:pt x="41029" y="0"/>
                  <a:pt x="88897" y="0"/>
                </a:cubicBezTo>
                <a:lnTo>
                  <a:pt x="2010443" y="0"/>
                </a:lnTo>
                <a:cubicBezTo>
                  <a:pt x="2060590" y="0"/>
                  <a:pt x="2099341" y="40730"/>
                  <a:pt x="2099341" y="92774"/>
                </a:cubicBezTo>
                <a:lnTo>
                  <a:pt x="2099341" y="3011755"/>
                </a:lnTo>
                <a:cubicBezTo>
                  <a:pt x="2099341" y="3063799"/>
                  <a:pt x="2058311" y="3104529"/>
                  <a:pt x="2010443" y="3104529"/>
                </a:cubicBezTo>
                <a:lnTo>
                  <a:pt x="88897" y="3104529"/>
                </a:lnTo>
                <a:cubicBezTo>
                  <a:pt x="38750" y="3104529"/>
                  <a:pt x="0" y="3063799"/>
                  <a:pt x="0" y="3011755"/>
                </a:cubicBezTo>
                <a:lnTo>
                  <a:pt x="0" y="92774"/>
                </a:lnTo>
                <a:close/>
              </a:path>
            </a:pathLst>
          </a:custGeom>
          <a:solidFill>
            <a:schemeClr val="bg1">
              <a:lumMod val="95000"/>
            </a:schemeClr>
          </a:solidFill>
          <a:ln w="9525" cap="flat">
            <a:solidFill>
              <a:schemeClr val="tx1"/>
            </a:solidFill>
            <a:prstDash val="solid"/>
            <a:miter/>
          </a:ln>
        </p:spPr>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a:ln>
                <a:noFill/>
              </a:ln>
              <a:solidFill>
                <a:srgbClr val="5E5E5E"/>
              </a:solidFill>
              <a:effectLst/>
              <a:uLnTx/>
              <a:uFillTx/>
              <a:latin typeface="Helvetica Neue"/>
              <a:sym typeface="Helvetica Neue"/>
            </a:endParaRPr>
          </a:p>
        </p:txBody>
      </p:sp>
      <p:sp>
        <p:nvSpPr>
          <p:cNvPr id="187" name="Graphic 13">
            <a:extLst>
              <a:ext uri="{FF2B5EF4-FFF2-40B4-BE49-F238E27FC236}">
                <a16:creationId xmlns:a16="http://schemas.microsoft.com/office/drawing/2014/main" id="{9FBC13F1-6ACF-CCAE-A95E-759CF2DAE9BE}"/>
              </a:ext>
            </a:extLst>
          </p:cNvPr>
          <p:cNvSpPr/>
          <p:nvPr/>
        </p:nvSpPr>
        <p:spPr>
          <a:xfrm>
            <a:off x="4475500" y="2943690"/>
            <a:ext cx="1347026" cy="2352051"/>
          </a:xfrm>
          <a:custGeom>
            <a:avLst/>
            <a:gdLst>
              <a:gd name="connsiteX0" fmla="*/ 0 w 2099340"/>
              <a:gd name="connsiteY0" fmla="*/ 92774 h 3104528"/>
              <a:gd name="connsiteX1" fmla="*/ 88897 w 2099340"/>
              <a:gd name="connsiteY1" fmla="*/ 0 h 3104528"/>
              <a:gd name="connsiteX2" fmla="*/ 2010443 w 2099340"/>
              <a:gd name="connsiteY2" fmla="*/ 0 h 3104528"/>
              <a:gd name="connsiteX3" fmla="*/ 2099341 w 2099340"/>
              <a:gd name="connsiteY3" fmla="*/ 92774 h 3104528"/>
              <a:gd name="connsiteX4" fmla="*/ 2099341 w 2099340"/>
              <a:gd name="connsiteY4" fmla="*/ 3011755 h 3104528"/>
              <a:gd name="connsiteX5" fmla="*/ 2010443 w 2099340"/>
              <a:gd name="connsiteY5" fmla="*/ 3104529 h 3104528"/>
              <a:gd name="connsiteX6" fmla="*/ 88897 w 2099340"/>
              <a:gd name="connsiteY6" fmla="*/ 3104529 h 3104528"/>
              <a:gd name="connsiteX7" fmla="*/ 0 w 2099340"/>
              <a:gd name="connsiteY7" fmla="*/ 3011755 h 3104528"/>
              <a:gd name="connsiteX8" fmla="*/ 0 w 2099340"/>
              <a:gd name="connsiteY8" fmla="*/ 92774 h 310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9340" h="3104528">
                <a:moveTo>
                  <a:pt x="0" y="92774"/>
                </a:moveTo>
                <a:cubicBezTo>
                  <a:pt x="0" y="40730"/>
                  <a:pt x="41029" y="0"/>
                  <a:pt x="88897" y="0"/>
                </a:cubicBezTo>
                <a:lnTo>
                  <a:pt x="2010443" y="0"/>
                </a:lnTo>
                <a:cubicBezTo>
                  <a:pt x="2060590" y="0"/>
                  <a:pt x="2099341" y="40730"/>
                  <a:pt x="2099341" y="92774"/>
                </a:cubicBezTo>
                <a:lnTo>
                  <a:pt x="2099341" y="3011755"/>
                </a:lnTo>
                <a:cubicBezTo>
                  <a:pt x="2099341" y="3063799"/>
                  <a:pt x="2058311" y="3104529"/>
                  <a:pt x="2010443" y="3104529"/>
                </a:cubicBezTo>
                <a:lnTo>
                  <a:pt x="88897" y="3104529"/>
                </a:lnTo>
                <a:cubicBezTo>
                  <a:pt x="38750" y="3104529"/>
                  <a:pt x="0" y="3063799"/>
                  <a:pt x="0" y="3011755"/>
                </a:cubicBezTo>
                <a:lnTo>
                  <a:pt x="0" y="92774"/>
                </a:lnTo>
                <a:close/>
              </a:path>
            </a:pathLst>
          </a:custGeom>
          <a:solidFill>
            <a:schemeClr val="bg1">
              <a:lumMod val="95000"/>
            </a:schemeClr>
          </a:solidFill>
          <a:ln w="9525" cap="flat">
            <a:solidFill>
              <a:schemeClr val="tx1"/>
            </a:solidFill>
            <a:prstDash val="solid"/>
            <a:miter/>
          </a:ln>
        </p:spPr>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a:ln>
                <a:noFill/>
              </a:ln>
              <a:solidFill>
                <a:srgbClr val="5E5E5E"/>
              </a:solidFill>
              <a:effectLst/>
              <a:uLnTx/>
              <a:uFillTx/>
              <a:latin typeface="Helvetica Neue"/>
              <a:sym typeface="Helvetica Neue"/>
            </a:endParaRPr>
          </a:p>
        </p:txBody>
      </p:sp>
      <p:grpSp>
        <p:nvGrpSpPr>
          <p:cNvPr id="188" name="Groep 414">
            <a:extLst>
              <a:ext uri="{FF2B5EF4-FFF2-40B4-BE49-F238E27FC236}">
                <a16:creationId xmlns:a16="http://schemas.microsoft.com/office/drawing/2014/main" id="{67F6079D-733F-0E58-84B6-F3AA09098D02}"/>
              </a:ext>
            </a:extLst>
          </p:cNvPr>
          <p:cNvGrpSpPr/>
          <p:nvPr/>
        </p:nvGrpSpPr>
        <p:grpSpPr>
          <a:xfrm>
            <a:off x="8029135" y="3034984"/>
            <a:ext cx="1190540" cy="378000"/>
            <a:chOff x="577000" y="6221731"/>
            <a:chExt cx="2381080" cy="756000"/>
          </a:xfrm>
        </p:grpSpPr>
        <p:pic>
          <p:nvPicPr>
            <p:cNvPr id="189" name="Graphic 188">
              <a:extLst>
                <a:ext uri="{FF2B5EF4-FFF2-40B4-BE49-F238E27FC236}">
                  <a16:creationId xmlns:a16="http://schemas.microsoft.com/office/drawing/2014/main" id="{0CA10579-A6D8-B80D-8423-234FF19A54C1}"/>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190" name="Tekstvak 416">
              <a:extLst>
                <a:ext uri="{FF2B5EF4-FFF2-40B4-BE49-F238E27FC236}">
                  <a16:creationId xmlns:a16="http://schemas.microsoft.com/office/drawing/2014/main" id="{AD5A8A0C-02B4-A555-3102-2EE6D165A39A}"/>
                </a:ext>
              </a:extLst>
            </p:cNvPr>
            <p:cNvSpPr txBox="1"/>
            <p:nvPr/>
          </p:nvSpPr>
          <p:spPr>
            <a:xfrm>
              <a:off x="582080" y="6302217"/>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Low Code Platform Consulting</a:t>
              </a:r>
            </a:p>
          </p:txBody>
        </p:sp>
      </p:grpSp>
      <p:grpSp>
        <p:nvGrpSpPr>
          <p:cNvPr id="191" name="Groep 417">
            <a:extLst>
              <a:ext uri="{FF2B5EF4-FFF2-40B4-BE49-F238E27FC236}">
                <a16:creationId xmlns:a16="http://schemas.microsoft.com/office/drawing/2014/main" id="{90B3B33B-3CA5-A1C7-6823-644E5E6A60F3}"/>
              </a:ext>
            </a:extLst>
          </p:cNvPr>
          <p:cNvGrpSpPr/>
          <p:nvPr/>
        </p:nvGrpSpPr>
        <p:grpSpPr>
          <a:xfrm>
            <a:off x="8029135" y="3491903"/>
            <a:ext cx="1190540" cy="378000"/>
            <a:chOff x="577000" y="6221731"/>
            <a:chExt cx="2381080" cy="756000"/>
          </a:xfrm>
        </p:grpSpPr>
        <p:pic>
          <p:nvPicPr>
            <p:cNvPr id="192" name="Graphic 191">
              <a:extLst>
                <a:ext uri="{FF2B5EF4-FFF2-40B4-BE49-F238E27FC236}">
                  <a16:creationId xmlns:a16="http://schemas.microsoft.com/office/drawing/2014/main" id="{96994BE6-6B73-BFD2-0537-DC9CB4E503A8}"/>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193" name="Tekstvak 419">
              <a:extLst>
                <a:ext uri="{FF2B5EF4-FFF2-40B4-BE49-F238E27FC236}">
                  <a16:creationId xmlns:a16="http://schemas.microsoft.com/office/drawing/2014/main" id="{E5CB87DF-D1B3-3A78-B7C2-E84B3B91B087}"/>
                </a:ext>
              </a:extLst>
            </p:cNvPr>
            <p:cNvSpPr txBox="1"/>
            <p:nvPr/>
          </p:nvSpPr>
          <p:spPr>
            <a:xfrm>
              <a:off x="582080" y="6425327"/>
              <a:ext cx="2376000" cy="3488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endParaRPr>
            </a:p>
          </p:txBody>
        </p:sp>
      </p:grpSp>
      <p:grpSp>
        <p:nvGrpSpPr>
          <p:cNvPr id="194" name="Groep 420">
            <a:extLst>
              <a:ext uri="{FF2B5EF4-FFF2-40B4-BE49-F238E27FC236}">
                <a16:creationId xmlns:a16="http://schemas.microsoft.com/office/drawing/2014/main" id="{8A4212A0-629A-1D8B-1A90-701095C39A3D}"/>
              </a:ext>
            </a:extLst>
          </p:cNvPr>
          <p:cNvGrpSpPr/>
          <p:nvPr/>
        </p:nvGrpSpPr>
        <p:grpSpPr>
          <a:xfrm>
            <a:off x="8029135" y="3932925"/>
            <a:ext cx="1205966" cy="378000"/>
            <a:chOff x="577000" y="6221731"/>
            <a:chExt cx="2411932" cy="756000"/>
          </a:xfrm>
        </p:grpSpPr>
        <p:pic>
          <p:nvPicPr>
            <p:cNvPr id="195" name="Graphic 194">
              <a:extLst>
                <a:ext uri="{FF2B5EF4-FFF2-40B4-BE49-F238E27FC236}">
                  <a16:creationId xmlns:a16="http://schemas.microsoft.com/office/drawing/2014/main" id="{9F27134E-EA7B-F049-BC14-9B2CB50A01CC}"/>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196" name="Tekstvak 422">
              <a:extLst>
                <a:ext uri="{FF2B5EF4-FFF2-40B4-BE49-F238E27FC236}">
                  <a16:creationId xmlns:a16="http://schemas.microsoft.com/office/drawing/2014/main" id="{AB5DF71C-34D8-82BA-EC3D-F0E1F809B71E}"/>
                </a:ext>
              </a:extLst>
            </p:cNvPr>
            <p:cNvSpPr txBox="1"/>
            <p:nvPr/>
          </p:nvSpPr>
          <p:spPr>
            <a:xfrm>
              <a:off x="612932" y="6313769"/>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Low Code Accelerators and Solutions</a:t>
              </a:r>
            </a:p>
          </p:txBody>
        </p:sp>
      </p:grpSp>
      <p:sp>
        <p:nvSpPr>
          <p:cNvPr id="197" name="Tekstvak 423">
            <a:extLst>
              <a:ext uri="{FF2B5EF4-FFF2-40B4-BE49-F238E27FC236}">
                <a16:creationId xmlns:a16="http://schemas.microsoft.com/office/drawing/2014/main" id="{F4C7044A-3510-369B-D45B-6CA0A931CB7D}"/>
              </a:ext>
            </a:extLst>
          </p:cNvPr>
          <p:cNvSpPr txBox="1"/>
          <p:nvPr/>
        </p:nvSpPr>
        <p:spPr>
          <a:xfrm>
            <a:off x="8031675" y="3531152"/>
            <a:ext cx="1188000"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Low Code Architecture and Development</a:t>
            </a:r>
          </a:p>
        </p:txBody>
      </p:sp>
      <p:grpSp>
        <p:nvGrpSpPr>
          <p:cNvPr id="198" name="Groep 433">
            <a:extLst>
              <a:ext uri="{FF2B5EF4-FFF2-40B4-BE49-F238E27FC236}">
                <a16:creationId xmlns:a16="http://schemas.microsoft.com/office/drawing/2014/main" id="{102632AA-E2EF-47C8-6C9F-C475E4CEA2E1}"/>
              </a:ext>
            </a:extLst>
          </p:cNvPr>
          <p:cNvGrpSpPr/>
          <p:nvPr/>
        </p:nvGrpSpPr>
        <p:grpSpPr>
          <a:xfrm>
            <a:off x="4545761" y="3034984"/>
            <a:ext cx="1190540" cy="378000"/>
            <a:chOff x="577000" y="6221731"/>
            <a:chExt cx="2381080" cy="756000"/>
          </a:xfrm>
        </p:grpSpPr>
        <p:pic>
          <p:nvPicPr>
            <p:cNvPr id="199" name="Graphic 198">
              <a:extLst>
                <a:ext uri="{FF2B5EF4-FFF2-40B4-BE49-F238E27FC236}">
                  <a16:creationId xmlns:a16="http://schemas.microsoft.com/office/drawing/2014/main" id="{0D21469A-8338-F0B5-A43B-9AEC98FB61FC}"/>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02" name="Tekstvak 435">
              <a:extLst>
                <a:ext uri="{FF2B5EF4-FFF2-40B4-BE49-F238E27FC236}">
                  <a16:creationId xmlns:a16="http://schemas.microsoft.com/office/drawing/2014/main" id="{9BFF27EF-2D6E-C817-E4A5-E70E74EEB979}"/>
                </a:ext>
              </a:extLst>
            </p:cNvPr>
            <p:cNvSpPr txBox="1"/>
            <p:nvPr/>
          </p:nvSpPr>
          <p:spPr>
            <a:xfrm>
              <a:off x="582080" y="6302215"/>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Strategy</a:t>
              </a:r>
              <a:r>
                <a:rPr lang="en-US" sz="800" kern="0">
                  <a:solidFill>
                    <a:srgbClr val="5E5E5E"/>
                  </a:solidFill>
                  <a:latin typeface="Proxima Nova Medium" panose="02000506030000020004" pitchFamily="2" charset="0"/>
                  <a:sym typeface="Helvetica Neue"/>
                </a:rPr>
                <a:t> and Cloud </a:t>
              </a: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Migration</a:t>
              </a:r>
            </a:p>
          </p:txBody>
        </p:sp>
      </p:grpSp>
      <p:grpSp>
        <p:nvGrpSpPr>
          <p:cNvPr id="203" name="Groep 436">
            <a:extLst>
              <a:ext uri="{FF2B5EF4-FFF2-40B4-BE49-F238E27FC236}">
                <a16:creationId xmlns:a16="http://schemas.microsoft.com/office/drawing/2014/main" id="{11CDDABC-CE9C-8E13-86CA-58124A535C02}"/>
              </a:ext>
            </a:extLst>
          </p:cNvPr>
          <p:cNvGrpSpPr/>
          <p:nvPr/>
        </p:nvGrpSpPr>
        <p:grpSpPr>
          <a:xfrm>
            <a:off x="4545761" y="3491903"/>
            <a:ext cx="1190540" cy="378000"/>
            <a:chOff x="577000" y="6221731"/>
            <a:chExt cx="2381080" cy="756000"/>
          </a:xfrm>
        </p:grpSpPr>
        <p:pic>
          <p:nvPicPr>
            <p:cNvPr id="204" name="Graphic 203">
              <a:extLst>
                <a:ext uri="{FF2B5EF4-FFF2-40B4-BE49-F238E27FC236}">
                  <a16:creationId xmlns:a16="http://schemas.microsoft.com/office/drawing/2014/main" id="{2742775F-F16B-8487-BE60-CCD628D5FF66}"/>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17" name="Tekstvak 438">
              <a:extLst>
                <a:ext uri="{FF2B5EF4-FFF2-40B4-BE49-F238E27FC236}">
                  <a16:creationId xmlns:a16="http://schemas.microsoft.com/office/drawing/2014/main" id="{3D74529D-D069-D911-F51F-E1CC8822D42E}"/>
                </a:ext>
              </a:extLst>
            </p:cNvPr>
            <p:cNvSpPr txBox="1"/>
            <p:nvPr/>
          </p:nvSpPr>
          <p:spPr>
            <a:xfrm>
              <a:off x="582080" y="6302217"/>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Cloud Native Infrastructures</a:t>
              </a:r>
            </a:p>
          </p:txBody>
        </p:sp>
      </p:grpSp>
      <p:grpSp>
        <p:nvGrpSpPr>
          <p:cNvPr id="218" name="Groep 439">
            <a:extLst>
              <a:ext uri="{FF2B5EF4-FFF2-40B4-BE49-F238E27FC236}">
                <a16:creationId xmlns:a16="http://schemas.microsoft.com/office/drawing/2014/main" id="{0D5F20A1-C9C6-04F2-2132-2B9ADEBA7081}"/>
              </a:ext>
            </a:extLst>
          </p:cNvPr>
          <p:cNvGrpSpPr/>
          <p:nvPr/>
        </p:nvGrpSpPr>
        <p:grpSpPr>
          <a:xfrm>
            <a:off x="9677380" y="3034984"/>
            <a:ext cx="1306800" cy="378000"/>
            <a:chOff x="471444" y="5337811"/>
            <a:chExt cx="2613600" cy="756000"/>
          </a:xfrm>
        </p:grpSpPr>
        <p:pic>
          <p:nvPicPr>
            <p:cNvPr id="219" name="Graphic 218">
              <a:extLst>
                <a:ext uri="{FF2B5EF4-FFF2-40B4-BE49-F238E27FC236}">
                  <a16:creationId xmlns:a16="http://schemas.microsoft.com/office/drawing/2014/main" id="{EE65FA6D-4F4D-3D4F-6FEE-5D95180424FA}"/>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5337811"/>
              <a:ext cx="2376000" cy="756000"/>
            </a:xfrm>
            <a:prstGeom prst="rect">
              <a:avLst/>
            </a:prstGeom>
          </p:spPr>
        </p:pic>
        <p:sp>
          <p:nvSpPr>
            <p:cNvPr id="220" name="Tekstvak 441">
              <a:extLst>
                <a:ext uri="{FF2B5EF4-FFF2-40B4-BE49-F238E27FC236}">
                  <a16:creationId xmlns:a16="http://schemas.microsoft.com/office/drawing/2014/main" id="{536676BA-98EA-6E2B-C69F-8A324B3ED1B3}"/>
                </a:ext>
              </a:extLst>
            </p:cNvPr>
            <p:cNvSpPr txBox="1"/>
            <p:nvPr/>
          </p:nvSpPr>
          <p:spPr>
            <a:xfrm>
              <a:off x="471444" y="5418477"/>
              <a:ext cx="26136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Azure Cloud Transformations</a:t>
              </a:r>
            </a:p>
          </p:txBody>
        </p:sp>
      </p:grpSp>
      <p:grpSp>
        <p:nvGrpSpPr>
          <p:cNvPr id="226" name="Groep 445">
            <a:extLst>
              <a:ext uri="{FF2B5EF4-FFF2-40B4-BE49-F238E27FC236}">
                <a16:creationId xmlns:a16="http://schemas.microsoft.com/office/drawing/2014/main" id="{736172B8-51C5-4C0D-74A6-C77413E01EDD}"/>
              </a:ext>
            </a:extLst>
          </p:cNvPr>
          <p:cNvGrpSpPr/>
          <p:nvPr/>
        </p:nvGrpSpPr>
        <p:grpSpPr>
          <a:xfrm>
            <a:off x="9730158" y="3491903"/>
            <a:ext cx="1190540" cy="378000"/>
            <a:chOff x="577000" y="5419091"/>
            <a:chExt cx="2381080" cy="756000"/>
          </a:xfrm>
        </p:grpSpPr>
        <p:pic>
          <p:nvPicPr>
            <p:cNvPr id="227" name="Graphic 226">
              <a:extLst>
                <a:ext uri="{FF2B5EF4-FFF2-40B4-BE49-F238E27FC236}">
                  <a16:creationId xmlns:a16="http://schemas.microsoft.com/office/drawing/2014/main" id="{B6725E8D-8BAA-15ED-441C-2D2575395F12}"/>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5419091"/>
              <a:ext cx="2376000" cy="756000"/>
            </a:xfrm>
            <a:prstGeom prst="rect">
              <a:avLst/>
            </a:prstGeom>
          </p:spPr>
        </p:pic>
        <p:sp>
          <p:nvSpPr>
            <p:cNvPr id="228" name="Tekstvak 447">
              <a:extLst>
                <a:ext uri="{FF2B5EF4-FFF2-40B4-BE49-F238E27FC236}">
                  <a16:creationId xmlns:a16="http://schemas.microsoft.com/office/drawing/2014/main" id="{70F88400-4C54-5867-C9DC-9A66BA5BD175}"/>
                </a:ext>
              </a:extLst>
            </p:cNvPr>
            <p:cNvSpPr txBox="1"/>
            <p:nvPr/>
          </p:nvSpPr>
          <p:spPr>
            <a:xfrm>
              <a:off x="582080" y="5519897"/>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Cloud Native Software Development</a:t>
              </a:r>
            </a:p>
          </p:txBody>
        </p:sp>
      </p:grpSp>
      <p:grpSp>
        <p:nvGrpSpPr>
          <p:cNvPr id="229" name="Groep 457">
            <a:extLst>
              <a:ext uri="{FF2B5EF4-FFF2-40B4-BE49-F238E27FC236}">
                <a16:creationId xmlns:a16="http://schemas.microsoft.com/office/drawing/2014/main" id="{3B325F8E-988F-ED03-9711-1C5632D464B1}"/>
              </a:ext>
            </a:extLst>
          </p:cNvPr>
          <p:cNvGrpSpPr/>
          <p:nvPr/>
        </p:nvGrpSpPr>
        <p:grpSpPr>
          <a:xfrm>
            <a:off x="4554505" y="3928908"/>
            <a:ext cx="1206965" cy="378000"/>
            <a:chOff x="-2846704" y="4462362"/>
            <a:chExt cx="2413930" cy="756000"/>
          </a:xfrm>
        </p:grpSpPr>
        <p:pic>
          <p:nvPicPr>
            <p:cNvPr id="230" name="Graphic 229">
              <a:extLst>
                <a:ext uri="{FF2B5EF4-FFF2-40B4-BE49-F238E27FC236}">
                  <a16:creationId xmlns:a16="http://schemas.microsoft.com/office/drawing/2014/main" id="{BEC72FBE-BB8A-A4F0-5CB1-C7A9AA78449A}"/>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46704" y="4462362"/>
              <a:ext cx="2376000" cy="756000"/>
            </a:xfrm>
            <a:prstGeom prst="rect">
              <a:avLst/>
            </a:prstGeom>
          </p:spPr>
        </p:pic>
        <p:sp>
          <p:nvSpPr>
            <p:cNvPr id="231" name="Tekstvak 459">
              <a:extLst>
                <a:ext uri="{FF2B5EF4-FFF2-40B4-BE49-F238E27FC236}">
                  <a16:creationId xmlns:a16="http://schemas.microsoft.com/office/drawing/2014/main" id="{764A7E03-1288-81C9-A833-4367D8F26D33}"/>
                </a:ext>
              </a:extLst>
            </p:cNvPr>
            <p:cNvSpPr txBox="1"/>
            <p:nvPr/>
          </p:nvSpPr>
          <p:spPr>
            <a:xfrm>
              <a:off x="-2808774" y="4514022"/>
              <a:ext cx="2376000" cy="6689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lvl="0" indent="0" algn="ctr" rtl="0">
                <a:lnSpc>
                  <a:spcPct val="115000"/>
                </a:lnSpc>
                <a:spcBef>
                  <a:spcPts val="0"/>
                </a:spcBef>
                <a:spcAft>
                  <a:spcPts val="0"/>
                </a:spcAft>
                <a:buNone/>
              </a:pPr>
              <a:r>
                <a:rPr lang="en-US" sz="800">
                  <a:solidFill>
                    <a:srgbClr val="5E5E5E"/>
                  </a:solidFill>
                  <a:latin typeface="Proxima Nova Semibold"/>
                  <a:ea typeface="Proxima Nova Semibold"/>
                  <a:cs typeface="Proxima Nova Semibold"/>
                  <a:sym typeface="Proxima Nova Semibold"/>
                </a:rPr>
                <a:t>Cloud Health and</a:t>
              </a:r>
              <a:br>
                <a:rPr lang="en-US" sz="800">
                  <a:solidFill>
                    <a:srgbClr val="5E5E5E"/>
                  </a:solidFill>
                  <a:latin typeface="Proxima Nova Semibold"/>
                  <a:ea typeface="Proxima Nova Semibold"/>
                  <a:cs typeface="Proxima Nova Semibold"/>
                  <a:sym typeface="Proxima Nova Semibold"/>
                </a:rPr>
              </a:br>
              <a:r>
                <a:rPr lang="en-US" sz="800">
                  <a:solidFill>
                    <a:srgbClr val="5E5E5E"/>
                  </a:solidFill>
                  <a:latin typeface="Proxima Nova Semibold"/>
                  <a:ea typeface="Proxima Nova Semibold"/>
                  <a:cs typeface="Proxima Nova Semibold"/>
                  <a:sym typeface="Proxima Nova Semibold"/>
                </a:rPr>
                <a:t>Cost Optimization</a:t>
              </a:r>
              <a:endParaRPr lang="en-US" sz="800">
                <a:latin typeface="Proxima Nova Semibold"/>
                <a:ea typeface="Proxima Nova Semibold"/>
                <a:cs typeface="Proxima Nova Semibold"/>
                <a:sym typeface="Proxima Nova Semibold"/>
              </a:endParaRPr>
            </a:p>
          </p:txBody>
        </p:sp>
      </p:grpSp>
      <p:sp>
        <p:nvSpPr>
          <p:cNvPr id="232" name="Graphic 13">
            <a:extLst>
              <a:ext uri="{FF2B5EF4-FFF2-40B4-BE49-F238E27FC236}">
                <a16:creationId xmlns:a16="http://schemas.microsoft.com/office/drawing/2014/main" id="{8A173377-BC49-D8B1-44A9-1490E5914A6B}"/>
              </a:ext>
            </a:extLst>
          </p:cNvPr>
          <p:cNvSpPr/>
          <p:nvPr/>
        </p:nvSpPr>
        <p:spPr>
          <a:xfrm>
            <a:off x="1059224" y="2933126"/>
            <a:ext cx="1347026" cy="1894219"/>
          </a:xfrm>
          <a:custGeom>
            <a:avLst/>
            <a:gdLst>
              <a:gd name="connsiteX0" fmla="*/ 0 w 2099340"/>
              <a:gd name="connsiteY0" fmla="*/ 92774 h 3104528"/>
              <a:gd name="connsiteX1" fmla="*/ 88897 w 2099340"/>
              <a:gd name="connsiteY1" fmla="*/ 0 h 3104528"/>
              <a:gd name="connsiteX2" fmla="*/ 2010443 w 2099340"/>
              <a:gd name="connsiteY2" fmla="*/ 0 h 3104528"/>
              <a:gd name="connsiteX3" fmla="*/ 2099341 w 2099340"/>
              <a:gd name="connsiteY3" fmla="*/ 92774 h 3104528"/>
              <a:gd name="connsiteX4" fmla="*/ 2099341 w 2099340"/>
              <a:gd name="connsiteY4" fmla="*/ 3011755 h 3104528"/>
              <a:gd name="connsiteX5" fmla="*/ 2010443 w 2099340"/>
              <a:gd name="connsiteY5" fmla="*/ 3104529 h 3104528"/>
              <a:gd name="connsiteX6" fmla="*/ 88897 w 2099340"/>
              <a:gd name="connsiteY6" fmla="*/ 3104529 h 3104528"/>
              <a:gd name="connsiteX7" fmla="*/ 0 w 2099340"/>
              <a:gd name="connsiteY7" fmla="*/ 3011755 h 3104528"/>
              <a:gd name="connsiteX8" fmla="*/ 0 w 2099340"/>
              <a:gd name="connsiteY8" fmla="*/ 92774 h 310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9340" h="3104528">
                <a:moveTo>
                  <a:pt x="0" y="92774"/>
                </a:moveTo>
                <a:cubicBezTo>
                  <a:pt x="0" y="40730"/>
                  <a:pt x="41029" y="0"/>
                  <a:pt x="88897" y="0"/>
                </a:cubicBezTo>
                <a:lnTo>
                  <a:pt x="2010443" y="0"/>
                </a:lnTo>
                <a:cubicBezTo>
                  <a:pt x="2060590" y="0"/>
                  <a:pt x="2099341" y="40730"/>
                  <a:pt x="2099341" y="92774"/>
                </a:cubicBezTo>
                <a:lnTo>
                  <a:pt x="2099341" y="3011755"/>
                </a:lnTo>
                <a:cubicBezTo>
                  <a:pt x="2099341" y="3063799"/>
                  <a:pt x="2058311" y="3104529"/>
                  <a:pt x="2010443" y="3104529"/>
                </a:cubicBezTo>
                <a:lnTo>
                  <a:pt x="88897" y="3104529"/>
                </a:lnTo>
                <a:cubicBezTo>
                  <a:pt x="38750" y="3104529"/>
                  <a:pt x="0" y="3063799"/>
                  <a:pt x="0" y="3011755"/>
                </a:cubicBezTo>
                <a:lnTo>
                  <a:pt x="0" y="92774"/>
                </a:lnTo>
                <a:close/>
              </a:path>
            </a:pathLst>
          </a:custGeom>
          <a:solidFill>
            <a:schemeClr val="bg1">
              <a:lumMod val="95000"/>
            </a:schemeClr>
          </a:solidFill>
          <a:ln w="9525" cap="flat">
            <a:solidFill>
              <a:schemeClr val="tx1"/>
            </a:solidFill>
            <a:prstDash val="solid"/>
            <a:miter/>
          </a:ln>
        </p:spPr>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a:ln>
                <a:noFill/>
              </a:ln>
              <a:solidFill>
                <a:srgbClr val="5E5E5E"/>
              </a:solidFill>
              <a:effectLst/>
              <a:uLnTx/>
              <a:uFillTx/>
              <a:latin typeface="Helvetica Neue"/>
              <a:sym typeface="Helvetica Neue"/>
            </a:endParaRPr>
          </a:p>
        </p:txBody>
      </p:sp>
      <p:grpSp>
        <p:nvGrpSpPr>
          <p:cNvPr id="233" name="Groep 427">
            <a:extLst>
              <a:ext uri="{FF2B5EF4-FFF2-40B4-BE49-F238E27FC236}">
                <a16:creationId xmlns:a16="http://schemas.microsoft.com/office/drawing/2014/main" id="{C1A8F678-B915-8859-E434-9E8C4AE6AE02}"/>
              </a:ext>
            </a:extLst>
          </p:cNvPr>
          <p:cNvGrpSpPr/>
          <p:nvPr/>
        </p:nvGrpSpPr>
        <p:grpSpPr>
          <a:xfrm>
            <a:off x="1129841" y="3034984"/>
            <a:ext cx="1190540" cy="378000"/>
            <a:chOff x="577000" y="6221731"/>
            <a:chExt cx="2381080" cy="756000"/>
          </a:xfrm>
        </p:grpSpPr>
        <p:pic>
          <p:nvPicPr>
            <p:cNvPr id="234" name="Graphic 233">
              <a:extLst>
                <a:ext uri="{FF2B5EF4-FFF2-40B4-BE49-F238E27FC236}">
                  <a16:creationId xmlns:a16="http://schemas.microsoft.com/office/drawing/2014/main" id="{7E5D0550-ED13-2CC5-52B8-F4D5FC975FBA}"/>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35" name="Tekstvak 429">
              <a:extLst>
                <a:ext uri="{FF2B5EF4-FFF2-40B4-BE49-F238E27FC236}">
                  <a16:creationId xmlns:a16="http://schemas.microsoft.com/office/drawing/2014/main" id="{3023DAAB-9BD9-13BC-F7EC-419F40A3B82D}"/>
                </a:ext>
              </a:extLst>
            </p:cNvPr>
            <p:cNvSpPr txBox="1"/>
            <p:nvPr/>
          </p:nvSpPr>
          <p:spPr>
            <a:xfrm>
              <a:off x="582080" y="6425327"/>
              <a:ext cx="2376000" cy="3488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Program Management</a:t>
              </a:r>
            </a:p>
          </p:txBody>
        </p:sp>
      </p:grpSp>
      <p:grpSp>
        <p:nvGrpSpPr>
          <p:cNvPr id="236" name="Groep 430">
            <a:extLst>
              <a:ext uri="{FF2B5EF4-FFF2-40B4-BE49-F238E27FC236}">
                <a16:creationId xmlns:a16="http://schemas.microsoft.com/office/drawing/2014/main" id="{0F222976-B7BD-E5A2-C330-9828B0450202}"/>
              </a:ext>
            </a:extLst>
          </p:cNvPr>
          <p:cNvGrpSpPr/>
          <p:nvPr/>
        </p:nvGrpSpPr>
        <p:grpSpPr>
          <a:xfrm>
            <a:off x="1129841" y="3491903"/>
            <a:ext cx="1190540" cy="378000"/>
            <a:chOff x="577000" y="6221731"/>
            <a:chExt cx="2381080" cy="756000"/>
          </a:xfrm>
        </p:grpSpPr>
        <p:pic>
          <p:nvPicPr>
            <p:cNvPr id="237" name="Graphic 236">
              <a:extLst>
                <a:ext uri="{FF2B5EF4-FFF2-40B4-BE49-F238E27FC236}">
                  <a16:creationId xmlns:a16="http://schemas.microsoft.com/office/drawing/2014/main" id="{97714B4E-2B2B-DC17-D7C2-6DCB8AB96170}"/>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38" name="Tekstvak 432">
              <a:extLst>
                <a:ext uri="{FF2B5EF4-FFF2-40B4-BE49-F238E27FC236}">
                  <a16:creationId xmlns:a16="http://schemas.microsoft.com/office/drawing/2014/main" id="{707BCC53-ADB4-3EBD-13B2-3BB88A0F54D0}"/>
                </a:ext>
              </a:extLst>
            </p:cNvPr>
            <p:cNvSpPr txBox="1"/>
            <p:nvPr/>
          </p:nvSpPr>
          <p:spPr>
            <a:xfrm>
              <a:off x="582080" y="6302217"/>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lvl="0" algn="ctr" defTabSz="1219169" hangingPunct="0">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Agile </a:t>
              </a:r>
              <a:r>
                <a:rPr lang="en-US" sz="800" kern="0">
                  <a:solidFill>
                    <a:srgbClr val="5E5E5E"/>
                  </a:solidFill>
                  <a:latin typeface="Proxima Nova Medium" panose="02000506030000020004" pitchFamily="2" charset="0"/>
                  <a:sym typeface="Helvetica Neue"/>
                </a:rPr>
                <a:t>Transformation  and Consulting </a:t>
              </a:r>
              <a:endPar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endParaRPr>
            </a:p>
          </p:txBody>
        </p:sp>
      </p:grpSp>
      <p:grpSp>
        <p:nvGrpSpPr>
          <p:cNvPr id="239" name="Groep 454">
            <a:extLst>
              <a:ext uri="{FF2B5EF4-FFF2-40B4-BE49-F238E27FC236}">
                <a16:creationId xmlns:a16="http://schemas.microsoft.com/office/drawing/2014/main" id="{9EEB7FB3-DB43-5FBE-E6E0-3B029312BD56}"/>
              </a:ext>
            </a:extLst>
          </p:cNvPr>
          <p:cNvGrpSpPr/>
          <p:nvPr/>
        </p:nvGrpSpPr>
        <p:grpSpPr>
          <a:xfrm>
            <a:off x="1136106" y="3932925"/>
            <a:ext cx="1190540" cy="378000"/>
            <a:chOff x="577000" y="6221731"/>
            <a:chExt cx="2381080" cy="756000"/>
          </a:xfrm>
        </p:grpSpPr>
        <p:pic>
          <p:nvPicPr>
            <p:cNvPr id="240" name="Graphic 239">
              <a:extLst>
                <a:ext uri="{FF2B5EF4-FFF2-40B4-BE49-F238E27FC236}">
                  <a16:creationId xmlns:a16="http://schemas.microsoft.com/office/drawing/2014/main" id="{4359FB08-F87F-F36A-0C8B-11697322F783}"/>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41" name="Tekstvak 456">
              <a:extLst>
                <a:ext uri="{FF2B5EF4-FFF2-40B4-BE49-F238E27FC236}">
                  <a16:creationId xmlns:a16="http://schemas.microsoft.com/office/drawing/2014/main" id="{5627192E-2C1D-F344-7991-E94F6633FF8E}"/>
                </a:ext>
              </a:extLst>
            </p:cNvPr>
            <p:cNvSpPr txBox="1"/>
            <p:nvPr/>
          </p:nvSpPr>
          <p:spPr>
            <a:xfrm>
              <a:off x="582080" y="6302217"/>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Product Management, Architecture and Design</a:t>
              </a:r>
            </a:p>
          </p:txBody>
        </p:sp>
      </p:grpSp>
      <p:sp>
        <p:nvSpPr>
          <p:cNvPr id="242" name="Graphic 13">
            <a:extLst>
              <a:ext uri="{FF2B5EF4-FFF2-40B4-BE49-F238E27FC236}">
                <a16:creationId xmlns:a16="http://schemas.microsoft.com/office/drawing/2014/main" id="{CDCD15B4-2A41-AEC3-D386-97CCB8DC97D3}"/>
              </a:ext>
            </a:extLst>
          </p:cNvPr>
          <p:cNvSpPr/>
          <p:nvPr/>
        </p:nvSpPr>
        <p:spPr>
          <a:xfrm>
            <a:off x="2789486" y="2943690"/>
            <a:ext cx="1347026" cy="2361412"/>
          </a:xfrm>
          <a:custGeom>
            <a:avLst/>
            <a:gdLst>
              <a:gd name="connsiteX0" fmla="*/ 0 w 2099340"/>
              <a:gd name="connsiteY0" fmla="*/ 92774 h 3104528"/>
              <a:gd name="connsiteX1" fmla="*/ 88897 w 2099340"/>
              <a:gd name="connsiteY1" fmla="*/ 0 h 3104528"/>
              <a:gd name="connsiteX2" fmla="*/ 2010443 w 2099340"/>
              <a:gd name="connsiteY2" fmla="*/ 0 h 3104528"/>
              <a:gd name="connsiteX3" fmla="*/ 2099341 w 2099340"/>
              <a:gd name="connsiteY3" fmla="*/ 92774 h 3104528"/>
              <a:gd name="connsiteX4" fmla="*/ 2099341 w 2099340"/>
              <a:gd name="connsiteY4" fmla="*/ 3011755 h 3104528"/>
              <a:gd name="connsiteX5" fmla="*/ 2010443 w 2099340"/>
              <a:gd name="connsiteY5" fmla="*/ 3104529 h 3104528"/>
              <a:gd name="connsiteX6" fmla="*/ 88897 w 2099340"/>
              <a:gd name="connsiteY6" fmla="*/ 3104529 h 3104528"/>
              <a:gd name="connsiteX7" fmla="*/ 0 w 2099340"/>
              <a:gd name="connsiteY7" fmla="*/ 3011755 h 3104528"/>
              <a:gd name="connsiteX8" fmla="*/ 0 w 2099340"/>
              <a:gd name="connsiteY8" fmla="*/ 92774 h 310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9340" h="3104528">
                <a:moveTo>
                  <a:pt x="0" y="92774"/>
                </a:moveTo>
                <a:cubicBezTo>
                  <a:pt x="0" y="40730"/>
                  <a:pt x="41029" y="0"/>
                  <a:pt x="88897" y="0"/>
                </a:cubicBezTo>
                <a:lnTo>
                  <a:pt x="2010443" y="0"/>
                </a:lnTo>
                <a:cubicBezTo>
                  <a:pt x="2060590" y="0"/>
                  <a:pt x="2099341" y="40730"/>
                  <a:pt x="2099341" y="92774"/>
                </a:cubicBezTo>
                <a:lnTo>
                  <a:pt x="2099341" y="3011755"/>
                </a:lnTo>
                <a:cubicBezTo>
                  <a:pt x="2099341" y="3063799"/>
                  <a:pt x="2058311" y="3104529"/>
                  <a:pt x="2010443" y="3104529"/>
                </a:cubicBezTo>
                <a:lnTo>
                  <a:pt x="88897" y="3104529"/>
                </a:lnTo>
                <a:cubicBezTo>
                  <a:pt x="38750" y="3104529"/>
                  <a:pt x="0" y="3063799"/>
                  <a:pt x="0" y="3011755"/>
                </a:cubicBezTo>
                <a:lnTo>
                  <a:pt x="0" y="92774"/>
                </a:lnTo>
                <a:close/>
              </a:path>
            </a:pathLst>
          </a:custGeom>
          <a:solidFill>
            <a:schemeClr val="bg1">
              <a:lumMod val="95000"/>
            </a:schemeClr>
          </a:solidFill>
          <a:ln w="9525" cap="flat">
            <a:solidFill>
              <a:schemeClr val="tx1"/>
            </a:solidFill>
            <a:prstDash val="solid"/>
            <a:miter/>
          </a:ln>
        </p:spPr>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a:ln>
                <a:noFill/>
              </a:ln>
              <a:solidFill>
                <a:srgbClr val="5E5E5E"/>
              </a:solidFill>
              <a:effectLst/>
              <a:uLnTx/>
              <a:uFillTx/>
              <a:latin typeface="Helvetica Neue"/>
              <a:sym typeface="Helvetica Neue"/>
            </a:endParaRPr>
          </a:p>
        </p:txBody>
      </p:sp>
      <p:pic>
        <p:nvPicPr>
          <p:cNvPr id="244" name="Graphic 243">
            <a:extLst>
              <a:ext uri="{FF2B5EF4-FFF2-40B4-BE49-F238E27FC236}">
                <a16:creationId xmlns:a16="http://schemas.microsoft.com/office/drawing/2014/main" id="{6E71D74E-B92E-F0DE-116E-FA064FADDF56}"/>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67258" y="3491903"/>
            <a:ext cx="1188000" cy="378000"/>
          </a:xfrm>
          <a:prstGeom prst="rect">
            <a:avLst/>
          </a:prstGeom>
        </p:spPr>
      </p:pic>
      <p:sp>
        <p:nvSpPr>
          <p:cNvPr id="245" name="Tekstvak 410">
            <a:extLst>
              <a:ext uri="{FF2B5EF4-FFF2-40B4-BE49-F238E27FC236}">
                <a16:creationId xmlns:a16="http://schemas.microsoft.com/office/drawing/2014/main" id="{0CF09A7F-F843-2D64-FD67-893766BE04B6}"/>
              </a:ext>
            </a:extLst>
          </p:cNvPr>
          <p:cNvSpPr txBox="1"/>
          <p:nvPr/>
        </p:nvSpPr>
        <p:spPr>
          <a:xfrm>
            <a:off x="2852687" y="3470686"/>
            <a:ext cx="1188000" cy="4206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Analytics Translation </a:t>
            </a:r>
          </a:p>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and</a:t>
            </a:r>
          </a:p>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 Business intelligence </a:t>
            </a:r>
          </a:p>
        </p:txBody>
      </p:sp>
      <p:pic>
        <p:nvPicPr>
          <p:cNvPr id="247" name="Graphic 246">
            <a:extLst>
              <a:ext uri="{FF2B5EF4-FFF2-40B4-BE49-F238E27FC236}">
                <a16:creationId xmlns:a16="http://schemas.microsoft.com/office/drawing/2014/main" id="{61B1AC9E-5F87-D245-362A-1A6FECCBE643}"/>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67258" y="4375870"/>
            <a:ext cx="1188000" cy="378000"/>
          </a:xfrm>
          <a:prstGeom prst="rect">
            <a:avLst/>
          </a:prstGeom>
        </p:spPr>
      </p:pic>
      <p:sp>
        <p:nvSpPr>
          <p:cNvPr id="248" name="Tekstvak 413">
            <a:extLst>
              <a:ext uri="{FF2B5EF4-FFF2-40B4-BE49-F238E27FC236}">
                <a16:creationId xmlns:a16="http://schemas.microsoft.com/office/drawing/2014/main" id="{2E3F5F43-35B1-884F-1DBF-7F869B1D883E}"/>
              </a:ext>
            </a:extLst>
          </p:cNvPr>
          <p:cNvSpPr txBox="1"/>
          <p:nvPr/>
        </p:nvSpPr>
        <p:spPr>
          <a:xfrm>
            <a:off x="2872585" y="4389329"/>
            <a:ext cx="1188000" cy="3780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Data engineering, platforms, and architecture</a:t>
            </a:r>
          </a:p>
        </p:txBody>
      </p:sp>
      <p:pic>
        <p:nvPicPr>
          <p:cNvPr id="250" name="Graphic 249">
            <a:extLst>
              <a:ext uri="{FF2B5EF4-FFF2-40B4-BE49-F238E27FC236}">
                <a16:creationId xmlns:a16="http://schemas.microsoft.com/office/drawing/2014/main" id="{6E73D0DF-2FA3-E8A6-46EE-C6A42D7DBFF3}"/>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76002" y="3034984"/>
            <a:ext cx="1188000" cy="378000"/>
          </a:xfrm>
          <a:prstGeom prst="rect">
            <a:avLst/>
          </a:prstGeom>
        </p:spPr>
      </p:pic>
      <p:sp>
        <p:nvSpPr>
          <p:cNvPr id="251" name="Tekstvak 426">
            <a:extLst>
              <a:ext uri="{FF2B5EF4-FFF2-40B4-BE49-F238E27FC236}">
                <a16:creationId xmlns:a16="http://schemas.microsoft.com/office/drawing/2014/main" id="{62392369-DD4C-646C-C873-A4DBB6A1E3C1}"/>
              </a:ext>
            </a:extLst>
          </p:cNvPr>
          <p:cNvSpPr txBox="1"/>
          <p:nvPr/>
        </p:nvSpPr>
        <p:spPr>
          <a:xfrm>
            <a:off x="2876002" y="3091419"/>
            <a:ext cx="1152807" cy="2978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Strategy</a:t>
            </a:r>
            <a:r>
              <a:rPr lang="en-US" sz="800" kern="0">
                <a:solidFill>
                  <a:srgbClr val="5E5E5E"/>
                </a:solidFill>
                <a:latin typeface="Proxima Nova Medium" panose="02000506030000020004" pitchFamily="2" charset="0"/>
                <a:sym typeface="Helvetica Neue"/>
              </a:rPr>
              <a:t> </a:t>
            </a: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and Data Transformation</a:t>
            </a:r>
          </a:p>
        </p:txBody>
      </p:sp>
      <p:sp>
        <p:nvSpPr>
          <p:cNvPr id="252" name="Graphic 13">
            <a:extLst>
              <a:ext uri="{FF2B5EF4-FFF2-40B4-BE49-F238E27FC236}">
                <a16:creationId xmlns:a16="http://schemas.microsoft.com/office/drawing/2014/main" id="{4F94C196-7AFA-31F2-A8D0-804CED0CAF20}"/>
              </a:ext>
            </a:extLst>
          </p:cNvPr>
          <p:cNvSpPr/>
          <p:nvPr/>
        </p:nvSpPr>
        <p:spPr>
          <a:xfrm>
            <a:off x="6201079" y="2946764"/>
            <a:ext cx="1347026" cy="2352050"/>
          </a:xfrm>
          <a:custGeom>
            <a:avLst/>
            <a:gdLst>
              <a:gd name="connsiteX0" fmla="*/ 0 w 2099340"/>
              <a:gd name="connsiteY0" fmla="*/ 92774 h 3104528"/>
              <a:gd name="connsiteX1" fmla="*/ 88897 w 2099340"/>
              <a:gd name="connsiteY1" fmla="*/ 0 h 3104528"/>
              <a:gd name="connsiteX2" fmla="*/ 2010443 w 2099340"/>
              <a:gd name="connsiteY2" fmla="*/ 0 h 3104528"/>
              <a:gd name="connsiteX3" fmla="*/ 2099341 w 2099340"/>
              <a:gd name="connsiteY3" fmla="*/ 92774 h 3104528"/>
              <a:gd name="connsiteX4" fmla="*/ 2099341 w 2099340"/>
              <a:gd name="connsiteY4" fmla="*/ 3011755 h 3104528"/>
              <a:gd name="connsiteX5" fmla="*/ 2010443 w 2099340"/>
              <a:gd name="connsiteY5" fmla="*/ 3104529 h 3104528"/>
              <a:gd name="connsiteX6" fmla="*/ 88897 w 2099340"/>
              <a:gd name="connsiteY6" fmla="*/ 3104529 h 3104528"/>
              <a:gd name="connsiteX7" fmla="*/ 0 w 2099340"/>
              <a:gd name="connsiteY7" fmla="*/ 3011755 h 3104528"/>
              <a:gd name="connsiteX8" fmla="*/ 0 w 2099340"/>
              <a:gd name="connsiteY8" fmla="*/ 92774 h 3104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99340" h="3104528">
                <a:moveTo>
                  <a:pt x="0" y="92774"/>
                </a:moveTo>
                <a:cubicBezTo>
                  <a:pt x="0" y="40730"/>
                  <a:pt x="41029" y="0"/>
                  <a:pt x="88897" y="0"/>
                </a:cubicBezTo>
                <a:lnTo>
                  <a:pt x="2010443" y="0"/>
                </a:lnTo>
                <a:cubicBezTo>
                  <a:pt x="2060590" y="0"/>
                  <a:pt x="2099341" y="40730"/>
                  <a:pt x="2099341" y="92774"/>
                </a:cubicBezTo>
                <a:lnTo>
                  <a:pt x="2099341" y="3011755"/>
                </a:lnTo>
                <a:cubicBezTo>
                  <a:pt x="2099341" y="3063799"/>
                  <a:pt x="2058311" y="3104529"/>
                  <a:pt x="2010443" y="3104529"/>
                </a:cubicBezTo>
                <a:lnTo>
                  <a:pt x="88897" y="3104529"/>
                </a:lnTo>
                <a:cubicBezTo>
                  <a:pt x="38750" y="3104529"/>
                  <a:pt x="0" y="3063799"/>
                  <a:pt x="0" y="3011755"/>
                </a:cubicBezTo>
                <a:lnTo>
                  <a:pt x="0" y="92774"/>
                </a:lnTo>
                <a:close/>
              </a:path>
            </a:pathLst>
          </a:custGeom>
          <a:solidFill>
            <a:schemeClr val="bg1">
              <a:lumMod val="95000"/>
            </a:schemeClr>
          </a:solidFill>
          <a:ln w="9525" cap="flat">
            <a:solidFill>
              <a:schemeClr val="tx1"/>
            </a:solidFill>
            <a:prstDash val="solid"/>
            <a:miter/>
          </a:ln>
        </p:spPr>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1200" b="0" i="0" u="none" strike="noStrike" kern="0" cap="none" spc="0" normalizeH="0" baseline="0">
              <a:ln>
                <a:noFill/>
              </a:ln>
              <a:solidFill>
                <a:srgbClr val="5E5E5E"/>
              </a:solidFill>
              <a:effectLst/>
              <a:uLnTx/>
              <a:uFillTx/>
              <a:latin typeface="Helvetica Neue"/>
              <a:sym typeface="Helvetica Neue"/>
            </a:endParaRPr>
          </a:p>
        </p:txBody>
      </p:sp>
      <p:grpSp>
        <p:nvGrpSpPr>
          <p:cNvPr id="253" name="Groep 414">
            <a:extLst>
              <a:ext uri="{FF2B5EF4-FFF2-40B4-BE49-F238E27FC236}">
                <a16:creationId xmlns:a16="http://schemas.microsoft.com/office/drawing/2014/main" id="{034444FE-DB5C-9B0F-2CFB-D37F478D0C15}"/>
              </a:ext>
            </a:extLst>
          </p:cNvPr>
          <p:cNvGrpSpPr/>
          <p:nvPr/>
        </p:nvGrpSpPr>
        <p:grpSpPr>
          <a:xfrm>
            <a:off x="6296712" y="3034984"/>
            <a:ext cx="1190540" cy="378000"/>
            <a:chOff x="577000" y="6221731"/>
            <a:chExt cx="2381080" cy="756000"/>
          </a:xfrm>
        </p:grpSpPr>
        <p:pic>
          <p:nvPicPr>
            <p:cNvPr id="254" name="Graphic 253">
              <a:extLst>
                <a:ext uri="{FF2B5EF4-FFF2-40B4-BE49-F238E27FC236}">
                  <a16:creationId xmlns:a16="http://schemas.microsoft.com/office/drawing/2014/main" id="{20170724-5A01-7E0E-841E-94FCC462AFFA}"/>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55" name="Tekstvak 416">
              <a:extLst>
                <a:ext uri="{FF2B5EF4-FFF2-40B4-BE49-F238E27FC236}">
                  <a16:creationId xmlns:a16="http://schemas.microsoft.com/office/drawing/2014/main" id="{AA2D9E29-A4FF-BD3C-F8D1-B744DD7AE28B}"/>
                </a:ext>
              </a:extLst>
            </p:cNvPr>
            <p:cNvSpPr txBox="1"/>
            <p:nvPr/>
          </p:nvSpPr>
          <p:spPr>
            <a:xfrm>
              <a:off x="582080" y="6302215"/>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lang="en-US" sz="800" kern="0">
                  <a:solidFill>
                    <a:srgbClr val="5E5E5E"/>
                  </a:solidFill>
                  <a:latin typeface="Proxima Nova Medium" panose="02000506030000020004" pitchFamily="2" charset="0"/>
                  <a:sym typeface="Helvetica Neue"/>
                </a:rPr>
                <a:t>Software Architecture and Design</a:t>
              </a:r>
              <a:endPar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endParaRPr>
            </a:p>
          </p:txBody>
        </p:sp>
      </p:grpSp>
      <p:grpSp>
        <p:nvGrpSpPr>
          <p:cNvPr id="256" name="Groep 417">
            <a:extLst>
              <a:ext uri="{FF2B5EF4-FFF2-40B4-BE49-F238E27FC236}">
                <a16:creationId xmlns:a16="http://schemas.microsoft.com/office/drawing/2014/main" id="{E2B2A8E4-40FD-9C2F-1B82-3F21C56A5F89}"/>
              </a:ext>
            </a:extLst>
          </p:cNvPr>
          <p:cNvGrpSpPr/>
          <p:nvPr/>
        </p:nvGrpSpPr>
        <p:grpSpPr>
          <a:xfrm>
            <a:off x="6296712" y="3932925"/>
            <a:ext cx="1190540" cy="378000"/>
            <a:chOff x="577000" y="6221731"/>
            <a:chExt cx="2381080" cy="756000"/>
          </a:xfrm>
        </p:grpSpPr>
        <p:pic>
          <p:nvPicPr>
            <p:cNvPr id="257" name="Graphic 256">
              <a:extLst>
                <a:ext uri="{FF2B5EF4-FFF2-40B4-BE49-F238E27FC236}">
                  <a16:creationId xmlns:a16="http://schemas.microsoft.com/office/drawing/2014/main" id="{4A59893D-52FE-DF92-1459-1C7D39A08978}"/>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58" name="Tekstvak 419">
              <a:extLst>
                <a:ext uri="{FF2B5EF4-FFF2-40B4-BE49-F238E27FC236}">
                  <a16:creationId xmlns:a16="http://schemas.microsoft.com/office/drawing/2014/main" id="{94AA4087-6088-616F-9AB1-652E356F4B0F}"/>
                </a:ext>
              </a:extLst>
            </p:cNvPr>
            <p:cNvSpPr txBox="1"/>
            <p:nvPr/>
          </p:nvSpPr>
          <p:spPr>
            <a:xfrm>
              <a:off x="582080" y="6425327"/>
              <a:ext cx="2376000" cy="3488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endPar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endParaRPr>
            </a:p>
          </p:txBody>
        </p:sp>
      </p:grpSp>
      <p:grpSp>
        <p:nvGrpSpPr>
          <p:cNvPr id="259" name="Groep 420">
            <a:extLst>
              <a:ext uri="{FF2B5EF4-FFF2-40B4-BE49-F238E27FC236}">
                <a16:creationId xmlns:a16="http://schemas.microsoft.com/office/drawing/2014/main" id="{B9F2F9F0-959E-52ED-82FC-FF5426F3CCBA}"/>
              </a:ext>
            </a:extLst>
          </p:cNvPr>
          <p:cNvGrpSpPr/>
          <p:nvPr/>
        </p:nvGrpSpPr>
        <p:grpSpPr>
          <a:xfrm>
            <a:off x="6296712" y="4375870"/>
            <a:ext cx="1190540" cy="378000"/>
            <a:chOff x="577000" y="6221731"/>
            <a:chExt cx="2381080" cy="756000"/>
          </a:xfrm>
        </p:grpSpPr>
        <p:pic>
          <p:nvPicPr>
            <p:cNvPr id="260" name="Graphic 259">
              <a:extLst>
                <a:ext uri="{FF2B5EF4-FFF2-40B4-BE49-F238E27FC236}">
                  <a16:creationId xmlns:a16="http://schemas.microsoft.com/office/drawing/2014/main" id="{6B0D0659-01F4-1006-C399-7449859247ED}"/>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61" name="Tekstvak 422">
              <a:extLst>
                <a:ext uri="{FF2B5EF4-FFF2-40B4-BE49-F238E27FC236}">
                  <a16:creationId xmlns:a16="http://schemas.microsoft.com/office/drawing/2014/main" id="{A1443095-90A5-FF34-ECA9-745D0B5A6F3C}"/>
                </a:ext>
              </a:extLst>
            </p:cNvPr>
            <p:cNvSpPr txBox="1"/>
            <p:nvPr/>
          </p:nvSpPr>
          <p:spPr>
            <a:xfrm>
              <a:off x="582080" y="6302215"/>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Quality Assurance, Testing and Security</a:t>
              </a:r>
            </a:p>
          </p:txBody>
        </p:sp>
      </p:grpSp>
      <p:sp>
        <p:nvSpPr>
          <p:cNvPr id="262" name="Tekstvak 423">
            <a:extLst>
              <a:ext uri="{FF2B5EF4-FFF2-40B4-BE49-F238E27FC236}">
                <a16:creationId xmlns:a16="http://schemas.microsoft.com/office/drawing/2014/main" id="{28F0536F-8529-4871-811E-E97D4770B5A5}"/>
              </a:ext>
            </a:extLst>
          </p:cNvPr>
          <p:cNvSpPr txBox="1"/>
          <p:nvPr/>
        </p:nvSpPr>
        <p:spPr>
          <a:xfrm>
            <a:off x="6299252" y="3962382"/>
            <a:ext cx="1188000" cy="2975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ISV Product Co-Design and Engineering</a:t>
            </a:r>
          </a:p>
        </p:txBody>
      </p:sp>
      <p:pic>
        <p:nvPicPr>
          <p:cNvPr id="264" name="Graphic 263">
            <a:extLst>
              <a:ext uri="{FF2B5EF4-FFF2-40B4-BE49-F238E27FC236}">
                <a16:creationId xmlns:a16="http://schemas.microsoft.com/office/drawing/2014/main" id="{C5A50410-A659-0858-A0D9-7C7488F744F9}"/>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276058" y="4807673"/>
            <a:ext cx="1188000" cy="378000"/>
          </a:xfrm>
          <a:prstGeom prst="rect">
            <a:avLst/>
          </a:prstGeom>
        </p:spPr>
      </p:pic>
      <p:sp>
        <p:nvSpPr>
          <p:cNvPr id="265" name="Tekstvak 422">
            <a:extLst>
              <a:ext uri="{FF2B5EF4-FFF2-40B4-BE49-F238E27FC236}">
                <a16:creationId xmlns:a16="http://schemas.microsoft.com/office/drawing/2014/main" id="{AC7C6C72-802A-542D-CB85-9F07F624D320}"/>
              </a:ext>
            </a:extLst>
          </p:cNvPr>
          <p:cNvSpPr txBox="1"/>
          <p:nvPr/>
        </p:nvSpPr>
        <p:spPr>
          <a:xfrm>
            <a:off x="6278598" y="4932149"/>
            <a:ext cx="118800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Managed Services</a:t>
            </a:r>
          </a:p>
        </p:txBody>
      </p:sp>
      <p:pic>
        <p:nvPicPr>
          <p:cNvPr id="2" name="Graphic 1">
            <a:extLst>
              <a:ext uri="{FF2B5EF4-FFF2-40B4-BE49-F238E27FC236}">
                <a16:creationId xmlns:a16="http://schemas.microsoft.com/office/drawing/2014/main" id="{6B688061-DAF6-C623-DC60-31F0698F12F4}"/>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64718" y="4830351"/>
            <a:ext cx="1188000" cy="378000"/>
          </a:xfrm>
          <a:prstGeom prst="rect">
            <a:avLst/>
          </a:prstGeom>
        </p:spPr>
      </p:pic>
      <p:sp>
        <p:nvSpPr>
          <p:cNvPr id="16" name="Tekstvak 422">
            <a:extLst>
              <a:ext uri="{FF2B5EF4-FFF2-40B4-BE49-F238E27FC236}">
                <a16:creationId xmlns:a16="http://schemas.microsoft.com/office/drawing/2014/main" id="{8EF1B904-50F3-7481-0BBA-24B8706ADC6E}"/>
              </a:ext>
            </a:extLst>
          </p:cNvPr>
          <p:cNvSpPr txBox="1"/>
          <p:nvPr/>
        </p:nvSpPr>
        <p:spPr>
          <a:xfrm>
            <a:off x="2867258" y="4807673"/>
            <a:ext cx="1188000" cy="4206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Data Standard Components and Solutions</a:t>
            </a:r>
          </a:p>
        </p:txBody>
      </p:sp>
      <p:grpSp>
        <p:nvGrpSpPr>
          <p:cNvPr id="266" name="Groep 454">
            <a:extLst>
              <a:ext uri="{FF2B5EF4-FFF2-40B4-BE49-F238E27FC236}">
                <a16:creationId xmlns:a16="http://schemas.microsoft.com/office/drawing/2014/main" id="{1D15AEDF-1591-667D-22DD-B9BEE2CB6284}"/>
              </a:ext>
            </a:extLst>
          </p:cNvPr>
          <p:cNvGrpSpPr/>
          <p:nvPr/>
        </p:nvGrpSpPr>
        <p:grpSpPr>
          <a:xfrm>
            <a:off x="1137376" y="4375870"/>
            <a:ext cx="1190540" cy="378000"/>
            <a:chOff x="577000" y="6221731"/>
            <a:chExt cx="2381080" cy="756000"/>
          </a:xfrm>
        </p:grpSpPr>
        <p:pic>
          <p:nvPicPr>
            <p:cNvPr id="267" name="Graphic 266">
              <a:extLst>
                <a:ext uri="{FF2B5EF4-FFF2-40B4-BE49-F238E27FC236}">
                  <a16:creationId xmlns:a16="http://schemas.microsoft.com/office/drawing/2014/main" id="{B4A10E08-1345-F16B-0F01-2124EE6A9656}"/>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68" name="Tekstvak 456">
              <a:extLst>
                <a:ext uri="{FF2B5EF4-FFF2-40B4-BE49-F238E27FC236}">
                  <a16:creationId xmlns:a16="http://schemas.microsoft.com/office/drawing/2014/main" id="{0EF3F2AD-B07F-4F40-DE9E-0DFD741E5ECB}"/>
                </a:ext>
              </a:extLst>
            </p:cNvPr>
            <p:cNvSpPr txBox="1"/>
            <p:nvPr/>
          </p:nvSpPr>
          <p:spPr>
            <a:xfrm>
              <a:off x="582080" y="6425325"/>
              <a:ext cx="2376000" cy="3488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DevOps and SRE</a:t>
              </a:r>
            </a:p>
          </p:txBody>
        </p:sp>
      </p:grpSp>
      <p:grpSp>
        <p:nvGrpSpPr>
          <p:cNvPr id="23" name="Group 22">
            <a:extLst>
              <a:ext uri="{FF2B5EF4-FFF2-40B4-BE49-F238E27FC236}">
                <a16:creationId xmlns:a16="http://schemas.microsoft.com/office/drawing/2014/main" id="{E2B5693F-F7D3-9B91-6C2C-230BCA12802D}"/>
              </a:ext>
            </a:extLst>
          </p:cNvPr>
          <p:cNvGrpSpPr/>
          <p:nvPr/>
        </p:nvGrpSpPr>
        <p:grpSpPr>
          <a:xfrm>
            <a:off x="2879280" y="3932925"/>
            <a:ext cx="1188000" cy="378000"/>
            <a:chOff x="2879280" y="3932925"/>
            <a:chExt cx="1188000" cy="378000"/>
          </a:xfrm>
        </p:grpSpPr>
        <p:pic>
          <p:nvPicPr>
            <p:cNvPr id="270" name="Graphic 269">
              <a:extLst>
                <a:ext uri="{FF2B5EF4-FFF2-40B4-BE49-F238E27FC236}">
                  <a16:creationId xmlns:a16="http://schemas.microsoft.com/office/drawing/2014/main" id="{8A18CC69-B6C7-7F0A-F18C-379A2EE9529F}"/>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79280" y="3932925"/>
              <a:ext cx="1188000" cy="378000"/>
            </a:xfrm>
            <a:prstGeom prst="rect">
              <a:avLst/>
            </a:prstGeom>
          </p:spPr>
        </p:pic>
        <p:sp>
          <p:nvSpPr>
            <p:cNvPr id="271" name="Tekstvak 459">
              <a:extLst>
                <a:ext uri="{FF2B5EF4-FFF2-40B4-BE49-F238E27FC236}">
                  <a16:creationId xmlns:a16="http://schemas.microsoft.com/office/drawing/2014/main" id="{50AE8EC0-3F7C-A43F-C470-61372846FADE}"/>
                </a:ext>
              </a:extLst>
            </p:cNvPr>
            <p:cNvSpPr txBox="1"/>
            <p:nvPr/>
          </p:nvSpPr>
          <p:spPr>
            <a:xfrm>
              <a:off x="2879280" y="4034722"/>
              <a:ext cx="118800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algn="ctr" defTabSz="1219169" hangingPunct="0">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Data Science and AI</a:t>
              </a:r>
            </a:p>
          </p:txBody>
        </p:sp>
      </p:grpSp>
      <p:pic>
        <p:nvPicPr>
          <p:cNvPr id="273" name="Graphic 272">
            <a:extLst>
              <a:ext uri="{FF2B5EF4-FFF2-40B4-BE49-F238E27FC236}">
                <a16:creationId xmlns:a16="http://schemas.microsoft.com/office/drawing/2014/main" id="{5FC79281-6911-0C34-AF05-90A617D76F01}"/>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554505" y="4375870"/>
            <a:ext cx="1188000" cy="378000"/>
          </a:xfrm>
          <a:prstGeom prst="rect">
            <a:avLst/>
          </a:prstGeom>
        </p:spPr>
      </p:pic>
      <p:grpSp>
        <p:nvGrpSpPr>
          <p:cNvPr id="275" name="Groep 436">
            <a:extLst>
              <a:ext uri="{FF2B5EF4-FFF2-40B4-BE49-F238E27FC236}">
                <a16:creationId xmlns:a16="http://schemas.microsoft.com/office/drawing/2014/main" id="{9E1CEBAC-85B3-A838-2530-5E2C92316D8C}"/>
              </a:ext>
            </a:extLst>
          </p:cNvPr>
          <p:cNvGrpSpPr/>
          <p:nvPr/>
        </p:nvGrpSpPr>
        <p:grpSpPr>
          <a:xfrm>
            <a:off x="6294172" y="3491903"/>
            <a:ext cx="1190540" cy="378000"/>
            <a:chOff x="577000" y="6221731"/>
            <a:chExt cx="2381080" cy="756000"/>
          </a:xfrm>
        </p:grpSpPr>
        <p:pic>
          <p:nvPicPr>
            <p:cNvPr id="276" name="Graphic 275">
              <a:extLst>
                <a:ext uri="{FF2B5EF4-FFF2-40B4-BE49-F238E27FC236}">
                  <a16:creationId xmlns:a16="http://schemas.microsoft.com/office/drawing/2014/main" id="{16F96861-4923-5598-18AB-481E650278B8}"/>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277" name="Tekstvak 438">
              <a:extLst>
                <a:ext uri="{FF2B5EF4-FFF2-40B4-BE49-F238E27FC236}">
                  <a16:creationId xmlns:a16="http://schemas.microsoft.com/office/drawing/2014/main" id="{70E4F2D2-6EB5-6863-5174-82A5D7D1BFBB}"/>
                </a:ext>
              </a:extLst>
            </p:cNvPr>
            <p:cNvSpPr txBox="1"/>
            <p:nvPr/>
          </p:nvSpPr>
          <p:spPr>
            <a:xfrm>
              <a:off x="582080" y="6302215"/>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Software Development (incl. Functional)</a:t>
              </a:r>
            </a:p>
          </p:txBody>
        </p:sp>
      </p:grpSp>
      <p:grpSp>
        <p:nvGrpSpPr>
          <p:cNvPr id="278" name="Groep 445">
            <a:extLst>
              <a:ext uri="{FF2B5EF4-FFF2-40B4-BE49-F238E27FC236}">
                <a16:creationId xmlns:a16="http://schemas.microsoft.com/office/drawing/2014/main" id="{A4FB92BB-B76A-F34B-8AD1-E8ACE21557B9}"/>
              </a:ext>
            </a:extLst>
          </p:cNvPr>
          <p:cNvGrpSpPr/>
          <p:nvPr/>
        </p:nvGrpSpPr>
        <p:grpSpPr>
          <a:xfrm>
            <a:off x="9723230" y="3932925"/>
            <a:ext cx="1190540" cy="378000"/>
            <a:chOff x="577000" y="5419091"/>
            <a:chExt cx="2381080" cy="756000"/>
          </a:xfrm>
        </p:grpSpPr>
        <p:pic>
          <p:nvPicPr>
            <p:cNvPr id="279" name="Graphic 278">
              <a:extLst>
                <a:ext uri="{FF2B5EF4-FFF2-40B4-BE49-F238E27FC236}">
                  <a16:creationId xmlns:a16="http://schemas.microsoft.com/office/drawing/2014/main" id="{98C6141B-73C1-AF5E-7428-51A972780C23}"/>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5419091"/>
              <a:ext cx="2376000" cy="756000"/>
            </a:xfrm>
            <a:prstGeom prst="rect">
              <a:avLst/>
            </a:prstGeom>
          </p:spPr>
        </p:pic>
        <p:sp>
          <p:nvSpPr>
            <p:cNvPr id="280" name="Tekstvak 447">
              <a:extLst>
                <a:ext uri="{FF2B5EF4-FFF2-40B4-BE49-F238E27FC236}">
                  <a16:creationId xmlns:a16="http://schemas.microsoft.com/office/drawing/2014/main" id="{86C67DC7-6675-63BA-B866-A76CB3DA0D6E}"/>
                </a:ext>
              </a:extLst>
            </p:cNvPr>
            <p:cNvSpPr txBox="1"/>
            <p:nvPr/>
          </p:nvSpPr>
          <p:spPr>
            <a:xfrm>
              <a:off x="582080" y="5519897"/>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 (Cloud) Application Modernization</a:t>
              </a:r>
            </a:p>
          </p:txBody>
        </p:sp>
      </p:grpSp>
      <p:grpSp>
        <p:nvGrpSpPr>
          <p:cNvPr id="281" name="Groep 445">
            <a:extLst>
              <a:ext uri="{FF2B5EF4-FFF2-40B4-BE49-F238E27FC236}">
                <a16:creationId xmlns:a16="http://schemas.microsoft.com/office/drawing/2014/main" id="{ABFCCCE4-93D8-9EF0-1AE0-F9FDE953FF7A}"/>
              </a:ext>
            </a:extLst>
          </p:cNvPr>
          <p:cNvGrpSpPr/>
          <p:nvPr/>
        </p:nvGrpSpPr>
        <p:grpSpPr>
          <a:xfrm>
            <a:off x="9733621" y="4375870"/>
            <a:ext cx="1190540" cy="378000"/>
            <a:chOff x="577000" y="5419091"/>
            <a:chExt cx="2381080" cy="756000"/>
          </a:xfrm>
        </p:grpSpPr>
        <p:pic>
          <p:nvPicPr>
            <p:cNvPr id="282" name="Graphic 281">
              <a:extLst>
                <a:ext uri="{FF2B5EF4-FFF2-40B4-BE49-F238E27FC236}">
                  <a16:creationId xmlns:a16="http://schemas.microsoft.com/office/drawing/2014/main" id="{3CBB1A1A-D89A-5046-609F-02877B0D93F5}"/>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5419091"/>
              <a:ext cx="2376000" cy="756000"/>
            </a:xfrm>
            <a:prstGeom prst="rect">
              <a:avLst/>
            </a:prstGeom>
          </p:spPr>
        </p:pic>
        <p:sp>
          <p:nvSpPr>
            <p:cNvPr id="283" name="Tekstvak 447">
              <a:extLst>
                <a:ext uri="{FF2B5EF4-FFF2-40B4-BE49-F238E27FC236}">
                  <a16:creationId xmlns:a16="http://schemas.microsoft.com/office/drawing/2014/main" id="{8AA4CC5A-825A-B12A-7BE2-43A914F596A8}"/>
                </a:ext>
              </a:extLst>
            </p:cNvPr>
            <p:cNvSpPr txBox="1"/>
            <p:nvPr/>
          </p:nvSpPr>
          <p:spPr>
            <a:xfrm>
              <a:off x="582080" y="5643007"/>
              <a:ext cx="2376000" cy="3488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Managed Services</a:t>
              </a:r>
            </a:p>
          </p:txBody>
        </p:sp>
      </p:grpSp>
      <p:pic>
        <p:nvPicPr>
          <p:cNvPr id="300" name="Graphic 299">
            <a:extLst>
              <a:ext uri="{FF2B5EF4-FFF2-40B4-BE49-F238E27FC236}">
                <a16:creationId xmlns:a16="http://schemas.microsoft.com/office/drawing/2014/main" id="{C3557432-A85D-E5B0-9C64-D950406E8384}"/>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036724" y="4807673"/>
            <a:ext cx="1188000" cy="378000"/>
          </a:xfrm>
          <a:prstGeom prst="rect">
            <a:avLst/>
          </a:prstGeom>
        </p:spPr>
      </p:pic>
      <p:sp>
        <p:nvSpPr>
          <p:cNvPr id="304" name="Tekstvak 422">
            <a:extLst>
              <a:ext uri="{FF2B5EF4-FFF2-40B4-BE49-F238E27FC236}">
                <a16:creationId xmlns:a16="http://schemas.microsoft.com/office/drawing/2014/main" id="{80291CE0-4607-2CFE-891C-BC7CEC677027}"/>
              </a:ext>
            </a:extLst>
          </p:cNvPr>
          <p:cNvSpPr txBox="1"/>
          <p:nvPr/>
        </p:nvSpPr>
        <p:spPr>
          <a:xfrm>
            <a:off x="8081822" y="4942621"/>
            <a:ext cx="1188000" cy="17440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Managed Services</a:t>
            </a:r>
          </a:p>
        </p:txBody>
      </p:sp>
      <p:pic>
        <p:nvPicPr>
          <p:cNvPr id="4" name="Google Shape;223;p18">
            <a:extLst>
              <a:ext uri="{FF2B5EF4-FFF2-40B4-BE49-F238E27FC236}">
                <a16:creationId xmlns:a16="http://schemas.microsoft.com/office/drawing/2014/main" id="{7700B8AC-6A3B-75EA-F9C8-54F1DF8B0C36}"/>
              </a:ext>
            </a:extLst>
          </p:cNvPr>
          <p:cNvPicPr preferRelativeResize="0"/>
          <p:nvPr/>
        </p:nvPicPr>
        <p:blipFill rotWithShape="1">
          <a:blip r:embed="rId17">
            <a:alphaModFix/>
          </a:blip>
          <a:srcRect/>
          <a:stretch/>
        </p:blipFill>
        <p:spPr>
          <a:xfrm>
            <a:off x="8054017" y="178521"/>
            <a:ext cx="333039" cy="333039"/>
          </a:xfrm>
          <a:prstGeom prst="rect">
            <a:avLst/>
          </a:prstGeom>
          <a:noFill/>
          <a:ln>
            <a:noFill/>
          </a:ln>
        </p:spPr>
      </p:pic>
      <p:sp>
        <p:nvSpPr>
          <p:cNvPr id="5" name="Google Shape;224;p18">
            <a:extLst>
              <a:ext uri="{FF2B5EF4-FFF2-40B4-BE49-F238E27FC236}">
                <a16:creationId xmlns:a16="http://schemas.microsoft.com/office/drawing/2014/main" id="{76EA1A6A-D0C4-2810-CCE8-30EB41772F84}"/>
              </a:ext>
            </a:extLst>
          </p:cNvPr>
          <p:cNvSpPr txBox="1"/>
          <p:nvPr/>
        </p:nvSpPr>
        <p:spPr>
          <a:xfrm>
            <a:off x="8486001" y="170827"/>
            <a:ext cx="749100" cy="189796"/>
          </a:xfrm>
          <a:prstGeom prst="rect">
            <a:avLst/>
          </a:prstGeom>
          <a:noFill/>
          <a:ln>
            <a:noFill/>
          </a:ln>
        </p:spPr>
        <p:txBody>
          <a:bodyPr spcFirstLastPara="1" wrap="square" lIns="25400" tIns="25400" rIns="25400" bIns="25400" anchor="ctr" anchorCtr="0">
            <a:spAutoFit/>
          </a:bodyPr>
          <a:lstStyle/>
          <a:p>
            <a:pPr marL="0" marR="0" lvl="0" indent="0" algn="l" defTabSz="914400" rtl="0" eaLnBrk="1" fontAlgn="auto" latinLnBrk="0" hangingPunct="1">
              <a:lnSpc>
                <a:spcPct val="100000"/>
              </a:lnSpc>
              <a:spcBef>
                <a:spcPts val="0"/>
              </a:spcBef>
              <a:spcAft>
                <a:spcPts val="0"/>
              </a:spcAft>
              <a:buClr>
                <a:srgbClr val="651959"/>
              </a:buClr>
              <a:buSzPts val="1600"/>
              <a:buFont typeface="Avenir"/>
              <a:buNone/>
              <a:tabLst/>
              <a:defRPr/>
            </a:pPr>
            <a:r>
              <a:rPr kumimoji="0" lang="es" sz="900" b="0" i="0" u="none" strike="noStrike" kern="1200" cap="none" spc="0" normalizeH="0" baseline="0" noProof="0">
                <a:ln>
                  <a:noFill/>
                </a:ln>
                <a:solidFill>
                  <a:srgbClr val="651959"/>
                </a:solidFill>
                <a:effectLst/>
                <a:uLnTx/>
                <a:uFillTx/>
                <a:latin typeface="Proxima Nova Semibold"/>
                <a:ea typeface="Proxima Nova Semibold"/>
                <a:cs typeface="Proxima Nova Semibold"/>
                <a:sym typeface="Proxima Nova Semibold"/>
              </a:rPr>
              <a:t>Revenue</a:t>
            </a:r>
            <a:endParaRPr kumimoji="0" sz="900" b="0" i="0" u="none" strike="noStrike" kern="1200" cap="none" spc="0" normalizeH="0" baseline="0" noProof="0">
              <a:ln>
                <a:noFill/>
              </a:ln>
              <a:solidFill>
                <a:srgbClr val="5E5E5E"/>
              </a:solidFill>
              <a:effectLst/>
              <a:uLnTx/>
              <a:uFillTx/>
              <a:latin typeface="Proxima Nova Semibold"/>
              <a:ea typeface="Proxima Nova Semibold"/>
              <a:cs typeface="Proxima Nova Semibold"/>
              <a:sym typeface="Proxima Nova Semibold"/>
            </a:endParaRPr>
          </a:p>
        </p:txBody>
      </p:sp>
      <p:sp>
        <p:nvSpPr>
          <p:cNvPr id="6" name="Google Shape;225;p18">
            <a:extLst>
              <a:ext uri="{FF2B5EF4-FFF2-40B4-BE49-F238E27FC236}">
                <a16:creationId xmlns:a16="http://schemas.microsoft.com/office/drawing/2014/main" id="{CF6EB77F-75E6-FA1A-694B-9577A85CA7A4}"/>
              </a:ext>
            </a:extLst>
          </p:cNvPr>
          <p:cNvSpPr txBox="1"/>
          <p:nvPr/>
        </p:nvSpPr>
        <p:spPr>
          <a:xfrm>
            <a:off x="8485798" y="316663"/>
            <a:ext cx="1343100" cy="174407"/>
          </a:xfrm>
          <a:prstGeom prst="rect">
            <a:avLst/>
          </a:prstGeom>
          <a:noFill/>
          <a:ln>
            <a:noFill/>
          </a:ln>
        </p:spPr>
        <p:txBody>
          <a:bodyPr spcFirstLastPara="1" wrap="square" lIns="25400" tIns="25400" rIns="25400" bIns="25400" anchor="ctr" anchorCtr="0">
            <a:spAutoFit/>
          </a:bodyPr>
          <a:lstStyle/>
          <a:p>
            <a:pPr marL="0" marR="0" lvl="0" indent="0" algn="l" defTabSz="914400" rtl="0" eaLnBrk="1" fontAlgn="auto" latinLnBrk="0" hangingPunct="1">
              <a:lnSpc>
                <a:spcPct val="100000"/>
              </a:lnSpc>
              <a:spcBef>
                <a:spcPts val="0"/>
              </a:spcBef>
              <a:spcAft>
                <a:spcPts val="0"/>
              </a:spcAft>
              <a:buClr>
                <a:srgbClr val="4D4D4D"/>
              </a:buClr>
              <a:buSzPts val="1200"/>
              <a:buFont typeface="Proxima Nova"/>
              <a:buNone/>
              <a:tabLst/>
              <a:defRPr/>
            </a:pPr>
            <a:r>
              <a:rPr kumimoji="0" lang="es" sz="700" b="0" i="0" u="none" strike="noStrike" kern="1200" cap="none" spc="0" normalizeH="0" baseline="0" noProof="0">
                <a:ln>
                  <a:noFill/>
                </a:ln>
                <a:solidFill>
                  <a:srgbClr val="4D4D4D"/>
                </a:solidFill>
                <a:effectLst/>
                <a:uLnTx/>
                <a:uFillTx/>
                <a:latin typeface="Proxima Nova"/>
                <a:ea typeface="Proxima Nova"/>
                <a:cs typeface="Proxima Nova"/>
                <a:sym typeface="Proxima Nova"/>
              </a:rPr>
              <a:t>FY22 </a:t>
            </a:r>
            <a:r>
              <a:rPr kumimoji="0" lang="en-NL" sz="700" b="0" i="0" u="none" strike="noStrike" kern="1200" cap="none" spc="0" normalizeH="0" baseline="0" noProof="0">
                <a:ln>
                  <a:noFill/>
                </a:ln>
                <a:solidFill>
                  <a:srgbClr val="4D4D4D"/>
                </a:solidFill>
                <a:effectLst/>
                <a:uLnTx/>
                <a:uFillTx/>
                <a:latin typeface="Proxima Nova"/>
                <a:ea typeface="Proxima Nova"/>
                <a:cs typeface="Proxima Nova"/>
                <a:sym typeface="Proxima Nova"/>
              </a:rPr>
              <a:t>Ca. €3</a:t>
            </a:r>
            <a:r>
              <a:rPr kumimoji="0" lang="es" sz="800" b="0" i="0" u="none" strike="noStrike" kern="1200" cap="none" spc="0" normalizeH="0" baseline="0" noProof="0">
                <a:ln>
                  <a:noFill/>
                </a:ln>
                <a:solidFill>
                  <a:srgbClr val="4D4D4D"/>
                </a:solidFill>
                <a:effectLst/>
                <a:uLnTx/>
                <a:uFillTx/>
                <a:latin typeface="Proxima Nova"/>
                <a:ea typeface="Proxima Nova"/>
                <a:cs typeface="Proxima Nova"/>
                <a:sym typeface="Proxima Nova"/>
              </a:rPr>
              <a:t>60M</a:t>
            </a:r>
            <a:endParaRPr kumimoji="0" sz="800" b="0" i="0" u="none" strike="noStrike" kern="1200" cap="none" spc="0" normalizeH="0" baseline="0" noProof="0">
              <a:ln>
                <a:noFill/>
              </a:ln>
              <a:solidFill>
                <a:srgbClr val="5E5E5E"/>
              </a:solidFill>
              <a:effectLst/>
              <a:uLnTx/>
              <a:uFillTx/>
              <a:latin typeface="Helvetica Neue"/>
            </a:endParaRPr>
          </a:p>
        </p:txBody>
      </p:sp>
      <p:pic>
        <p:nvPicPr>
          <p:cNvPr id="7" name="Google Shape;226;p18">
            <a:extLst>
              <a:ext uri="{FF2B5EF4-FFF2-40B4-BE49-F238E27FC236}">
                <a16:creationId xmlns:a16="http://schemas.microsoft.com/office/drawing/2014/main" id="{B349A3C6-0D83-71E3-F028-AFF84A467688}"/>
              </a:ext>
            </a:extLst>
          </p:cNvPr>
          <p:cNvPicPr preferRelativeResize="0"/>
          <p:nvPr/>
        </p:nvPicPr>
        <p:blipFill rotWithShape="1">
          <a:blip r:embed="rId18">
            <a:alphaModFix/>
          </a:blip>
          <a:srcRect/>
          <a:stretch/>
        </p:blipFill>
        <p:spPr>
          <a:xfrm>
            <a:off x="8054017" y="550809"/>
            <a:ext cx="333039" cy="333039"/>
          </a:xfrm>
          <a:prstGeom prst="rect">
            <a:avLst/>
          </a:prstGeom>
          <a:noFill/>
          <a:ln>
            <a:noFill/>
          </a:ln>
        </p:spPr>
      </p:pic>
      <p:sp>
        <p:nvSpPr>
          <p:cNvPr id="8" name="Google Shape;227;p18">
            <a:extLst>
              <a:ext uri="{FF2B5EF4-FFF2-40B4-BE49-F238E27FC236}">
                <a16:creationId xmlns:a16="http://schemas.microsoft.com/office/drawing/2014/main" id="{3A4657AA-3270-1BDF-E3A1-77B38CBBB947}"/>
              </a:ext>
            </a:extLst>
          </p:cNvPr>
          <p:cNvSpPr txBox="1"/>
          <p:nvPr/>
        </p:nvSpPr>
        <p:spPr>
          <a:xfrm>
            <a:off x="8472444" y="601329"/>
            <a:ext cx="1092300" cy="189796"/>
          </a:xfrm>
          <a:prstGeom prst="rect">
            <a:avLst/>
          </a:prstGeom>
          <a:noFill/>
          <a:ln>
            <a:noFill/>
          </a:ln>
        </p:spPr>
        <p:txBody>
          <a:bodyPr spcFirstLastPara="1" wrap="square" lIns="25400" tIns="25400" rIns="25400" bIns="25400" anchor="ctr" anchorCtr="0">
            <a:spAutoFit/>
          </a:bodyPr>
          <a:lstStyle/>
          <a:p>
            <a:pPr marL="0" marR="0" lvl="0" indent="0" algn="l" defTabSz="914400" rtl="0" eaLnBrk="1" fontAlgn="auto" latinLnBrk="0" hangingPunct="1">
              <a:lnSpc>
                <a:spcPct val="100000"/>
              </a:lnSpc>
              <a:spcBef>
                <a:spcPts val="0"/>
              </a:spcBef>
              <a:spcAft>
                <a:spcPts val="0"/>
              </a:spcAft>
              <a:buClr>
                <a:srgbClr val="651959"/>
              </a:buClr>
              <a:buSzPts val="1600"/>
              <a:buFont typeface="Avenir"/>
              <a:buNone/>
              <a:tabLst/>
              <a:defRPr/>
            </a:pPr>
            <a:r>
              <a:rPr kumimoji="0" lang="es" sz="900" b="0" i="0" u="none" strike="noStrike" kern="1200" cap="none" spc="0" normalizeH="0" baseline="0" noProof="0">
                <a:ln>
                  <a:noFill/>
                </a:ln>
                <a:solidFill>
                  <a:srgbClr val="651959"/>
                </a:solidFill>
                <a:effectLst/>
                <a:uLnTx/>
                <a:uFillTx/>
                <a:latin typeface="Proxima Nova Semibold"/>
                <a:ea typeface="Proxima Nova Semibold"/>
                <a:cs typeface="Proxima Nova Semibold"/>
                <a:sym typeface="Proxima Nova Semibold"/>
              </a:rPr>
              <a:t>People</a:t>
            </a:r>
            <a:endParaRPr kumimoji="0" sz="900" b="0" i="0" u="none" strike="noStrike" kern="1200" cap="none" spc="0" normalizeH="0" baseline="0" noProof="0">
              <a:ln>
                <a:noFill/>
              </a:ln>
              <a:solidFill>
                <a:srgbClr val="5E5E5E"/>
              </a:solidFill>
              <a:effectLst/>
              <a:uLnTx/>
              <a:uFillTx/>
              <a:latin typeface="Proxima Nova Semibold"/>
              <a:ea typeface="Proxima Nova Semibold"/>
              <a:cs typeface="Proxima Nova Semibold"/>
              <a:sym typeface="Proxima Nova Semibold"/>
            </a:endParaRPr>
          </a:p>
        </p:txBody>
      </p:sp>
      <p:sp>
        <p:nvSpPr>
          <p:cNvPr id="9" name="Google Shape;228;p18">
            <a:extLst>
              <a:ext uri="{FF2B5EF4-FFF2-40B4-BE49-F238E27FC236}">
                <a16:creationId xmlns:a16="http://schemas.microsoft.com/office/drawing/2014/main" id="{0B0C9BDE-4BDD-2B09-3290-0D38591A5C3B}"/>
              </a:ext>
            </a:extLst>
          </p:cNvPr>
          <p:cNvSpPr txBox="1"/>
          <p:nvPr/>
        </p:nvSpPr>
        <p:spPr>
          <a:xfrm>
            <a:off x="8460832" y="753644"/>
            <a:ext cx="1255200" cy="297517"/>
          </a:xfrm>
          <a:prstGeom prst="rect">
            <a:avLst/>
          </a:prstGeom>
          <a:noFill/>
          <a:ln>
            <a:noFill/>
          </a:ln>
        </p:spPr>
        <p:txBody>
          <a:bodyPr spcFirstLastPara="1" wrap="square" lIns="25400" tIns="25400" rIns="25400" bIns="25400" anchor="ctr" anchorCtr="0">
            <a:spAutoFit/>
          </a:bodyPr>
          <a:lstStyle/>
          <a:p>
            <a:pPr marL="0" marR="0" lvl="0" indent="0" algn="l" defTabSz="914400" rtl="0" eaLnBrk="1" fontAlgn="auto" latinLnBrk="0" hangingPunct="1">
              <a:lnSpc>
                <a:spcPct val="100000"/>
              </a:lnSpc>
              <a:spcBef>
                <a:spcPts val="0"/>
              </a:spcBef>
              <a:spcAft>
                <a:spcPts val="0"/>
              </a:spcAft>
              <a:buClr>
                <a:srgbClr val="4D4D4D"/>
              </a:buClr>
              <a:buSzPts val="1200"/>
              <a:buFont typeface="Proxima Nova"/>
              <a:buNone/>
              <a:tabLst/>
              <a:defRPr/>
            </a:pPr>
            <a:r>
              <a:rPr lang="es" sz="800">
                <a:solidFill>
                  <a:srgbClr val="4D4D4D"/>
                </a:solidFill>
                <a:latin typeface="Proxima Nova"/>
                <a:ea typeface="Proxima Nova"/>
                <a:cs typeface="Proxima Nova"/>
                <a:sym typeface="Proxima Nova"/>
              </a:rPr>
              <a:t>February </a:t>
            </a:r>
            <a:r>
              <a:rPr kumimoji="0" lang="es" sz="800" b="0" i="0" u="none" strike="noStrike" kern="1200" cap="none" spc="0" normalizeH="0" baseline="0" noProof="0">
                <a:ln>
                  <a:noFill/>
                </a:ln>
                <a:solidFill>
                  <a:srgbClr val="4D4D4D"/>
                </a:solidFill>
                <a:effectLst/>
                <a:uLnTx/>
                <a:uFillTx/>
                <a:latin typeface="Proxima Nova"/>
                <a:ea typeface="Proxima Nova"/>
                <a:cs typeface="Proxima Nova"/>
                <a:sym typeface="Proxima Nova"/>
              </a:rPr>
              <a:t>2024  </a:t>
            </a:r>
          </a:p>
          <a:p>
            <a:pPr>
              <a:buClr>
                <a:srgbClr val="4D4D4D"/>
              </a:buClr>
              <a:buSzPts val="1200"/>
              <a:defRPr/>
            </a:pPr>
            <a:r>
              <a:rPr kumimoji="0" lang="nl-NL" sz="800" b="0" i="0" u="none" strike="noStrike" kern="1200" cap="none" spc="0" normalizeH="0" baseline="0" noProof="0">
                <a:ln>
                  <a:noFill/>
                </a:ln>
                <a:solidFill>
                  <a:srgbClr val="4D4D4D"/>
                </a:solidFill>
                <a:effectLst/>
                <a:uLnTx/>
                <a:uFillTx/>
                <a:latin typeface="Proxima Nova"/>
                <a:ea typeface="Proxima Nova"/>
                <a:cs typeface="Proxima Nova"/>
                <a:sym typeface="Proxima Nova"/>
              </a:rPr>
              <a:t>C</a:t>
            </a:r>
            <a:r>
              <a:rPr kumimoji="0" lang="es" sz="800" b="0" i="0" u="none" strike="noStrike" kern="1200" cap="none" spc="0" normalizeH="0" baseline="0" noProof="0">
                <a:ln>
                  <a:noFill/>
                </a:ln>
                <a:solidFill>
                  <a:srgbClr val="4D4D4D"/>
                </a:solidFill>
                <a:effectLst/>
                <a:uLnTx/>
                <a:uFillTx/>
                <a:latin typeface="Proxima Nova"/>
                <a:ea typeface="Proxima Nova"/>
                <a:cs typeface="Proxima Nova"/>
                <a:sym typeface="Proxima Nova"/>
              </a:rPr>
              <a:t>a. </a:t>
            </a:r>
            <a:r>
              <a:rPr lang="es" sz="800">
                <a:solidFill>
                  <a:srgbClr val="4D4D4D"/>
                </a:solidFill>
                <a:latin typeface="Proxima Nova"/>
                <a:ea typeface="Proxima Nova"/>
                <a:cs typeface="Proxima Nova"/>
                <a:sym typeface="Proxima Nova"/>
              </a:rPr>
              <a:t>6800+</a:t>
            </a:r>
            <a:r>
              <a:rPr kumimoji="0" lang="es" sz="800" b="0" i="0" u="none" strike="noStrike" kern="1200" cap="none" spc="0" normalizeH="0" baseline="0" noProof="0">
                <a:ln>
                  <a:noFill/>
                </a:ln>
                <a:solidFill>
                  <a:srgbClr val="4D4D4D"/>
                </a:solidFill>
                <a:effectLst/>
                <a:uLnTx/>
                <a:uFillTx/>
                <a:latin typeface="Proxima Nova"/>
                <a:ea typeface="Proxima Nova"/>
                <a:cs typeface="Proxima Nova"/>
                <a:sym typeface="Proxima Nova"/>
              </a:rPr>
              <a:t> </a:t>
            </a:r>
            <a:r>
              <a:rPr lang="es" sz="800">
                <a:solidFill>
                  <a:srgbClr val="4D4D4D"/>
                </a:solidFill>
                <a:latin typeface="Proxima Nova"/>
                <a:ea typeface="Proxima Nova"/>
                <a:cs typeface="Proxima Nova"/>
                <a:sym typeface="Proxima Nova"/>
              </a:rPr>
              <a:t> </a:t>
            </a:r>
            <a:r>
              <a:rPr kumimoji="0" lang="es" sz="800" b="0" i="0" u="none" strike="noStrike" kern="1200" cap="none" spc="0" normalizeH="0" baseline="0" noProof="0" err="1">
                <a:ln>
                  <a:noFill/>
                </a:ln>
                <a:solidFill>
                  <a:srgbClr val="4D4D4D"/>
                </a:solidFill>
                <a:effectLst/>
                <a:uLnTx/>
                <a:uFillTx/>
                <a:latin typeface="Proxima Nova"/>
                <a:ea typeface="Proxima Nova"/>
                <a:cs typeface="Proxima Nova"/>
                <a:sym typeface="Proxima Nova"/>
              </a:rPr>
              <a:t>Professionals</a:t>
            </a:r>
            <a:endParaRPr kumimoji="0" sz="800" b="0" i="0" u="none" strike="noStrike" kern="1200" cap="none" spc="0" normalizeH="0" baseline="0" noProof="0" err="1">
              <a:ln>
                <a:noFill/>
              </a:ln>
              <a:solidFill>
                <a:srgbClr val="5E5E5E"/>
              </a:solidFill>
              <a:effectLst/>
              <a:uLnTx/>
              <a:uFillTx/>
              <a:latin typeface="Helvetica Neue"/>
            </a:endParaRPr>
          </a:p>
        </p:txBody>
      </p:sp>
      <p:pic>
        <p:nvPicPr>
          <p:cNvPr id="10" name="Google Shape;229;p18">
            <a:extLst>
              <a:ext uri="{FF2B5EF4-FFF2-40B4-BE49-F238E27FC236}">
                <a16:creationId xmlns:a16="http://schemas.microsoft.com/office/drawing/2014/main" id="{77730143-16B4-0C52-12A4-BBFF56FC6B81}"/>
              </a:ext>
            </a:extLst>
          </p:cNvPr>
          <p:cNvPicPr preferRelativeResize="0"/>
          <p:nvPr/>
        </p:nvPicPr>
        <p:blipFill rotWithShape="1">
          <a:blip r:embed="rId19">
            <a:alphaModFix/>
          </a:blip>
          <a:srcRect/>
          <a:stretch/>
        </p:blipFill>
        <p:spPr>
          <a:xfrm>
            <a:off x="9603900" y="178521"/>
            <a:ext cx="333039" cy="333039"/>
          </a:xfrm>
          <a:prstGeom prst="rect">
            <a:avLst/>
          </a:prstGeom>
          <a:noFill/>
          <a:ln>
            <a:noFill/>
          </a:ln>
        </p:spPr>
      </p:pic>
      <p:sp>
        <p:nvSpPr>
          <p:cNvPr id="11" name="Google Shape;230;p18">
            <a:extLst>
              <a:ext uri="{FF2B5EF4-FFF2-40B4-BE49-F238E27FC236}">
                <a16:creationId xmlns:a16="http://schemas.microsoft.com/office/drawing/2014/main" id="{1CED749E-6F3B-B7A9-3490-9B8EE8157EFA}"/>
              </a:ext>
            </a:extLst>
          </p:cNvPr>
          <p:cNvSpPr txBox="1"/>
          <p:nvPr/>
        </p:nvSpPr>
        <p:spPr>
          <a:xfrm>
            <a:off x="10035884" y="171357"/>
            <a:ext cx="1019157" cy="189796"/>
          </a:xfrm>
          <a:prstGeom prst="rect">
            <a:avLst/>
          </a:prstGeom>
          <a:noFill/>
          <a:ln>
            <a:noFill/>
          </a:ln>
        </p:spPr>
        <p:txBody>
          <a:bodyPr spcFirstLastPara="1" wrap="square" lIns="25400" tIns="25400" rIns="25400" bIns="25400" anchor="ctr" anchorCtr="0">
            <a:spAutoFit/>
          </a:bodyPr>
          <a:lstStyle/>
          <a:p>
            <a:pPr marL="0" marR="0" lvl="0" indent="0" algn="l" defTabSz="914400" rtl="0" eaLnBrk="1" fontAlgn="auto" latinLnBrk="0" hangingPunct="1">
              <a:lnSpc>
                <a:spcPct val="100000"/>
              </a:lnSpc>
              <a:spcBef>
                <a:spcPts val="0"/>
              </a:spcBef>
              <a:spcAft>
                <a:spcPts val="0"/>
              </a:spcAft>
              <a:buClr>
                <a:srgbClr val="651959"/>
              </a:buClr>
              <a:buSzPts val="1600"/>
              <a:buFont typeface="Avenir"/>
              <a:buNone/>
              <a:tabLst/>
              <a:defRPr/>
            </a:pPr>
            <a:r>
              <a:rPr kumimoji="0" lang="es" sz="900" b="0" i="0" u="none" strike="noStrike" kern="1200" cap="none" spc="0" normalizeH="0" baseline="0" noProof="0">
                <a:ln>
                  <a:noFill/>
                </a:ln>
                <a:solidFill>
                  <a:srgbClr val="651959"/>
                </a:solidFill>
                <a:effectLst/>
                <a:uLnTx/>
                <a:uFillTx/>
                <a:latin typeface="Proxima Nova Semibold"/>
                <a:ea typeface="Proxima Nova Semibold"/>
                <a:cs typeface="Proxima Nova Semibold"/>
                <a:sym typeface="Proxima Nova Semibold"/>
              </a:rPr>
              <a:t>Worldwide Offices</a:t>
            </a:r>
            <a:endParaRPr kumimoji="0" sz="900" b="0" i="0" u="none" strike="noStrike" kern="1200" cap="none" spc="0" normalizeH="0" baseline="0" noProof="0">
              <a:ln>
                <a:noFill/>
              </a:ln>
              <a:solidFill>
                <a:srgbClr val="5E5E5E"/>
              </a:solidFill>
              <a:effectLst/>
              <a:uLnTx/>
              <a:uFillTx/>
              <a:latin typeface="Proxima Nova Semibold"/>
              <a:ea typeface="Proxima Nova Semibold"/>
              <a:cs typeface="Proxima Nova Semibold"/>
              <a:sym typeface="Proxima Nova Semibold"/>
            </a:endParaRPr>
          </a:p>
        </p:txBody>
      </p:sp>
      <p:sp>
        <p:nvSpPr>
          <p:cNvPr id="12" name="Google Shape;231;p18">
            <a:extLst>
              <a:ext uri="{FF2B5EF4-FFF2-40B4-BE49-F238E27FC236}">
                <a16:creationId xmlns:a16="http://schemas.microsoft.com/office/drawing/2014/main" id="{39F3BADE-1BE1-9A25-E027-ADD489D6C102}"/>
              </a:ext>
            </a:extLst>
          </p:cNvPr>
          <p:cNvSpPr txBox="1"/>
          <p:nvPr/>
        </p:nvSpPr>
        <p:spPr>
          <a:xfrm>
            <a:off x="10035884" y="342051"/>
            <a:ext cx="2120733" cy="543739"/>
          </a:xfrm>
          <a:prstGeom prst="rect">
            <a:avLst/>
          </a:prstGeom>
          <a:noFill/>
          <a:ln>
            <a:noFill/>
          </a:ln>
        </p:spPr>
        <p:txBody>
          <a:bodyPr spcFirstLastPara="1" wrap="square" lIns="25400" tIns="25400" rIns="25400" bIns="25400" anchor="t" anchorCtr="0">
            <a:spAutoFit/>
          </a:bodyPr>
          <a:lstStyle/>
          <a:p>
            <a:pPr marL="0" marR="0" lvl="0" indent="0" algn="l" defTabSz="914400" rtl="0" eaLnBrk="1" fontAlgn="auto" latinLnBrk="0" hangingPunct="1">
              <a:lnSpc>
                <a:spcPct val="100000"/>
              </a:lnSpc>
              <a:spcBef>
                <a:spcPts val="0"/>
              </a:spcBef>
              <a:spcAft>
                <a:spcPts val="0"/>
              </a:spcAft>
              <a:buClr>
                <a:srgbClr val="4D4D4D"/>
              </a:buClr>
              <a:buSzPts val="1200"/>
              <a:buFontTx/>
              <a:buNone/>
              <a:tabLst/>
              <a:defRPr/>
            </a:pPr>
            <a:r>
              <a:rPr kumimoji="0" lang="es" sz="800" b="0" i="0" u="none" strike="noStrike" kern="1200" cap="none" spc="0" normalizeH="0" baseline="0" noProof="0">
                <a:ln>
                  <a:noFill/>
                </a:ln>
                <a:solidFill>
                  <a:srgbClr val="4D4D4D"/>
                </a:solidFill>
                <a:effectLst/>
                <a:uLnTx/>
                <a:uFillTx/>
                <a:latin typeface="Proxima Nova"/>
                <a:ea typeface="Proxima Nova"/>
                <a:cs typeface="Proxima Nova"/>
                <a:sym typeface="Proxima Nova"/>
              </a:rPr>
              <a:t>The Netherlands, Germany, UK, Belgium, Switzerland, Spain, Poland, </a:t>
            </a:r>
            <a:r>
              <a:rPr lang="es" sz="800">
                <a:solidFill>
                  <a:srgbClr val="4D4D4D"/>
                </a:solidFill>
                <a:latin typeface="Proxima Nova"/>
                <a:ea typeface="Proxima Nova"/>
                <a:cs typeface="Proxima Nova"/>
                <a:sym typeface="Proxima Nova"/>
              </a:rPr>
              <a:t>Atlanta</a:t>
            </a:r>
            <a:endParaRPr kumimoji="0" lang="es" sz="800" b="0" i="0" u="none" strike="noStrike" kern="1200" cap="none" spc="0" normalizeH="0" baseline="0" noProof="0">
              <a:ln>
                <a:noFill/>
              </a:ln>
              <a:solidFill>
                <a:srgbClr val="4D4D4D"/>
              </a:solidFill>
              <a:effectLst/>
              <a:uLnTx/>
              <a:uFillTx/>
              <a:latin typeface="Proxima Nova"/>
              <a:ea typeface="Proxima Nova"/>
              <a:cs typeface="Proxima Nova"/>
              <a:sym typeface="Proxima Nova"/>
            </a:endParaRPr>
          </a:p>
          <a:p>
            <a:pPr marL="0" marR="0" lvl="0" indent="0" algn="l" defTabSz="914400" rtl="0" eaLnBrk="1" fontAlgn="auto" latinLnBrk="0" hangingPunct="1">
              <a:lnSpc>
                <a:spcPct val="100000"/>
              </a:lnSpc>
              <a:spcBef>
                <a:spcPts val="0"/>
              </a:spcBef>
              <a:spcAft>
                <a:spcPts val="0"/>
              </a:spcAft>
              <a:buClr>
                <a:srgbClr val="4D4D4D"/>
              </a:buClr>
              <a:buSzPts val="1200"/>
              <a:buFontTx/>
              <a:buNone/>
              <a:tabLst/>
              <a:defRPr/>
            </a:pPr>
            <a:r>
              <a:rPr kumimoji="0" lang="es" sz="800" b="0" i="0" u="none" strike="noStrike" kern="1200" cap="none" spc="0" normalizeH="0" baseline="0" noProof="0">
                <a:ln>
                  <a:noFill/>
                </a:ln>
                <a:solidFill>
                  <a:srgbClr val="4D4D4D"/>
                </a:solidFill>
                <a:effectLst/>
                <a:uLnTx/>
                <a:uFillTx/>
                <a:latin typeface="Proxima Nova"/>
                <a:ea typeface="Proxima Nova"/>
                <a:cs typeface="Proxima Nova"/>
                <a:sym typeface="Proxima Nova"/>
              </a:rPr>
              <a:t>India, Dubai, Vietnam, Singapore, Australia, </a:t>
            </a:r>
          </a:p>
          <a:p>
            <a:pPr marL="0" marR="0" lvl="0" indent="0" algn="l" defTabSz="914400" rtl="0" eaLnBrk="1" fontAlgn="auto" latinLnBrk="0" hangingPunct="1">
              <a:lnSpc>
                <a:spcPct val="100000"/>
              </a:lnSpc>
              <a:spcBef>
                <a:spcPts val="0"/>
              </a:spcBef>
              <a:spcAft>
                <a:spcPts val="0"/>
              </a:spcAft>
              <a:buClr>
                <a:srgbClr val="4D4D4D"/>
              </a:buClr>
              <a:buSzPts val="1200"/>
              <a:buFontTx/>
              <a:buNone/>
              <a:tabLst/>
              <a:defRPr/>
            </a:pPr>
            <a:r>
              <a:rPr kumimoji="0" lang="es" sz="800" b="0" i="0" u="none" strike="noStrike" kern="1200" cap="none" spc="0" normalizeH="0" baseline="0" noProof="0">
                <a:ln>
                  <a:noFill/>
                </a:ln>
                <a:solidFill>
                  <a:srgbClr val="4D4D4D"/>
                </a:solidFill>
                <a:effectLst/>
                <a:uLnTx/>
                <a:uFillTx/>
                <a:latin typeface="Proxima Nova"/>
                <a:ea typeface="Proxima Nova"/>
                <a:cs typeface="Proxima Nova"/>
                <a:sym typeface="Proxima Nova"/>
              </a:rPr>
              <a:t>US, Canada, Mexico, Colombia </a:t>
            </a:r>
            <a:endParaRPr kumimoji="0" sz="800" b="0" i="0" u="none" strike="noStrike" kern="1200" cap="none" spc="0" normalizeH="0" baseline="0" noProof="0">
              <a:ln>
                <a:noFill/>
              </a:ln>
              <a:solidFill>
                <a:srgbClr val="5E5E5E"/>
              </a:solidFill>
              <a:effectLst/>
              <a:uLnTx/>
              <a:uFillTx/>
              <a:latin typeface="Helvetica Neue"/>
            </a:endParaRPr>
          </a:p>
        </p:txBody>
      </p:sp>
      <p:grpSp>
        <p:nvGrpSpPr>
          <p:cNvPr id="13" name="Groep 420">
            <a:extLst>
              <a:ext uri="{FF2B5EF4-FFF2-40B4-BE49-F238E27FC236}">
                <a16:creationId xmlns:a16="http://schemas.microsoft.com/office/drawing/2014/main" id="{DDD3C46F-5000-7A8F-9CAF-063D17ADA512}"/>
              </a:ext>
            </a:extLst>
          </p:cNvPr>
          <p:cNvGrpSpPr/>
          <p:nvPr/>
        </p:nvGrpSpPr>
        <p:grpSpPr>
          <a:xfrm>
            <a:off x="7998025" y="4375870"/>
            <a:ext cx="1219110" cy="378000"/>
            <a:chOff x="514780" y="6221731"/>
            <a:chExt cx="2438220" cy="756000"/>
          </a:xfrm>
        </p:grpSpPr>
        <p:pic>
          <p:nvPicPr>
            <p:cNvPr id="14" name="Graphic 13">
              <a:extLst>
                <a:ext uri="{FF2B5EF4-FFF2-40B4-BE49-F238E27FC236}">
                  <a16:creationId xmlns:a16="http://schemas.microsoft.com/office/drawing/2014/main" id="{27678245-0EFD-4FA6-7556-13DFCB6DAEDC}"/>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77000" y="6221731"/>
              <a:ext cx="2376000" cy="756000"/>
            </a:xfrm>
            <a:prstGeom prst="rect">
              <a:avLst/>
            </a:prstGeom>
          </p:spPr>
        </p:pic>
        <p:sp>
          <p:nvSpPr>
            <p:cNvPr id="15" name="Tekstvak 422">
              <a:extLst>
                <a:ext uri="{FF2B5EF4-FFF2-40B4-BE49-F238E27FC236}">
                  <a16:creationId xmlns:a16="http://schemas.microsoft.com/office/drawing/2014/main" id="{C93BAD9E-D854-EEED-5149-FB99389704C0}"/>
                </a:ext>
              </a:extLst>
            </p:cNvPr>
            <p:cNvSpPr txBox="1"/>
            <p:nvPr/>
          </p:nvSpPr>
          <p:spPr>
            <a:xfrm>
              <a:off x="514780" y="6248649"/>
              <a:ext cx="2376000" cy="59503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Appian, </a:t>
              </a:r>
              <a:r>
                <a:rPr kumimoji="0" lang="en-US" sz="800" b="0" i="0" u="none" strike="noStrike" kern="0" cap="none" spc="0" normalizeH="0" baseline="0" err="1">
                  <a:ln>
                    <a:noFill/>
                  </a:ln>
                  <a:solidFill>
                    <a:srgbClr val="5E5E5E"/>
                  </a:solidFill>
                  <a:effectLst/>
                  <a:uLnTx/>
                  <a:uFillTx/>
                  <a:latin typeface="Proxima Nova Medium" panose="02000506030000020004" pitchFamily="2" charset="0"/>
                  <a:sym typeface="Helvetica Neue"/>
                </a:rPr>
                <a:t>OutSystems</a:t>
              </a: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 Salesforce and </a:t>
              </a:r>
              <a:r>
                <a:rPr kumimoji="0" lang="en-US" sz="800" b="0" i="0" u="none" strike="noStrike" kern="0" cap="none" spc="0" normalizeH="0" baseline="0" err="1">
                  <a:ln>
                    <a:noFill/>
                  </a:ln>
                  <a:solidFill>
                    <a:srgbClr val="5E5E5E"/>
                  </a:solidFill>
                  <a:effectLst/>
                  <a:uLnTx/>
                  <a:uFillTx/>
                  <a:latin typeface="Proxima Nova Medium" panose="02000506030000020004" pitchFamily="2" charset="0"/>
                  <a:sym typeface="Helvetica Neue"/>
                </a:rPr>
                <a:t>Mendix</a:t>
              </a:r>
              <a:endPar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endParaRPr>
            </a:p>
          </p:txBody>
        </p:sp>
      </p:grpSp>
      <p:grpSp>
        <p:nvGrpSpPr>
          <p:cNvPr id="17" name="Groep 457">
            <a:extLst>
              <a:ext uri="{FF2B5EF4-FFF2-40B4-BE49-F238E27FC236}">
                <a16:creationId xmlns:a16="http://schemas.microsoft.com/office/drawing/2014/main" id="{3D29778F-E7EC-86AA-8347-DCBA9317CFA8}"/>
              </a:ext>
            </a:extLst>
          </p:cNvPr>
          <p:cNvGrpSpPr/>
          <p:nvPr/>
        </p:nvGrpSpPr>
        <p:grpSpPr>
          <a:xfrm>
            <a:off x="4545761" y="4495733"/>
            <a:ext cx="1196744" cy="689940"/>
            <a:chOff x="-2864192" y="3838482"/>
            <a:chExt cx="2393488" cy="1379880"/>
          </a:xfrm>
        </p:grpSpPr>
        <p:pic>
          <p:nvPicPr>
            <p:cNvPr id="18" name="Graphic 17">
              <a:extLst>
                <a:ext uri="{FF2B5EF4-FFF2-40B4-BE49-F238E27FC236}">
                  <a16:creationId xmlns:a16="http://schemas.microsoft.com/office/drawing/2014/main" id="{74FFF63B-79DE-388F-93D7-ABB0F1661E5C}"/>
                </a:ext>
              </a:extLst>
            </p:cNvPr>
            <p:cNvPicPr>
              <a:picLocks/>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846704" y="4462362"/>
              <a:ext cx="2376000" cy="756000"/>
            </a:xfrm>
            <a:prstGeom prst="rect">
              <a:avLst/>
            </a:prstGeom>
          </p:spPr>
        </p:pic>
        <p:sp>
          <p:nvSpPr>
            <p:cNvPr id="19" name="Tekstvak 459">
              <a:extLst>
                <a:ext uri="{FF2B5EF4-FFF2-40B4-BE49-F238E27FC236}">
                  <a16:creationId xmlns:a16="http://schemas.microsoft.com/office/drawing/2014/main" id="{06489C87-EAF7-BBFE-7788-61801A24876D}"/>
                </a:ext>
              </a:extLst>
            </p:cNvPr>
            <p:cNvSpPr txBox="1"/>
            <p:nvPr/>
          </p:nvSpPr>
          <p:spPr>
            <a:xfrm>
              <a:off x="-2864192" y="3838482"/>
              <a:ext cx="2376000" cy="3488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Standard </a:t>
              </a:r>
              <a:r>
                <a:rPr kumimoji="0" lang="en-NL" sz="800" b="0" i="0" u="none" strike="noStrike" kern="0" cap="none" spc="0" normalizeH="0" baseline="0">
                  <a:ln>
                    <a:noFill/>
                  </a:ln>
                  <a:solidFill>
                    <a:srgbClr val="5E5E5E"/>
                  </a:solidFill>
                  <a:effectLst/>
                  <a:uLnTx/>
                  <a:uFillTx/>
                  <a:latin typeface="Proxima Nova Medium" panose="02000506030000020004" pitchFamily="2" charset="0"/>
                  <a:sym typeface="Helvetica Neue"/>
                </a:rPr>
                <a:t>C</a:t>
              </a:r>
              <a:r>
                <a:rPr kumimoji="0" lang="en-US" sz="800" b="0" i="0" u="none" strike="noStrike" kern="0" cap="none" spc="0" normalizeH="0" baseline="0" err="1">
                  <a:ln>
                    <a:noFill/>
                  </a:ln>
                  <a:solidFill>
                    <a:srgbClr val="5E5E5E"/>
                  </a:solidFill>
                  <a:effectLst/>
                  <a:uLnTx/>
                  <a:uFillTx/>
                  <a:latin typeface="Proxima Nova Medium" panose="02000506030000020004" pitchFamily="2" charset="0"/>
                  <a:sym typeface="Helvetica Neue"/>
                </a:rPr>
                <a:t>omponents</a:t>
              </a:r>
              <a:endPar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endParaRPr>
            </a:p>
          </p:txBody>
        </p:sp>
      </p:grpSp>
      <p:sp>
        <p:nvSpPr>
          <p:cNvPr id="22" name="Tekstvak 459">
            <a:extLst>
              <a:ext uri="{FF2B5EF4-FFF2-40B4-BE49-F238E27FC236}">
                <a16:creationId xmlns:a16="http://schemas.microsoft.com/office/drawing/2014/main" id="{4B7F12B1-0A33-0789-53D5-5EA9588B65C9}"/>
              </a:ext>
            </a:extLst>
          </p:cNvPr>
          <p:cNvSpPr txBox="1"/>
          <p:nvPr/>
        </p:nvSpPr>
        <p:spPr>
          <a:xfrm>
            <a:off x="4554505" y="4898433"/>
            <a:ext cx="1188000" cy="343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a:ln>
                  <a:noFill/>
                </a:ln>
                <a:solidFill>
                  <a:srgbClr val="5E5E5E"/>
                </a:solidFill>
                <a:effectLst/>
                <a:uLnTx/>
                <a:uFillTx/>
                <a:latin typeface="Proxima Nova Medium" panose="02000506030000020004" pitchFamily="2" charset="0"/>
                <a:sym typeface="Helvetica Neue"/>
              </a:rPr>
              <a:t>Cloud Based Workplace Solutions</a:t>
            </a:r>
          </a:p>
        </p:txBody>
      </p:sp>
    </p:spTree>
    <p:extLst>
      <p:ext uri="{BB962C8B-B14F-4D97-AF65-F5344CB8AC3E}">
        <p14:creationId xmlns:p14="http://schemas.microsoft.com/office/powerpoint/2010/main" val="2136525539"/>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AB178B1C63764FB69DC687AF91F3C3" ma:contentTypeVersion="14" ma:contentTypeDescription="Create a new document." ma:contentTypeScope="" ma:versionID="283da0b2364561ab782b410ff861744e">
  <xsd:schema xmlns:xsd="http://www.w3.org/2001/XMLSchema" xmlns:xs="http://www.w3.org/2001/XMLSchema" xmlns:p="http://schemas.microsoft.com/office/2006/metadata/properties" xmlns:ns2="c559e707-c4dc-481c-8f20-1390d9b1763d" xmlns:ns3="20a0acd5-61c4-4018-b951-c082e5b75858" targetNamespace="http://schemas.microsoft.com/office/2006/metadata/properties" ma:root="true" ma:fieldsID="5f887ffba204074ad768068e39e5f9fe" ns2:_="" ns3:_="">
    <xsd:import namespace="c559e707-c4dc-481c-8f20-1390d9b1763d"/>
    <xsd:import namespace="20a0acd5-61c4-4018-b951-c082e5b758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59e707-c4dc-481c-8f20-1390d9b176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a0acd5-61c4-4018-b951-c082e5b7585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26fe27f-2603-4c92-a102-685a412d01be}" ma:internalName="TaxCatchAll" ma:showField="CatchAllData" ma:web="20a0acd5-61c4-4018-b951-c082e5b758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0a0acd5-61c4-4018-b951-c082e5b75858" xsi:nil="true"/>
    <lcf76f155ced4ddcb4097134ff3c332f xmlns="c559e707-c4dc-481c-8f20-1390d9b1763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5C73798-848F-4AEB-A8C7-54BA5FF2B1CA}"/>
</file>

<file path=customXml/itemProps2.xml><?xml version="1.0" encoding="utf-8"?>
<ds:datastoreItem xmlns:ds="http://schemas.openxmlformats.org/officeDocument/2006/customXml" ds:itemID="{4A9901CA-0509-4C10-94F5-2342268042FB}">
  <ds:schemaRefs>
    <ds:schemaRef ds:uri="http://schemas.microsoft.com/sharepoint/v3/contenttype/forms"/>
  </ds:schemaRefs>
</ds:datastoreItem>
</file>

<file path=customXml/itemProps3.xml><?xml version="1.0" encoding="utf-8"?>
<ds:datastoreItem xmlns:ds="http://schemas.openxmlformats.org/officeDocument/2006/customXml" ds:itemID="{B536F3CC-5D13-4502-8766-5C0FE89D3E16}">
  <ds:schemaRefs>
    <ds:schemaRef ds:uri="20a0acd5-61c4-4018-b951-c082e5b75858"/>
    <ds:schemaRef ds:uri="c559e707-c4dc-481c-8f20-1390d9b1763d"/>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Slides>
  <Notes>3</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2026-01-22T16:12:31Z</dcterms:created>
  <dcterms:modified xsi:type="dcterms:W3CDTF">2026-01-26T14:56:44Z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0x01010038AB178B1C63764FB69DC687AF91F3C3</vt:lpwstr>
  </property>
  <property fmtid="{D5CDD505-2E9C-101B-9397-08002B2CF9AE}" pid="3" name="MediaServiceImageTags">
    <vt:lpwstr/>
  </property>
</Properties>
</file>