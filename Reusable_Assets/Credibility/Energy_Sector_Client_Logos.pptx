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1474835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3D07DC-C648-B9F1-B632-8B77AF082589}" v="2" dt="2026-01-23T10:50:48.442"/>
    <p1510:client id="{98DD3B13-A23E-C3F2-60D4-ADC8AFF113AC}" v="5" dt="2026-01-23T10:46:00.6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 Sereda" userId="S::george.sereda@xebia.com::5e824fc6-3a6a-482b-8597-f9374fb4b421" providerId="AD" clId="Web-{98DD3B13-A23E-C3F2-60D4-ADC8AFF113AC}"/>
    <pc:docChg chg="addSld delSld modSld">
      <pc:chgData name="George Sereda" userId="S::george.sereda@xebia.com::5e824fc6-3a6a-482b-8597-f9374fb4b421" providerId="AD" clId="Web-{98DD3B13-A23E-C3F2-60D4-ADC8AFF113AC}" dt="2026-01-23T10:46:00.605" v="4" actId="1076"/>
      <pc:docMkLst>
        <pc:docMk/>
      </pc:docMkLst>
      <pc:sldChg chg="del">
        <pc:chgData name="George Sereda" userId="S::george.sereda@xebia.com::5e824fc6-3a6a-482b-8597-f9374fb4b421" providerId="AD" clId="Web-{98DD3B13-A23E-C3F2-60D4-ADC8AFF113AC}" dt="2026-01-23T10:45:31.761" v="1"/>
        <pc:sldMkLst>
          <pc:docMk/>
          <pc:sldMk cId="109857222" sldId="256"/>
        </pc:sldMkLst>
      </pc:sldChg>
      <pc:sldChg chg="modSp add">
        <pc:chgData name="George Sereda" userId="S::george.sereda@xebia.com::5e824fc6-3a6a-482b-8597-f9374fb4b421" providerId="AD" clId="Web-{98DD3B13-A23E-C3F2-60D4-ADC8AFF113AC}" dt="2026-01-23T10:46:00.605" v="4" actId="1076"/>
        <pc:sldMkLst>
          <pc:docMk/>
          <pc:sldMk cId="2912900203" sldId="2147483557"/>
        </pc:sldMkLst>
        <pc:picChg chg="mod">
          <ac:chgData name="George Sereda" userId="S::george.sereda@xebia.com::5e824fc6-3a6a-482b-8597-f9374fb4b421" providerId="AD" clId="Web-{98DD3B13-A23E-C3F2-60D4-ADC8AFF113AC}" dt="2026-01-23T10:45:42.230" v="2" actId="1076"/>
          <ac:picMkLst>
            <pc:docMk/>
            <pc:sldMk cId="2912900203" sldId="2147483557"/>
            <ac:picMk id="4" creationId="{B9A2B630-6A1F-CC54-2D55-C757780311F1}"/>
          </ac:picMkLst>
        </pc:picChg>
        <pc:picChg chg="mod">
          <ac:chgData name="George Sereda" userId="S::george.sereda@xebia.com::5e824fc6-3a6a-482b-8597-f9374fb4b421" providerId="AD" clId="Web-{98DD3B13-A23E-C3F2-60D4-ADC8AFF113AC}" dt="2026-01-23T10:46:00.605" v="4" actId="1076"/>
          <ac:picMkLst>
            <pc:docMk/>
            <pc:sldMk cId="2912900203" sldId="2147483557"/>
            <ac:picMk id="6" creationId="{CB2F665E-C5CC-930C-C2B5-47EF44F0F8A0}"/>
          </ac:picMkLst>
        </pc:picChg>
      </pc:sldChg>
      <pc:sldMasterChg chg="addSldLayout">
        <pc:chgData name="George Sereda" userId="S::george.sereda@xebia.com::5e824fc6-3a6a-482b-8597-f9374fb4b421" providerId="AD" clId="Web-{98DD3B13-A23E-C3F2-60D4-ADC8AFF113AC}" dt="2026-01-23T10:44:57.526" v="0"/>
        <pc:sldMasterMkLst>
          <pc:docMk/>
          <pc:sldMasterMk cId="2460954070" sldId="2147483660"/>
        </pc:sldMasterMkLst>
        <pc:sldLayoutChg chg="add">
          <pc:chgData name="George Sereda" userId="S::george.sereda@xebia.com::5e824fc6-3a6a-482b-8597-f9374fb4b421" providerId="AD" clId="Web-{98DD3B13-A23E-C3F2-60D4-ADC8AFF113AC}" dt="2026-01-23T10:44:57.526" v="0"/>
          <pc:sldLayoutMkLst>
            <pc:docMk/>
            <pc:sldMasterMk cId="2460954070" sldId="2147483660"/>
            <pc:sldLayoutMk cId="2695304356" sldId="2147483672"/>
          </pc:sldLayoutMkLst>
        </pc:sldLayoutChg>
      </pc:sldMasterChg>
    </pc:docChg>
  </pc:docChgLst>
  <pc:docChgLst>
    <pc:chgData name="George Sereda" userId="S::george.sereda@xebia.com::5e824fc6-3a6a-482b-8597-f9374fb4b421" providerId="AD" clId="Web-{0E3D07DC-C648-B9F1-B632-8B77AF082589}"/>
    <pc:docChg chg="addSld delSld">
      <pc:chgData name="George Sereda" userId="S::george.sereda@xebia.com::5e824fc6-3a6a-482b-8597-f9374fb4b421" providerId="AD" clId="Web-{0E3D07DC-C648-B9F1-B632-8B77AF082589}" dt="2026-01-23T10:50:48.442" v="1"/>
      <pc:docMkLst>
        <pc:docMk/>
      </pc:docMkLst>
      <pc:sldChg chg="del">
        <pc:chgData name="George Sereda" userId="S::george.sereda@xebia.com::5e824fc6-3a6a-482b-8597-f9374fb4b421" providerId="AD" clId="Web-{0E3D07DC-C648-B9F1-B632-8B77AF082589}" dt="2026-01-23T10:50:48.442" v="1"/>
        <pc:sldMkLst>
          <pc:docMk/>
          <pc:sldMk cId="2912900203" sldId="2147483557"/>
        </pc:sldMkLst>
      </pc:sldChg>
      <pc:sldChg chg="add">
        <pc:chgData name="George Sereda" userId="S::george.sereda@xebia.com::5e824fc6-3a6a-482b-8597-f9374fb4b421" providerId="AD" clId="Web-{0E3D07DC-C648-B9F1-B632-8B77AF082589}" dt="2026-01-23T10:48:26.107" v="0"/>
        <pc:sldMkLst>
          <pc:docMk/>
          <pc:sldMk cId="435969880" sldId="21474835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E583E2-97DA-42B1-974C-F1516B99276B}" type="datetimeFigureOut">
              <a:t>1/23/2026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BFC53A-CC91-4949-87A8-25E9E75D0A3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625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8A791-D8E8-4C23-A528-EAEB42DC40E7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3063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/ 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2BD1E98D-C6A7-1A86-D1DC-18C70ECE6DD7}"/>
              </a:ext>
            </a:extLst>
          </p:cNvPr>
          <p:cNvSpPr>
            <a:spLocks noGrp="1"/>
          </p:cNvSpPr>
          <p:nvPr>
            <p:ph type="body" idx="106" hasCustomPrompt="1"/>
          </p:nvPr>
        </p:nvSpPr>
        <p:spPr>
          <a:xfrm>
            <a:off x="406400" y="408054"/>
            <a:ext cx="7513108" cy="232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indent="0" algn="l">
              <a:lnSpc>
                <a:spcPts val="1400"/>
              </a:lnSpc>
              <a:buNone/>
              <a:defRPr lang="en-US" sz="1000" b="0" i="0" kern="0" spc="0" dirty="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indent="0" algn="l">
              <a:lnSpc>
                <a:spcPts val="2100"/>
              </a:lnSpc>
              <a:buNone/>
            </a:pPr>
            <a:r>
              <a:rPr lang="en-US" sz="1050"/>
              <a:t>[DD/MM/YYYY] • [Speaker Name] • [Presentation Title]</a:t>
            </a:r>
          </a:p>
        </p:txBody>
      </p:sp>
      <p:pic>
        <p:nvPicPr>
          <p:cNvPr id="3" name="Xebia" descr="preencoded.png">
            <a:extLst>
              <a:ext uri="{FF2B5EF4-FFF2-40B4-BE49-F238E27FC236}">
                <a16:creationId xmlns:a16="http://schemas.microsoft.com/office/drawing/2014/main" id="{7D652B89-16D3-A81D-A924-8E3B84071E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112500" y="292100"/>
            <a:ext cx="673101" cy="215900"/>
          </a:xfrm>
          <a:prstGeom prst="rect">
            <a:avLst/>
          </a:prstGeom>
        </p:spPr>
      </p:pic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BA2C4591-EAE8-5F38-8D57-8D069553CBC7}"/>
              </a:ext>
            </a:extLst>
          </p:cNvPr>
          <p:cNvCxnSpPr>
            <a:cxnSpLocks/>
          </p:cNvCxnSpPr>
          <p:nvPr userDrawn="1"/>
        </p:nvCxnSpPr>
        <p:spPr>
          <a:xfrm>
            <a:off x="407459" y="698500"/>
            <a:ext cx="113844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022DD7D2-2E6F-65F9-2D7E-EF0C1A6F1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2909" y="6457865"/>
            <a:ext cx="799041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1F56866-D47B-47B9-9D95-BB9706FB23C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C7CD3809-B795-A666-BD74-62300D64F0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459" y="919056"/>
            <a:ext cx="7512000" cy="36933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defRPr lang="en-US" sz="2400" dirty="0">
                <a:ea typeface="+mn-ea"/>
                <a:cs typeface="+mn-cs"/>
              </a:defRPr>
            </a:lvl1pPr>
          </a:lstStyle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</a:pPr>
            <a:r>
              <a:rPr lang="en-US" noProof="0"/>
              <a:t>Click to edit master title style</a:t>
            </a:r>
            <a:endParaRPr lang="en-US"/>
          </a:p>
        </p:txBody>
      </p:sp>
      <p:sp>
        <p:nvSpPr>
          <p:cNvPr id="10" name="Symbol zastępczy stopki 1">
            <a:extLst>
              <a:ext uri="{FF2B5EF4-FFF2-40B4-BE49-F238E27FC236}">
                <a16:creationId xmlns:a16="http://schemas.microsoft.com/office/drawing/2014/main" id="{6EFA064F-CFBB-09FE-B82B-164C527D77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401" y="6457865"/>
            <a:ext cx="3673475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GB" sz="800"/>
            </a:lvl1pPr>
          </a:lstStyle>
          <a:p>
            <a:r>
              <a:rPr lang="en-US"/>
              <a:t>Copyright © 2025 Xebia.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695304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jpeg"/><Relationship Id="rId3" Type="http://schemas.openxmlformats.org/officeDocument/2006/relationships/image" Target="../media/image3.jpe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jpe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4868B-53D9-5149-9D16-F2E049064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8CBF26F-7BCA-D392-EB6D-487609B6713B}"/>
              </a:ext>
            </a:extLst>
          </p:cNvPr>
          <p:cNvSpPr>
            <a:spLocks noGrp="1"/>
          </p:cNvSpPr>
          <p:nvPr>
            <p:ph type="body" idx="106"/>
          </p:nvPr>
        </p:nvSpPr>
        <p:spPr/>
        <p:txBody>
          <a:bodyPr wrap="square" anchor="t">
            <a:normAutofit/>
          </a:bodyPr>
          <a:lstStyle/>
          <a:p>
            <a:r>
              <a:rPr lang="en-US" noProof="1">
                <a:solidFill>
                  <a:srgbClr val="595959"/>
                </a:solidFill>
                <a:latin typeface="Arial" panose="020B0604020202020204" pitchFamily="34" charset="0"/>
              </a:rPr>
              <a:t>Xebia response to Zeppelin Power EMS RFP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97FF87-4065-8477-60EE-2C668BFC9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fld id="{C1F56866-D47B-47B9-9D95-BB9706FB23C1}" type="slidenum">
              <a:rPr kumimoji="0" lang="en-US" sz="800" b="0" i="0" u="none" strike="noStrike" kern="1200" cap="none" spc="0" normalizeH="0" baseline="0" noProof="1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0" i="0" u="none" strike="noStrike" kern="1200" cap="none" spc="0" normalizeH="0" baseline="0" noProof="1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8616B-8768-72DA-8FAA-D59F292F1C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 wrap="square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Copyright © 2025 Xebia. All rights reserved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2563AEA4-B3DF-86F0-19F4-380C642C8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459" y="919056"/>
            <a:ext cx="7512000" cy="443198"/>
          </a:xfrm>
        </p:spPr>
        <p:txBody>
          <a:bodyPr/>
          <a:lstStyle/>
          <a:p>
            <a:r>
              <a:rPr lang="en-US" sz="3200" b="0" kern="0" noProof="1">
                <a:solidFill>
                  <a:srgbClr val="000000"/>
                </a:solidFill>
                <a:latin typeface="+mn-lt"/>
                <a:ea typeface="Suisse Int'l Regular" pitchFamily="34" charset="-122"/>
              </a:rPr>
              <a:t>Our Energy Sector Clients</a:t>
            </a:r>
          </a:p>
        </p:txBody>
      </p:sp>
      <p:pic>
        <p:nvPicPr>
          <p:cNvPr id="4" name="Picture 3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B9A2B630-6A1F-CC54-2D55-C757780311F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5159" y="2453330"/>
            <a:ext cx="12192000" cy="6847011"/>
          </a:xfrm>
          <a:prstGeom prst="rect">
            <a:avLst/>
          </a:prstGeom>
        </p:spPr>
      </p:pic>
      <p:pic>
        <p:nvPicPr>
          <p:cNvPr id="6" name="Picture 5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CB2F665E-C5CC-930C-C2B5-47EF44F0F8A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689" t="1394" r="689" b="-1394"/>
          <a:stretch>
            <a:fillRect/>
          </a:stretch>
        </p:blipFill>
        <p:spPr>
          <a:xfrm>
            <a:off x="127819" y="10989"/>
            <a:ext cx="12192012" cy="6847018"/>
          </a:xfrm>
          <a:prstGeom prst="rect">
            <a:avLst/>
          </a:prstGeom>
        </p:spPr>
      </p:pic>
      <p:sp>
        <p:nvSpPr>
          <p:cNvPr id="8" name="AutoShape 20" descr="Medux Logo">
            <a:extLst>
              <a:ext uri="{FF2B5EF4-FFF2-40B4-BE49-F238E27FC236}">
                <a16:creationId xmlns:a16="http://schemas.microsoft.com/office/drawing/2014/main" id="{431AAA4B-FEB7-E54A-F10A-0BE21899B1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00370" y="3065355"/>
            <a:ext cx="227476" cy="239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8" name="Picture 4" descr="Solar Energy Wallpapers - Top Free Solar Energy Backgrounds -  WallpaperAccess">
            <a:extLst>
              <a:ext uri="{FF2B5EF4-FFF2-40B4-BE49-F238E27FC236}">
                <a16:creationId xmlns:a16="http://schemas.microsoft.com/office/drawing/2014/main" id="{50FC1215-E122-0944-8318-959983042E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7358" y="2418120"/>
            <a:ext cx="7496175" cy="468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539CA81A-43DD-410D-84F3-B0303F85A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0438" y="1870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1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1" name="AutoShape 20" descr="Medux Logo">
            <a:extLst>
              <a:ext uri="{FF2B5EF4-FFF2-40B4-BE49-F238E27FC236}">
                <a16:creationId xmlns:a16="http://schemas.microsoft.com/office/drawing/2014/main" id="{3D324ADF-2BBF-2874-B297-BE239D2107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87605" y="5019091"/>
            <a:ext cx="227476" cy="239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C6E03CA-8EBE-CA99-FD8D-274FA2288843}"/>
              </a:ext>
            </a:extLst>
          </p:cNvPr>
          <p:cNvGrpSpPr/>
          <p:nvPr/>
        </p:nvGrpSpPr>
        <p:grpSpPr>
          <a:xfrm>
            <a:off x="552950" y="1599868"/>
            <a:ext cx="11086101" cy="840985"/>
            <a:chOff x="555037" y="1358918"/>
            <a:chExt cx="11086101" cy="840985"/>
          </a:xfrm>
        </p:grpSpPr>
        <p:grpSp>
          <p:nvGrpSpPr>
            <p:cNvPr id="1029" name="Group 1028">
              <a:extLst>
                <a:ext uri="{FF2B5EF4-FFF2-40B4-BE49-F238E27FC236}">
                  <a16:creationId xmlns:a16="http://schemas.microsoft.com/office/drawing/2014/main" id="{56C5E98B-8B68-97D2-0BF2-4DB0B065595D}"/>
                </a:ext>
              </a:extLst>
            </p:cNvPr>
            <p:cNvGrpSpPr/>
            <p:nvPr/>
          </p:nvGrpSpPr>
          <p:grpSpPr>
            <a:xfrm>
              <a:off x="555037" y="1358918"/>
              <a:ext cx="1617199" cy="823780"/>
              <a:chOff x="524663" y="4403581"/>
              <a:chExt cx="1617199" cy="823780"/>
            </a:xfrm>
          </p:grpSpPr>
          <p:sp>
            <p:nvSpPr>
              <p:cNvPr id="1045" name="Rectangle 1044">
                <a:extLst>
                  <a:ext uri="{FF2B5EF4-FFF2-40B4-BE49-F238E27FC236}">
                    <a16:creationId xmlns:a16="http://schemas.microsoft.com/office/drawing/2014/main" id="{08DD8F2E-F8A5-B2DA-2D67-1D241E120561}"/>
                  </a:ext>
                </a:extLst>
              </p:cNvPr>
              <p:cNvSpPr/>
              <p:nvPr/>
            </p:nvSpPr>
            <p:spPr>
              <a:xfrm>
                <a:off x="524663" y="4403581"/>
                <a:ext cx="1617199" cy="823780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1046" name="Picture 1045" descr="ADNOC Begins Partnership Talks for Offshore Oil Concession">
                <a:extLst>
                  <a:ext uri="{FF2B5EF4-FFF2-40B4-BE49-F238E27FC236}">
                    <a16:creationId xmlns:a16="http://schemas.microsoft.com/office/drawing/2014/main" id="{8BCE92BB-B534-07DE-0283-1B763E2E5F4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8558" y="4423956"/>
                <a:ext cx="1279162" cy="7112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030" name="Group 1029">
              <a:extLst>
                <a:ext uri="{FF2B5EF4-FFF2-40B4-BE49-F238E27FC236}">
                  <a16:creationId xmlns:a16="http://schemas.microsoft.com/office/drawing/2014/main" id="{D8E03ADC-F382-51F2-AC0D-D6EE3C518536}"/>
                </a:ext>
              </a:extLst>
            </p:cNvPr>
            <p:cNvGrpSpPr/>
            <p:nvPr/>
          </p:nvGrpSpPr>
          <p:grpSpPr>
            <a:xfrm>
              <a:off x="2452899" y="1358918"/>
              <a:ext cx="1617199" cy="823780"/>
              <a:chOff x="2422525" y="4403581"/>
              <a:chExt cx="1617199" cy="823780"/>
            </a:xfrm>
          </p:grpSpPr>
          <p:sp>
            <p:nvSpPr>
              <p:cNvPr id="1043" name="Rectangle 1042">
                <a:extLst>
                  <a:ext uri="{FF2B5EF4-FFF2-40B4-BE49-F238E27FC236}">
                    <a16:creationId xmlns:a16="http://schemas.microsoft.com/office/drawing/2014/main" id="{441F5AF5-8FF5-2C81-D505-53313C39E02D}"/>
                  </a:ext>
                </a:extLst>
              </p:cNvPr>
              <p:cNvSpPr/>
              <p:nvPr/>
            </p:nvSpPr>
            <p:spPr>
              <a:xfrm>
                <a:off x="2422525" y="4403581"/>
                <a:ext cx="1617199" cy="823780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1044" name="Picture 1043" descr="Shell logo - Social media &amp; Logos Icons">
                <a:extLst>
                  <a:ext uri="{FF2B5EF4-FFF2-40B4-BE49-F238E27FC236}">
                    <a16:creationId xmlns:a16="http://schemas.microsoft.com/office/drawing/2014/main" id="{D4AD9B5F-DB3D-BD51-A7E0-1D99BA8816F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13989" y="4459024"/>
                <a:ext cx="1425786" cy="71289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031" name="Group 1030">
              <a:extLst>
                <a:ext uri="{FF2B5EF4-FFF2-40B4-BE49-F238E27FC236}">
                  <a16:creationId xmlns:a16="http://schemas.microsoft.com/office/drawing/2014/main" id="{A48E06D0-0DEF-EA1F-4501-8F152BDC2D56}"/>
                </a:ext>
              </a:extLst>
            </p:cNvPr>
            <p:cNvGrpSpPr/>
            <p:nvPr/>
          </p:nvGrpSpPr>
          <p:grpSpPr>
            <a:xfrm>
              <a:off x="8131179" y="1376123"/>
              <a:ext cx="1617199" cy="823780"/>
              <a:chOff x="4729456" y="4957100"/>
              <a:chExt cx="1617199" cy="823780"/>
            </a:xfrm>
          </p:grpSpPr>
          <p:sp>
            <p:nvSpPr>
              <p:cNvPr id="1041" name="Rectangle 1040">
                <a:extLst>
                  <a:ext uri="{FF2B5EF4-FFF2-40B4-BE49-F238E27FC236}">
                    <a16:creationId xmlns:a16="http://schemas.microsoft.com/office/drawing/2014/main" id="{9B5C51F2-6E52-29EE-B98D-E0BBF18CD934}"/>
                  </a:ext>
                </a:extLst>
              </p:cNvPr>
              <p:cNvSpPr/>
              <p:nvPr/>
            </p:nvSpPr>
            <p:spPr>
              <a:xfrm>
                <a:off x="4729456" y="4957100"/>
                <a:ext cx="1617199" cy="823780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1042" name="Picture 1041" descr="logo 5 - DigitalTrust - Empowering Citizens">
                <a:extLst>
                  <a:ext uri="{FF2B5EF4-FFF2-40B4-BE49-F238E27FC236}">
                    <a16:creationId xmlns:a16="http://schemas.microsoft.com/office/drawing/2014/main" id="{3E7227E7-5DC1-650B-3A75-870687359E8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42142" y="5113398"/>
                <a:ext cx="1551338" cy="4992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032" name="Group 1031">
              <a:extLst>
                <a:ext uri="{FF2B5EF4-FFF2-40B4-BE49-F238E27FC236}">
                  <a16:creationId xmlns:a16="http://schemas.microsoft.com/office/drawing/2014/main" id="{2ED3B131-4FB6-415D-B81E-6DB6AD72C2B9}"/>
                </a:ext>
              </a:extLst>
            </p:cNvPr>
            <p:cNvGrpSpPr/>
            <p:nvPr/>
          </p:nvGrpSpPr>
          <p:grpSpPr>
            <a:xfrm>
              <a:off x="10023939" y="1373680"/>
              <a:ext cx="1617199" cy="823780"/>
              <a:chOff x="524663" y="5510466"/>
              <a:chExt cx="1617199" cy="823780"/>
            </a:xfrm>
          </p:grpSpPr>
          <p:sp>
            <p:nvSpPr>
              <p:cNvPr id="1039" name="Rectangle 1038">
                <a:extLst>
                  <a:ext uri="{FF2B5EF4-FFF2-40B4-BE49-F238E27FC236}">
                    <a16:creationId xmlns:a16="http://schemas.microsoft.com/office/drawing/2014/main" id="{27133218-EDB9-D45E-36D1-1079E803B787}"/>
                  </a:ext>
                </a:extLst>
              </p:cNvPr>
              <p:cNvSpPr/>
              <p:nvPr/>
            </p:nvSpPr>
            <p:spPr>
              <a:xfrm>
                <a:off x="524663" y="5510466"/>
                <a:ext cx="1617199" cy="823780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1040" name="Picture 1039" descr="بوابة الابتكار - FANR's Commitment to Empowering Emirati Women in the  Nuclear and Radiological Sector">
                <a:extLst>
                  <a:ext uri="{FF2B5EF4-FFF2-40B4-BE49-F238E27FC236}">
                    <a16:creationId xmlns:a16="http://schemas.microsoft.com/office/drawing/2014/main" id="{89A532A0-BA0E-10E5-B39E-CFBA30399C7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9683" y="5732379"/>
                <a:ext cx="1567157" cy="3799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033" name="Group 1032">
              <a:extLst>
                <a:ext uri="{FF2B5EF4-FFF2-40B4-BE49-F238E27FC236}">
                  <a16:creationId xmlns:a16="http://schemas.microsoft.com/office/drawing/2014/main" id="{4EABDC77-7F5E-7FA3-7BE1-4DB5D2EC20F8}"/>
                </a:ext>
              </a:extLst>
            </p:cNvPr>
            <p:cNvGrpSpPr/>
            <p:nvPr/>
          </p:nvGrpSpPr>
          <p:grpSpPr>
            <a:xfrm>
              <a:off x="4345659" y="1364491"/>
              <a:ext cx="1617199" cy="823780"/>
              <a:chOff x="2422525" y="5510466"/>
              <a:chExt cx="1617199" cy="823780"/>
            </a:xfrm>
          </p:grpSpPr>
          <p:sp>
            <p:nvSpPr>
              <p:cNvPr id="1037" name="Rectangle 1036">
                <a:extLst>
                  <a:ext uri="{FF2B5EF4-FFF2-40B4-BE49-F238E27FC236}">
                    <a16:creationId xmlns:a16="http://schemas.microsoft.com/office/drawing/2014/main" id="{6EDADBA8-E609-6397-8BCB-DF313E3B16F3}"/>
                  </a:ext>
                </a:extLst>
              </p:cNvPr>
              <p:cNvSpPr/>
              <p:nvPr/>
            </p:nvSpPr>
            <p:spPr>
              <a:xfrm>
                <a:off x="2422525" y="5510466"/>
                <a:ext cx="1617199" cy="823780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1038" name="Picture 1037" descr="PUC approves plan to return over $50 million to National Fuel Gas customers  | WJET/WFXP/YourErie.com">
                <a:extLst>
                  <a:ext uri="{FF2B5EF4-FFF2-40B4-BE49-F238E27FC236}">
                    <a16:creationId xmlns:a16="http://schemas.microsoft.com/office/drawing/2014/main" id="{7E56F7CD-40A5-250A-6AD1-D3C30FEC1B0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2453554" y="5736653"/>
                <a:ext cx="1561974" cy="39266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16742584-006F-21E3-5710-5E490812B20C}"/>
                </a:ext>
              </a:extLst>
            </p:cNvPr>
            <p:cNvGrpSpPr/>
            <p:nvPr/>
          </p:nvGrpSpPr>
          <p:grpSpPr>
            <a:xfrm>
              <a:off x="6238419" y="1367988"/>
              <a:ext cx="1617199" cy="823780"/>
              <a:chOff x="6535079" y="5783464"/>
              <a:chExt cx="1617199" cy="823780"/>
            </a:xfrm>
          </p:grpSpPr>
          <p:sp>
            <p:nvSpPr>
              <p:cNvPr id="1035" name="Rectangle 1034">
                <a:extLst>
                  <a:ext uri="{FF2B5EF4-FFF2-40B4-BE49-F238E27FC236}">
                    <a16:creationId xmlns:a16="http://schemas.microsoft.com/office/drawing/2014/main" id="{83A6114E-6186-D758-FAFF-111E541E9B10}"/>
                  </a:ext>
                </a:extLst>
              </p:cNvPr>
              <p:cNvSpPr/>
              <p:nvPr/>
            </p:nvSpPr>
            <p:spPr>
              <a:xfrm>
                <a:off x="6535079" y="5783464"/>
                <a:ext cx="1617199" cy="823780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1036" name="Picture 1035" descr="Home - Gordon Technologies">
                <a:extLst>
                  <a:ext uri="{FF2B5EF4-FFF2-40B4-BE49-F238E27FC236}">
                    <a16:creationId xmlns:a16="http://schemas.microsoft.com/office/drawing/2014/main" id="{F2D1E560-669B-698C-06DE-05CD08A8124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41705" y="6053780"/>
                <a:ext cx="1196428" cy="33384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878171E-CCC5-5D40-C4DB-E76A31E24584}"/>
              </a:ext>
            </a:extLst>
          </p:cNvPr>
          <p:cNvGrpSpPr/>
          <p:nvPr/>
        </p:nvGrpSpPr>
        <p:grpSpPr>
          <a:xfrm>
            <a:off x="1016751" y="3586173"/>
            <a:ext cx="10160667" cy="1792609"/>
            <a:chOff x="1040609" y="3824195"/>
            <a:chExt cx="10160667" cy="1792609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31DA93FE-1F9E-EDF2-A031-663C5ABEE3BF}"/>
                </a:ext>
              </a:extLst>
            </p:cNvPr>
            <p:cNvGrpSpPr/>
            <p:nvPr/>
          </p:nvGrpSpPr>
          <p:grpSpPr>
            <a:xfrm>
              <a:off x="1040609" y="3824195"/>
              <a:ext cx="10160667" cy="1792609"/>
              <a:chOff x="1077997" y="2470092"/>
              <a:chExt cx="10160667" cy="1792609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07ED65A3-06C0-0785-5A4D-054AE6AAB385}"/>
                  </a:ext>
                </a:extLst>
              </p:cNvPr>
              <p:cNvSpPr/>
              <p:nvPr/>
            </p:nvSpPr>
            <p:spPr>
              <a:xfrm>
                <a:off x="1077997" y="2479412"/>
                <a:ext cx="1617199" cy="823780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4" name="Rectangle 1023">
                <a:extLst>
                  <a:ext uri="{FF2B5EF4-FFF2-40B4-BE49-F238E27FC236}">
                    <a16:creationId xmlns:a16="http://schemas.microsoft.com/office/drawing/2014/main" id="{39CAFD27-A8EB-DBD4-F9EC-A45524073304}"/>
                  </a:ext>
                </a:extLst>
              </p:cNvPr>
              <p:cNvSpPr/>
              <p:nvPr/>
            </p:nvSpPr>
            <p:spPr>
              <a:xfrm>
                <a:off x="1998691" y="3438921"/>
                <a:ext cx="1617199" cy="823780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5" name="Rectangle 1024">
                <a:extLst>
                  <a:ext uri="{FF2B5EF4-FFF2-40B4-BE49-F238E27FC236}">
                    <a16:creationId xmlns:a16="http://schemas.microsoft.com/office/drawing/2014/main" id="{B204A0BC-F79C-3006-DC0A-DCD0CF8512D8}"/>
                  </a:ext>
                </a:extLst>
              </p:cNvPr>
              <p:cNvSpPr/>
              <p:nvPr/>
            </p:nvSpPr>
            <p:spPr>
              <a:xfrm>
                <a:off x="7711274" y="2470092"/>
                <a:ext cx="1617199" cy="823780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7" name="Rectangle 1026">
                <a:extLst>
                  <a:ext uri="{FF2B5EF4-FFF2-40B4-BE49-F238E27FC236}">
                    <a16:creationId xmlns:a16="http://schemas.microsoft.com/office/drawing/2014/main" id="{AF8D216F-EC7E-1E2E-1FE9-A368F56D4639}"/>
                  </a:ext>
                </a:extLst>
              </p:cNvPr>
              <p:cNvSpPr/>
              <p:nvPr/>
            </p:nvSpPr>
            <p:spPr>
              <a:xfrm>
                <a:off x="9621465" y="2470092"/>
                <a:ext cx="1617199" cy="823780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pic>
          <p:nvPicPr>
            <p:cNvPr id="59" name="Picture 58" descr="Customer Stories - Xebia">
              <a:extLst>
                <a:ext uri="{FF2B5EF4-FFF2-40B4-BE49-F238E27FC236}">
                  <a16:creationId xmlns:a16="http://schemas.microsoft.com/office/drawing/2014/main" id="{6C2BDBB5-A4B3-3701-F527-B8A03792CE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89412" y="4147858"/>
              <a:ext cx="1206527" cy="2796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3C583C5C-8A12-83B3-C490-6B12D89823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94783" y="3923022"/>
              <a:ext cx="784461" cy="594623"/>
            </a:xfrm>
            <a:prstGeom prst="rect">
              <a:avLst/>
            </a:prstGeom>
          </p:spPr>
        </p:pic>
        <p:pic>
          <p:nvPicPr>
            <p:cNvPr id="61" name="Picture 60" descr="Vattenfall | Storecove Use Case">
              <a:extLst>
                <a:ext uri="{FF2B5EF4-FFF2-40B4-BE49-F238E27FC236}">
                  <a16:creationId xmlns:a16="http://schemas.microsoft.com/office/drawing/2014/main" id="{A440CA4C-3CAB-6BD6-04C0-F78DA386D4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2094" y="3923022"/>
              <a:ext cx="854227" cy="6686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" name="Picture 61" descr="Powerclub">
              <a:extLst>
                <a:ext uri="{FF2B5EF4-FFF2-40B4-BE49-F238E27FC236}">
                  <a16:creationId xmlns:a16="http://schemas.microsoft.com/office/drawing/2014/main" id="{C8610E02-715E-E2C9-3352-BEAB559154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6596" y="4891851"/>
              <a:ext cx="789644" cy="6505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5" name="AutoShape 20" descr="Medux Logo">
            <a:extLst>
              <a:ext uri="{FF2B5EF4-FFF2-40B4-BE49-F238E27FC236}">
                <a16:creationId xmlns:a16="http://schemas.microsoft.com/office/drawing/2014/main" id="{CFB2D0E5-8049-8CCC-106A-E632B893F1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28611" y="3753552"/>
            <a:ext cx="227476" cy="239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65517D9-5B8E-B286-E9FC-6D909B605CC0}"/>
              </a:ext>
            </a:extLst>
          </p:cNvPr>
          <p:cNvSpPr/>
          <p:nvPr/>
        </p:nvSpPr>
        <p:spPr>
          <a:xfrm>
            <a:off x="6161401" y="2590776"/>
            <a:ext cx="1617199" cy="82378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5B52949-D61C-789D-560D-41FD094965F5}"/>
              </a:ext>
            </a:extLst>
          </p:cNvPr>
          <p:cNvSpPr/>
          <p:nvPr/>
        </p:nvSpPr>
        <p:spPr>
          <a:xfrm>
            <a:off x="8071592" y="2590776"/>
            <a:ext cx="1617199" cy="82378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1D83B04-236D-DC97-2F6A-4AFB20A2393F}"/>
              </a:ext>
            </a:extLst>
          </p:cNvPr>
          <p:cNvGrpSpPr/>
          <p:nvPr/>
        </p:nvGrpSpPr>
        <p:grpSpPr>
          <a:xfrm>
            <a:off x="2447594" y="2615388"/>
            <a:ext cx="3517608" cy="833100"/>
            <a:chOff x="1415206" y="2949684"/>
            <a:chExt cx="3517608" cy="83310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CFB70AC7-9389-CE8A-BD05-A6DC8722588C}"/>
                </a:ext>
              </a:extLst>
            </p:cNvPr>
            <p:cNvGrpSpPr/>
            <p:nvPr/>
          </p:nvGrpSpPr>
          <p:grpSpPr>
            <a:xfrm>
              <a:off x="1415206" y="2959004"/>
              <a:ext cx="1617199" cy="823780"/>
              <a:chOff x="1476287" y="2600067"/>
              <a:chExt cx="1617199" cy="823780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91EB0AAF-6A7B-F9A9-A8A1-ACDBDCC83F6B}"/>
                  </a:ext>
                </a:extLst>
              </p:cNvPr>
              <p:cNvSpPr/>
              <p:nvPr/>
            </p:nvSpPr>
            <p:spPr>
              <a:xfrm>
                <a:off x="1476287" y="2600067"/>
                <a:ext cx="1617199" cy="823780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F7306AE7-5242-D04A-49B6-15879D05E81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57744" y="2705591"/>
                <a:ext cx="1296437" cy="64821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70FEEBCA-30FF-11AE-7A9D-E14CD251F47E}"/>
                </a:ext>
              </a:extLst>
            </p:cNvPr>
            <p:cNvGrpSpPr/>
            <p:nvPr/>
          </p:nvGrpSpPr>
          <p:grpSpPr>
            <a:xfrm>
              <a:off x="3315615" y="2949684"/>
              <a:ext cx="1617199" cy="823780"/>
              <a:chOff x="3376696" y="2590747"/>
              <a:chExt cx="1617199" cy="823780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680FA90D-4459-B0A6-4220-B6500FDDB907}"/>
                  </a:ext>
                </a:extLst>
              </p:cNvPr>
              <p:cNvSpPr/>
              <p:nvPr/>
            </p:nvSpPr>
            <p:spPr>
              <a:xfrm>
                <a:off x="3376696" y="2590747"/>
                <a:ext cx="1617199" cy="823780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0D8E09B2-CCBE-5C63-C87A-ABB298FF86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595244" y="2777154"/>
                <a:ext cx="1210198" cy="359026"/>
              </a:xfrm>
              <a:prstGeom prst="rect">
                <a:avLst/>
              </a:prstGeom>
            </p:spPr>
          </p:pic>
        </p:grp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733C4E24-6CEB-329B-8461-BBDC1F60AC0C}"/>
              </a:ext>
            </a:extLst>
          </p:cNvPr>
          <p:cNvSpPr/>
          <p:nvPr/>
        </p:nvSpPr>
        <p:spPr>
          <a:xfrm>
            <a:off x="609586" y="2634804"/>
            <a:ext cx="1617199" cy="82378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CE7F1D29-224C-9EDB-49F2-591DAADE7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06307" y="2830670"/>
            <a:ext cx="993777" cy="384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51" descr="Wavin-Logo-top-corner">
            <a:extLst>
              <a:ext uri="{FF2B5EF4-FFF2-40B4-BE49-F238E27FC236}">
                <a16:creationId xmlns:a16="http://schemas.microsoft.com/office/drawing/2014/main" id="{E8E65B85-B79D-24AF-16F3-D7A50CDB6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4820" y="2810564"/>
            <a:ext cx="1464565" cy="526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52" descr="EDP Renováveis - Wikipedia">
            <a:extLst>
              <a:ext uri="{FF2B5EF4-FFF2-40B4-BE49-F238E27FC236}">
                <a16:creationId xmlns:a16="http://schemas.microsoft.com/office/drawing/2014/main" id="{BD10F36A-3F28-D757-97E0-A512D2B42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58412" y="2727071"/>
            <a:ext cx="1131454" cy="561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47" name="Group 1046">
            <a:extLst>
              <a:ext uri="{FF2B5EF4-FFF2-40B4-BE49-F238E27FC236}">
                <a16:creationId xmlns:a16="http://schemas.microsoft.com/office/drawing/2014/main" id="{B50278B5-71AB-CB0B-849B-1DDA7C4F1605}"/>
              </a:ext>
            </a:extLst>
          </p:cNvPr>
          <p:cNvGrpSpPr/>
          <p:nvPr/>
        </p:nvGrpSpPr>
        <p:grpSpPr>
          <a:xfrm>
            <a:off x="8542144" y="4569171"/>
            <a:ext cx="1880711" cy="988161"/>
            <a:chOff x="9316336" y="5361825"/>
            <a:chExt cx="1880711" cy="988161"/>
          </a:xfrm>
        </p:grpSpPr>
        <p:sp>
          <p:nvSpPr>
            <p:cNvPr id="1048" name="Rectangle 1047">
              <a:extLst>
                <a:ext uri="{FF2B5EF4-FFF2-40B4-BE49-F238E27FC236}">
                  <a16:creationId xmlns:a16="http://schemas.microsoft.com/office/drawing/2014/main" id="{E36E66CF-EF1D-366B-F958-D4DADA18EF91}"/>
                </a:ext>
              </a:extLst>
            </p:cNvPr>
            <p:cNvSpPr/>
            <p:nvPr/>
          </p:nvSpPr>
          <p:spPr>
            <a:xfrm>
              <a:off x="9316336" y="5361825"/>
              <a:ext cx="1880711" cy="9881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049" name="Picture 1048">
              <a:extLst>
                <a:ext uri="{FF2B5EF4-FFF2-40B4-BE49-F238E27FC236}">
                  <a16:creationId xmlns:a16="http://schemas.microsoft.com/office/drawing/2014/main" id="{7A4910FA-C9AF-CA9D-C8E0-51BC3CF4FD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99857" y="5532958"/>
              <a:ext cx="1713668" cy="661866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D021D3FF-6B2A-B462-66C7-BCFF7214C69E}"/>
              </a:ext>
            </a:extLst>
          </p:cNvPr>
          <p:cNvSpPr/>
          <p:nvPr/>
        </p:nvSpPr>
        <p:spPr>
          <a:xfrm>
            <a:off x="2878028" y="3588885"/>
            <a:ext cx="1617199" cy="82378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Orbia - Medtech Alert">
            <a:extLst>
              <a:ext uri="{FF2B5EF4-FFF2-40B4-BE49-F238E27FC236}">
                <a16:creationId xmlns:a16="http://schemas.microsoft.com/office/drawing/2014/main" id="{82F06450-28BE-001F-EF46-0697137F1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8093" y="3473596"/>
            <a:ext cx="1104285" cy="1104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684DDBA-99DC-C9DC-B467-E50536AA32B1}"/>
              </a:ext>
            </a:extLst>
          </p:cNvPr>
          <p:cNvSpPr/>
          <p:nvPr/>
        </p:nvSpPr>
        <p:spPr>
          <a:xfrm>
            <a:off x="9994125" y="2590910"/>
            <a:ext cx="1617199" cy="82378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4" descr="Axpo Holding - Wikipedia">
            <a:extLst>
              <a:ext uri="{FF2B5EF4-FFF2-40B4-BE49-F238E27FC236}">
                <a16:creationId xmlns:a16="http://schemas.microsoft.com/office/drawing/2014/main" id="{14DDA309-F269-F0FF-D552-FB53A41A4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4873" y="2758299"/>
            <a:ext cx="1225912" cy="58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5969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AB178B1C63764FB69DC687AF91F3C3" ma:contentTypeVersion="14" ma:contentTypeDescription="Een nieuw document maken." ma:contentTypeScope="" ma:versionID="34baedd750c5ac2de39e17369f75ff4a">
  <xsd:schema xmlns:xsd="http://www.w3.org/2001/XMLSchema" xmlns:xs="http://www.w3.org/2001/XMLSchema" xmlns:p="http://schemas.microsoft.com/office/2006/metadata/properties" xmlns:ns2="c559e707-c4dc-481c-8f20-1390d9b1763d" xmlns:ns3="20a0acd5-61c4-4018-b951-c082e5b75858" targetNamespace="http://schemas.microsoft.com/office/2006/metadata/properties" ma:root="true" ma:fieldsID="94b6d483c48ce3ecd8a1cc1f7c9283d7" ns2:_="" ns3:_="">
    <xsd:import namespace="c559e707-c4dc-481c-8f20-1390d9b1763d"/>
    <xsd:import namespace="20a0acd5-61c4-4018-b951-c082e5b758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9e707-c4dc-481c-8f20-1390d9b176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Afbeeldingtags" ma:readOnly="false" ma:fieldId="{5cf76f15-5ced-4ddc-b409-7134ff3c332f}" ma:taxonomyMulti="true" ma:sspId="28eca5aa-3823-4333-92a0-adf3de86d9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a0acd5-61c4-4018-b951-c082e5b75858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26fe27f-2603-4c92-a102-685a412d01be}" ma:internalName="TaxCatchAll" ma:showField="CatchAllData" ma:web="20a0acd5-61c4-4018-b951-c082e5b758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0a0acd5-61c4-4018-b951-c082e5b75858" xsi:nil="true"/>
    <lcf76f155ced4ddcb4097134ff3c332f xmlns="c559e707-c4dc-481c-8f20-1390d9b1763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4A39403-02BC-4CD0-B975-852683E3859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7B6D7B2-4A15-4A20-8446-3CA2D292FA75}">
  <ds:schemaRefs>
    <ds:schemaRef ds:uri="20a0acd5-61c4-4018-b951-c082e5b75858"/>
    <ds:schemaRef ds:uri="c559e707-c4dc-481c-8f20-1390d9b1763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20761F5-F802-48A0-8188-523559147EB6}">
  <ds:schemaRefs>
    <ds:schemaRef ds:uri="20a0acd5-61c4-4018-b951-c082e5b75858"/>
    <ds:schemaRef ds:uri="c559e707-c4dc-481c-8f20-1390d9b1763d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Our Energy Sector Clients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2026-01-23T10:44:02Z</dcterms:created>
  <dcterms:modified xsi:type="dcterms:W3CDTF">2026-01-23T10:50:51Z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0x01010038AB178B1C63764FB69DC687AF91F3C3</vt:lpwstr>
  </property>
  <property fmtid="{D5CDD505-2E9C-101B-9397-08002B2CF9AE}" pid="3" name="MediaServiceImageTags">
    <vt:lpwstr/>
  </property>
</Properties>
</file>