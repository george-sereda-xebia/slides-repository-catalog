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7"/>
  </p:notesMasterIdLst>
  <p:sldIdLst>
    <p:sldId id="2147474127" r:id="rId5"/>
    <p:sldId id="2147474128"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0AC43A-80C1-75A7-9EF5-A8D1DF2903C5}" v="2" dt="2026-01-22T16:04:13.543"/>
    <p1510:client id="{543A2A5D-F2C0-EE39-89E3-C7E6DBBB43D8}" v="1" dt="2026-01-23T10:21:25.6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Sereda" userId="S::george.sereda@xebia.com::5e824fc6-3a6a-482b-8597-f9374fb4b421" providerId="AD" clId="Web-{543A2A5D-F2C0-EE39-89E3-C7E6DBBB43D8}"/>
    <pc:docChg chg="addSld">
      <pc:chgData name="George Sereda" userId="S::george.sereda@xebia.com::5e824fc6-3a6a-482b-8597-f9374fb4b421" providerId="AD" clId="Web-{543A2A5D-F2C0-EE39-89E3-C7E6DBBB43D8}" dt="2026-01-23T10:21:25.657" v="0"/>
      <pc:docMkLst>
        <pc:docMk/>
      </pc:docMkLst>
      <pc:sldChg chg="add">
        <pc:chgData name="George Sereda" userId="S::george.sereda@xebia.com::5e824fc6-3a6a-482b-8597-f9374fb4b421" providerId="AD" clId="Web-{543A2A5D-F2C0-EE39-89E3-C7E6DBBB43D8}" dt="2026-01-23T10:21:25.657" v="0"/>
        <pc:sldMkLst>
          <pc:docMk/>
          <pc:sldMk cId="4027937857" sldId="2147474128"/>
        </pc:sldMkLst>
      </pc:sldChg>
    </pc:docChg>
  </pc:docChgLst>
  <pc:docChgLst>
    <pc:chgData name="George Sereda" userId="S::george.sereda@xebia.com::5e824fc6-3a6a-482b-8597-f9374fb4b421" providerId="AD" clId="Web-{3C0AC43A-80C1-75A7-9EF5-A8D1DF2903C5}"/>
    <pc:docChg chg="addSld delSld">
      <pc:chgData name="George Sereda" userId="S::george.sereda@xebia.com::5e824fc6-3a6a-482b-8597-f9374fb4b421" providerId="AD" clId="Web-{3C0AC43A-80C1-75A7-9EF5-A8D1DF2903C5}" dt="2026-01-22T16:04:13.543" v="1"/>
      <pc:docMkLst>
        <pc:docMk/>
      </pc:docMkLst>
      <pc:sldChg chg="del">
        <pc:chgData name="George Sereda" userId="S::george.sereda@xebia.com::5e824fc6-3a6a-482b-8597-f9374fb4b421" providerId="AD" clId="Web-{3C0AC43A-80C1-75A7-9EF5-A8D1DF2903C5}" dt="2026-01-22T16:04:13.543" v="1"/>
        <pc:sldMkLst>
          <pc:docMk/>
          <pc:sldMk cId="109857222" sldId="256"/>
        </pc:sldMkLst>
      </pc:sldChg>
      <pc:sldChg chg="add">
        <pc:chgData name="George Sereda" userId="S::george.sereda@xebia.com::5e824fc6-3a6a-482b-8597-f9374fb4b421" providerId="AD" clId="Web-{3C0AC43A-80C1-75A7-9EF5-A8D1DF2903C5}" dt="2026-01-22T16:04:08.683" v="0"/>
        <pc:sldMkLst>
          <pc:docMk/>
          <pc:sldMk cId="1513697184" sldId="2147474127"/>
        </pc:sldMkLst>
      </pc:sldChg>
      <pc:sldMasterChg chg="addSldLayout">
        <pc:chgData name="George Sereda" userId="S::george.sereda@xebia.com::5e824fc6-3a6a-482b-8597-f9374fb4b421" providerId="AD" clId="Web-{3C0AC43A-80C1-75A7-9EF5-A8D1DF2903C5}" dt="2026-01-22T16:04:08.683" v="0"/>
        <pc:sldMasterMkLst>
          <pc:docMk/>
          <pc:sldMasterMk cId="2460954070" sldId="2147483660"/>
        </pc:sldMasterMkLst>
        <pc:sldLayoutChg chg="add">
          <pc:chgData name="George Sereda" userId="S::george.sereda@xebia.com::5e824fc6-3a6a-482b-8597-f9374fb4b421" providerId="AD" clId="Web-{3C0AC43A-80C1-75A7-9EF5-A8D1DF2903C5}" dt="2026-01-22T16:04:08.683" v="0"/>
          <pc:sldLayoutMkLst>
            <pc:docMk/>
            <pc:sldMasterMk cId="2460954070" sldId="2147483660"/>
            <pc:sldLayoutMk cId="764688919" sldId="214748367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6089E-6B85-4F52-96AA-25C1330D518F}" type="datetimeFigureOut">
              <a:t>1/23/2026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C77EE-A9BF-4BBD-8D24-69E4CF70F12A}" type="slidenum">
              <a:t>‹#›</a:t>
            </a:fld>
            <a:endParaRPr lang="en-US"/>
          </a:p>
        </p:txBody>
      </p:sp>
    </p:spTree>
    <p:extLst>
      <p:ext uri="{BB962C8B-B14F-4D97-AF65-F5344CB8AC3E}">
        <p14:creationId xmlns:p14="http://schemas.microsoft.com/office/powerpoint/2010/main" val="3884525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pl-PL"/>
              <a:t>Guido</a:t>
            </a:r>
            <a:br>
              <a:rPr lang="x-none"/>
            </a:br>
            <a:endParaRPr lang="x-none"/>
          </a:p>
        </p:txBody>
      </p:sp>
    </p:spTree>
    <p:extLst>
      <p:ext uri="{BB962C8B-B14F-4D97-AF65-F5344CB8AC3E}">
        <p14:creationId xmlns:p14="http://schemas.microsoft.com/office/powerpoint/2010/main" val="22252400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pl-PL"/>
              <a:t>Guido</a:t>
            </a:r>
            <a:br>
              <a:rPr lang="x-none"/>
            </a:br>
            <a:endParaRPr lang="x-none"/>
          </a:p>
        </p:txBody>
      </p:sp>
    </p:spTree>
    <p:extLst>
      <p:ext uri="{BB962C8B-B14F-4D97-AF65-F5344CB8AC3E}">
        <p14:creationId xmlns:p14="http://schemas.microsoft.com/office/powerpoint/2010/main" val="2225240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Agenda 1">
    <p:spTree>
      <p:nvGrpSpPr>
        <p:cNvPr id="1" name=""/>
        <p:cNvGrpSpPr/>
        <p:nvPr/>
      </p:nvGrpSpPr>
      <p:grpSpPr>
        <a:xfrm>
          <a:off x="0" y="0"/>
          <a:ext cx="0" cy="0"/>
          <a:chOff x="0" y="0"/>
          <a:chExt cx="0" cy="0"/>
        </a:xfrm>
      </p:grpSpPr>
      <p:sp>
        <p:nvSpPr>
          <p:cNvPr id="7" name="Prostokąt 6">
            <a:extLst>
              <a:ext uri="{FF2B5EF4-FFF2-40B4-BE49-F238E27FC236}">
                <a16:creationId xmlns:a16="http://schemas.microsoft.com/office/drawing/2014/main" id="{15E2A006-D021-2B56-596A-2AAB3CC41E54}"/>
              </a:ext>
            </a:extLst>
          </p:cNvPr>
          <p:cNvSpPr/>
          <p:nvPr userDrawn="1"/>
        </p:nvSpPr>
        <p:spPr>
          <a:xfrm>
            <a:off x="0" y="0"/>
            <a:ext cx="12204000" cy="6876000"/>
          </a:xfrm>
          <a:prstGeom prst="rect">
            <a:avLst/>
          </a:prstGeom>
          <a:solidFill>
            <a:srgbClr val="F3F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800">
              <a:solidFill>
                <a:srgbClr val="F7F8F8"/>
              </a:solidFill>
            </a:endParaRPr>
          </a:p>
        </p:txBody>
      </p:sp>
      <p:pic>
        <p:nvPicPr>
          <p:cNvPr id="8" name="Picture 7">
            <a:extLst>
              <a:ext uri="{FF2B5EF4-FFF2-40B4-BE49-F238E27FC236}">
                <a16:creationId xmlns:a16="http://schemas.microsoft.com/office/drawing/2014/main" id="{7A41BB17-9A79-D82E-8652-5AF9759C7D6A}"/>
              </a:ext>
            </a:extLst>
          </p:cNvPr>
          <p:cNvPicPr>
            <a:picLocks noChangeAspect="1"/>
          </p:cNvPicPr>
          <p:nvPr userDrawn="1"/>
        </p:nvPicPr>
        <p:blipFill rotWithShape="1">
          <a:blip r:embed="rId2"/>
          <a:srcRect l="21369" r="14519" b="17054"/>
          <a:stretch/>
        </p:blipFill>
        <p:spPr>
          <a:xfrm rot="16200000" flipH="1">
            <a:off x="3467479" y="-1878522"/>
            <a:ext cx="6858000" cy="10615043"/>
          </a:xfrm>
          <a:custGeom>
            <a:avLst/>
            <a:gdLst>
              <a:gd name="connsiteX0" fmla="*/ 0 w 6858000"/>
              <a:gd name="connsiteY0" fmla="*/ 0 h 9269818"/>
              <a:gd name="connsiteX1" fmla="*/ 0 w 6858000"/>
              <a:gd name="connsiteY1" fmla="*/ 9269818 h 9269818"/>
              <a:gd name="connsiteX2" fmla="*/ 6858000 w 6858000"/>
              <a:gd name="connsiteY2" fmla="*/ 9269817 h 9269818"/>
              <a:gd name="connsiteX3" fmla="*/ 6858000 w 6858000"/>
              <a:gd name="connsiteY3" fmla="*/ 0 h 9269818"/>
            </a:gdLst>
            <a:ahLst/>
            <a:cxnLst>
              <a:cxn ang="0">
                <a:pos x="connsiteX0" y="connsiteY0"/>
              </a:cxn>
              <a:cxn ang="0">
                <a:pos x="connsiteX1" y="connsiteY1"/>
              </a:cxn>
              <a:cxn ang="0">
                <a:pos x="connsiteX2" y="connsiteY2"/>
              </a:cxn>
              <a:cxn ang="0">
                <a:pos x="connsiteX3" y="connsiteY3"/>
              </a:cxn>
            </a:cxnLst>
            <a:rect l="l" t="t" r="r" b="b"/>
            <a:pathLst>
              <a:path w="6858000" h="9269818">
                <a:moveTo>
                  <a:pt x="0" y="0"/>
                </a:moveTo>
                <a:lnTo>
                  <a:pt x="0" y="9269818"/>
                </a:lnTo>
                <a:lnTo>
                  <a:pt x="6858000" y="9269817"/>
                </a:lnTo>
                <a:lnTo>
                  <a:pt x="6858000" y="0"/>
                </a:lnTo>
                <a:close/>
              </a:path>
            </a:pathLst>
          </a:custGeom>
        </p:spPr>
      </p:pic>
      <p:sp>
        <p:nvSpPr>
          <p:cNvPr id="29" name="Symbol zastępczy tekstu 1">
            <a:extLst>
              <a:ext uri="{FF2B5EF4-FFF2-40B4-BE49-F238E27FC236}">
                <a16:creationId xmlns:a16="http://schemas.microsoft.com/office/drawing/2014/main" id="{EBB5672A-32E6-994C-B295-7EFB4D97B5B3}"/>
              </a:ext>
            </a:extLst>
          </p:cNvPr>
          <p:cNvSpPr>
            <a:spLocks noGrp="1"/>
          </p:cNvSpPr>
          <p:nvPr>
            <p:ph type="body" sz="quarter" idx="10"/>
          </p:nvPr>
        </p:nvSpPr>
        <p:spPr>
          <a:xfrm>
            <a:off x="1206638" y="3734121"/>
            <a:ext cx="4214533" cy="359612"/>
          </a:xfrm>
          <a:prstGeom prst="rect">
            <a:avLst/>
          </a:prstGeom>
        </p:spPr>
        <p:txBody>
          <a:bodyPr/>
          <a:lstStyle>
            <a:lvl1pPr marL="342917" indent="-342917">
              <a:lnSpc>
                <a:spcPct val="100000"/>
              </a:lnSpc>
              <a:buClr>
                <a:schemeClr val="tx1"/>
              </a:buClr>
              <a:buFont typeface="+mj-lt"/>
              <a:buAutoNum type="arabicPeriod"/>
              <a:defRPr sz="1500" b="0" i="0">
                <a:solidFill>
                  <a:schemeClr val="tx1"/>
                </a:solidFill>
                <a:latin typeface="Arial" panose="020B0604020202020204" pitchFamily="34" charset="0"/>
                <a:cs typeface="Arial" panose="020B0604020202020204" pitchFamily="34" charset="0"/>
              </a:defRPr>
            </a:lvl1pPr>
          </a:lstStyle>
          <a:p>
            <a:pPr lvl="0"/>
            <a:r>
              <a:rPr lang="en-GB"/>
              <a:t>Click to edit Master text styles</a:t>
            </a:r>
          </a:p>
        </p:txBody>
      </p:sp>
      <p:sp>
        <p:nvSpPr>
          <p:cNvPr id="31" name="Tytuł 1">
            <a:extLst>
              <a:ext uri="{FF2B5EF4-FFF2-40B4-BE49-F238E27FC236}">
                <a16:creationId xmlns:a16="http://schemas.microsoft.com/office/drawing/2014/main" id="{5E61B864-2FB5-E54F-ABBA-FE09E2F34966}"/>
              </a:ext>
            </a:extLst>
          </p:cNvPr>
          <p:cNvSpPr>
            <a:spLocks noGrp="1"/>
          </p:cNvSpPr>
          <p:nvPr>
            <p:ph type="ctrTitle" hasCustomPrompt="1"/>
          </p:nvPr>
        </p:nvSpPr>
        <p:spPr>
          <a:xfrm>
            <a:off x="1206638" y="2121125"/>
            <a:ext cx="10075110" cy="741193"/>
          </a:xfrm>
          <a:prstGeom prst="rect">
            <a:avLst/>
          </a:prstGeom>
        </p:spPr>
        <p:txBody>
          <a:bodyPr/>
          <a:lstStyle>
            <a:lvl1pPr>
              <a:lnSpc>
                <a:spcPct val="100000"/>
              </a:lnSpc>
              <a:defRPr sz="6000" b="1" i="0">
                <a:solidFill>
                  <a:schemeClr val="tx1"/>
                </a:solidFill>
                <a:latin typeface="Century Gothic" panose="020B0502020202020204" pitchFamily="34" charset="0"/>
              </a:defRPr>
            </a:lvl1pPr>
          </a:lstStyle>
          <a:p>
            <a:r>
              <a:rPr lang="pl-PL"/>
              <a:t>Agenda</a:t>
            </a:r>
          </a:p>
        </p:txBody>
      </p:sp>
    </p:spTree>
    <p:extLst>
      <p:ext uri="{BB962C8B-B14F-4D97-AF65-F5344CB8AC3E}">
        <p14:creationId xmlns:p14="http://schemas.microsoft.com/office/powerpoint/2010/main" val="764688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image" Target="../media/image20.png"/><Relationship Id="rId42" Type="http://schemas.openxmlformats.org/officeDocument/2006/relationships/image" Target="../media/image41.png"/><Relationship Id="rId47" Type="http://schemas.openxmlformats.org/officeDocument/2006/relationships/image" Target="../media/image46.png"/><Relationship Id="rId63" Type="http://schemas.openxmlformats.org/officeDocument/2006/relationships/image" Target="../media/image62.png"/><Relationship Id="rId68" Type="http://schemas.openxmlformats.org/officeDocument/2006/relationships/image" Target="../media/image66.png"/><Relationship Id="rId7" Type="http://schemas.openxmlformats.org/officeDocument/2006/relationships/image" Target="../media/image6.tiff"/><Relationship Id="rId2" Type="http://schemas.openxmlformats.org/officeDocument/2006/relationships/notesSlide" Target="../notesSlides/notesSlide1.xml"/><Relationship Id="rId16" Type="http://schemas.openxmlformats.org/officeDocument/2006/relationships/image" Target="../media/image15.pn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jpeg"/><Relationship Id="rId40" Type="http://schemas.openxmlformats.org/officeDocument/2006/relationships/image" Target="../media/image39.tiff"/><Relationship Id="rId45" Type="http://schemas.openxmlformats.org/officeDocument/2006/relationships/image" Target="../media/image44.png"/><Relationship Id="rId53" Type="http://schemas.openxmlformats.org/officeDocument/2006/relationships/image" Target="../media/image52.jpeg"/><Relationship Id="rId58" Type="http://schemas.openxmlformats.org/officeDocument/2006/relationships/image" Target="../media/image57.png"/><Relationship Id="rId66" Type="http://schemas.openxmlformats.org/officeDocument/2006/relationships/image" Target="../media/image65.png"/><Relationship Id="rId5" Type="http://schemas.openxmlformats.org/officeDocument/2006/relationships/image" Target="../media/image4.png"/><Relationship Id="rId61" Type="http://schemas.openxmlformats.org/officeDocument/2006/relationships/image" Target="../media/image60.png"/><Relationship Id="rId19" Type="http://schemas.openxmlformats.org/officeDocument/2006/relationships/image" Target="../media/image1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jpeg"/><Relationship Id="rId48" Type="http://schemas.openxmlformats.org/officeDocument/2006/relationships/image" Target="../media/image47.png"/><Relationship Id="rId56" Type="http://schemas.openxmlformats.org/officeDocument/2006/relationships/image" Target="../media/image55.png"/><Relationship Id="rId64" Type="http://schemas.openxmlformats.org/officeDocument/2006/relationships/image" Target="../media/image63.png"/><Relationship Id="rId69" Type="http://schemas.openxmlformats.org/officeDocument/2006/relationships/image" Target="../media/image67.png"/><Relationship Id="rId8" Type="http://schemas.openxmlformats.org/officeDocument/2006/relationships/image" Target="../media/image7.png"/><Relationship Id="rId51" Type="http://schemas.openxmlformats.org/officeDocument/2006/relationships/image" Target="../media/image50.png"/><Relationship Id="rId3" Type="http://schemas.openxmlformats.org/officeDocument/2006/relationships/image" Target="../media/image2.tiff"/><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tiff"/><Relationship Id="rId33" Type="http://schemas.openxmlformats.org/officeDocument/2006/relationships/image" Target="../media/image32.png"/><Relationship Id="rId38" Type="http://schemas.openxmlformats.org/officeDocument/2006/relationships/image" Target="../media/image37.jpeg"/><Relationship Id="rId46" Type="http://schemas.openxmlformats.org/officeDocument/2006/relationships/image" Target="../media/image45.png"/><Relationship Id="rId59" Type="http://schemas.openxmlformats.org/officeDocument/2006/relationships/image" Target="../media/image58.png"/><Relationship Id="rId67" Type="http://schemas.microsoft.com/office/2007/relationships/hdphoto" Target="../media/hdphoto1.wdp"/><Relationship Id="rId20" Type="http://schemas.openxmlformats.org/officeDocument/2006/relationships/image" Target="../media/image19.png"/><Relationship Id="rId41" Type="http://schemas.openxmlformats.org/officeDocument/2006/relationships/image" Target="../media/image40.tiff"/><Relationship Id="rId54" Type="http://schemas.openxmlformats.org/officeDocument/2006/relationships/image" Target="../media/image53.png"/><Relationship Id="rId62" Type="http://schemas.openxmlformats.org/officeDocument/2006/relationships/image" Target="../media/image61.tiff"/><Relationship Id="rId1" Type="http://schemas.openxmlformats.org/officeDocument/2006/relationships/slideLayout" Target="../slideLayouts/slideLayout12.xml"/><Relationship Id="rId6" Type="http://schemas.openxmlformats.org/officeDocument/2006/relationships/image" Target="../media/image5.tiff"/><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jpeg"/><Relationship Id="rId49" Type="http://schemas.openxmlformats.org/officeDocument/2006/relationships/image" Target="../media/image48.png"/><Relationship Id="rId57" Type="http://schemas.openxmlformats.org/officeDocument/2006/relationships/image" Target="../media/image56.png"/><Relationship Id="rId10" Type="http://schemas.openxmlformats.org/officeDocument/2006/relationships/image" Target="../media/image9.png"/><Relationship Id="rId31" Type="http://schemas.openxmlformats.org/officeDocument/2006/relationships/image" Target="../media/image30.png"/><Relationship Id="rId44" Type="http://schemas.openxmlformats.org/officeDocument/2006/relationships/image" Target="../media/image43.png"/><Relationship Id="rId52" Type="http://schemas.openxmlformats.org/officeDocument/2006/relationships/image" Target="../media/image51.jpeg"/><Relationship Id="rId60" Type="http://schemas.openxmlformats.org/officeDocument/2006/relationships/image" Target="../media/image59.png"/><Relationship Id="rId65" Type="http://schemas.openxmlformats.org/officeDocument/2006/relationships/image" Target="../media/image64.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7.png"/><Relationship Id="rId39" Type="http://schemas.openxmlformats.org/officeDocument/2006/relationships/image" Target="../media/image38.png"/><Relationship Id="rId34" Type="http://schemas.openxmlformats.org/officeDocument/2006/relationships/image" Target="../media/image33.png"/><Relationship Id="rId50" Type="http://schemas.openxmlformats.org/officeDocument/2006/relationships/image" Target="../media/image49.png"/><Relationship Id="rId55" Type="http://schemas.openxmlformats.org/officeDocument/2006/relationships/image" Target="../media/image54.png"/></Relationships>
</file>

<file path=ppt/slides/_rels/slide2.xml.rels><?xml version="1.0" encoding="UTF-8" standalone="yes"?>
<Relationships xmlns="http://schemas.openxmlformats.org/package/2006/relationships"><Relationship Id="rId26" Type="http://schemas.openxmlformats.org/officeDocument/2006/relationships/image" Target="../media/image25.png"/><Relationship Id="rId21" Type="http://schemas.openxmlformats.org/officeDocument/2006/relationships/image" Target="../media/image20.png"/><Relationship Id="rId34" Type="http://schemas.openxmlformats.org/officeDocument/2006/relationships/image" Target="../media/image33.png"/><Relationship Id="rId42" Type="http://schemas.openxmlformats.org/officeDocument/2006/relationships/image" Target="../media/image41.png"/><Relationship Id="rId47" Type="http://schemas.openxmlformats.org/officeDocument/2006/relationships/image" Target="../media/image46.png"/><Relationship Id="rId50" Type="http://schemas.openxmlformats.org/officeDocument/2006/relationships/image" Target="../media/image49.png"/><Relationship Id="rId55" Type="http://schemas.openxmlformats.org/officeDocument/2006/relationships/image" Target="../media/image54.png"/><Relationship Id="rId63" Type="http://schemas.openxmlformats.org/officeDocument/2006/relationships/image" Target="../media/image62.png"/><Relationship Id="rId68" Type="http://schemas.openxmlformats.org/officeDocument/2006/relationships/image" Target="../media/image66.png"/><Relationship Id="rId7" Type="http://schemas.openxmlformats.org/officeDocument/2006/relationships/image" Target="../media/image6.tiff"/><Relationship Id="rId2" Type="http://schemas.openxmlformats.org/officeDocument/2006/relationships/notesSlide" Target="../notesSlides/notesSlide2.xml"/><Relationship Id="rId16" Type="http://schemas.openxmlformats.org/officeDocument/2006/relationships/image" Target="../media/image15.png"/><Relationship Id="rId29" Type="http://schemas.openxmlformats.org/officeDocument/2006/relationships/image" Target="../media/image28.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jpeg"/><Relationship Id="rId40" Type="http://schemas.openxmlformats.org/officeDocument/2006/relationships/image" Target="../media/image39.tiff"/><Relationship Id="rId45" Type="http://schemas.openxmlformats.org/officeDocument/2006/relationships/image" Target="../media/image44.png"/><Relationship Id="rId53" Type="http://schemas.openxmlformats.org/officeDocument/2006/relationships/image" Target="../media/image52.jpeg"/><Relationship Id="rId58" Type="http://schemas.openxmlformats.org/officeDocument/2006/relationships/image" Target="../media/image57.png"/><Relationship Id="rId66" Type="http://schemas.openxmlformats.org/officeDocument/2006/relationships/image" Target="../media/image65.png"/><Relationship Id="rId5" Type="http://schemas.openxmlformats.org/officeDocument/2006/relationships/image" Target="../media/image4.png"/><Relationship Id="rId61" Type="http://schemas.openxmlformats.org/officeDocument/2006/relationships/image" Target="../media/image60.png"/><Relationship Id="rId19" Type="http://schemas.openxmlformats.org/officeDocument/2006/relationships/image" Target="../media/image1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43" Type="http://schemas.openxmlformats.org/officeDocument/2006/relationships/image" Target="../media/image42.jpeg"/><Relationship Id="rId48" Type="http://schemas.openxmlformats.org/officeDocument/2006/relationships/image" Target="../media/image47.png"/><Relationship Id="rId56" Type="http://schemas.openxmlformats.org/officeDocument/2006/relationships/image" Target="../media/image55.png"/><Relationship Id="rId64" Type="http://schemas.openxmlformats.org/officeDocument/2006/relationships/image" Target="../media/image63.png"/><Relationship Id="rId8" Type="http://schemas.openxmlformats.org/officeDocument/2006/relationships/image" Target="../media/image7.png"/><Relationship Id="rId51" Type="http://schemas.openxmlformats.org/officeDocument/2006/relationships/image" Target="../media/image50.png"/><Relationship Id="rId3" Type="http://schemas.openxmlformats.org/officeDocument/2006/relationships/image" Target="../media/image2.tiff"/><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tiff"/><Relationship Id="rId33" Type="http://schemas.openxmlformats.org/officeDocument/2006/relationships/image" Target="../media/image32.png"/><Relationship Id="rId38" Type="http://schemas.openxmlformats.org/officeDocument/2006/relationships/image" Target="../media/image37.jpeg"/><Relationship Id="rId46" Type="http://schemas.openxmlformats.org/officeDocument/2006/relationships/image" Target="../media/image45.png"/><Relationship Id="rId59" Type="http://schemas.openxmlformats.org/officeDocument/2006/relationships/image" Target="../media/image58.png"/><Relationship Id="rId67" Type="http://schemas.microsoft.com/office/2007/relationships/hdphoto" Target="../media/hdphoto1.wdp"/><Relationship Id="rId20" Type="http://schemas.openxmlformats.org/officeDocument/2006/relationships/image" Target="../media/image19.png"/><Relationship Id="rId41" Type="http://schemas.openxmlformats.org/officeDocument/2006/relationships/image" Target="../media/image40.tiff"/><Relationship Id="rId54" Type="http://schemas.openxmlformats.org/officeDocument/2006/relationships/image" Target="../media/image53.png"/><Relationship Id="rId62" Type="http://schemas.openxmlformats.org/officeDocument/2006/relationships/image" Target="../media/image61.tiff"/><Relationship Id="rId1" Type="http://schemas.openxmlformats.org/officeDocument/2006/relationships/slideLayout" Target="../slideLayouts/slideLayout12.xml"/><Relationship Id="rId6" Type="http://schemas.openxmlformats.org/officeDocument/2006/relationships/image" Target="../media/image5.tiff"/><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jpeg"/><Relationship Id="rId49" Type="http://schemas.openxmlformats.org/officeDocument/2006/relationships/image" Target="../media/image48.png"/><Relationship Id="rId57" Type="http://schemas.openxmlformats.org/officeDocument/2006/relationships/image" Target="../media/image56.png"/><Relationship Id="rId10" Type="http://schemas.openxmlformats.org/officeDocument/2006/relationships/image" Target="../media/image9.png"/><Relationship Id="rId31" Type="http://schemas.openxmlformats.org/officeDocument/2006/relationships/image" Target="../media/image30.png"/><Relationship Id="rId44" Type="http://schemas.openxmlformats.org/officeDocument/2006/relationships/image" Target="../media/image43.png"/><Relationship Id="rId52" Type="http://schemas.openxmlformats.org/officeDocument/2006/relationships/image" Target="../media/image51.jpeg"/><Relationship Id="rId60" Type="http://schemas.openxmlformats.org/officeDocument/2006/relationships/image" Target="../media/image59.png"/><Relationship Id="rId65" Type="http://schemas.openxmlformats.org/officeDocument/2006/relationships/image" Target="../media/image64.png"/><Relationship Id="rId4" Type="http://schemas.openxmlformats.org/officeDocument/2006/relationships/image" Target="../media/image3.png"/><Relationship Id="rId9" Type="http://schemas.openxmlformats.org/officeDocument/2006/relationships/image" Target="../media/image8.png"/><Relationship Id="rId13" Type="http://schemas.openxmlformats.org/officeDocument/2006/relationships/image" Target="../media/image12.png"/><Relationship Id="rId18" Type="http://schemas.openxmlformats.org/officeDocument/2006/relationships/image" Target="../media/image17.png"/><Relationship Id="rId39"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16F9E11C-36BD-EA45-991F-9579E2D2CF36}"/>
              </a:ext>
            </a:extLst>
          </p:cNvPr>
          <p:cNvSpPr txBox="1"/>
          <p:nvPr/>
        </p:nvSpPr>
        <p:spPr>
          <a:xfrm>
            <a:off x="3569461" y="680240"/>
            <a:ext cx="1472333" cy="35599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a:solidFill>
                  <a:schemeClr val="tx1"/>
                </a:solidFill>
                <a:latin typeface="+mj-lt"/>
                <a:ea typeface="Proxima Nova Semibold"/>
                <a:cs typeface="Proxima Nova Semibold"/>
                <a:sym typeface="Proxima Nova Semibold"/>
              </a:rPr>
              <a:t>Retail &amp; Consumer </a:t>
            </a:r>
            <a:br>
              <a:rPr lang="nl-NL" sz="1100" b="1" kern="0">
                <a:solidFill>
                  <a:schemeClr val="tx1"/>
                </a:solidFill>
                <a:latin typeface="+mj-lt"/>
                <a:ea typeface="Proxima Nova Semibold"/>
                <a:cs typeface="Proxima Nova Semibold"/>
                <a:sym typeface="Proxima Nova Semibold"/>
              </a:rPr>
            </a:br>
            <a:r>
              <a:rPr lang="nl-NL" sz="1100" b="1" kern="0" err="1">
                <a:solidFill>
                  <a:schemeClr val="tx1"/>
                </a:solidFill>
                <a:latin typeface="+mj-lt"/>
                <a:ea typeface="Proxima Nova Semibold"/>
                <a:cs typeface="Proxima Nova Semibold"/>
                <a:sym typeface="Proxima Nova Semibold"/>
              </a:rPr>
              <a:t>Goods</a:t>
            </a:r>
            <a:endParaRPr lang="en-US" sz="1100" b="1" kern="0">
              <a:solidFill>
                <a:schemeClr val="tx1"/>
              </a:solidFill>
              <a:latin typeface="+mj-lt"/>
            </a:endParaRPr>
          </a:p>
        </p:txBody>
      </p:sp>
      <p:sp>
        <p:nvSpPr>
          <p:cNvPr id="74"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55FC9871-682A-9545-A256-D952FE8BB48E}"/>
              </a:ext>
            </a:extLst>
          </p:cNvPr>
          <p:cNvSpPr txBox="1"/>
          <p:nvPr/>
        </p:nvSpPr>
        <p:spPr>
          <a:xfrm>
            <a:off x="5000788" y="680240"/>
            <a:ext cx="1315793" cy="35599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a:solidFill>
                  <a:schemeClr val="tx1"/>
                </a:solidFill>
                <a:latin typeface="+mj-lt"/>
                <a:ea typeface="Proxima Nova Semibold"/>
                <a:cs typeface="Proxima Nova Semibold"/>
                <a:sym typeface="Proxima Nova Semibold"/>
              </a:rPr>
              <a:t>Transport, Travel </a:t>
            </a:r>
            <a:br>
              <a:rPr lang="nl-NL" sz="1100" b="1" kern="0">
                <a:solidFill>
                  <a:schemeClr val="tx1"/>
                </a:solidFill>
                <a:latin typeface="+mj-lt"/>
                <a:ea typeface="Proxima Nova Semibold"/>
                <a:cs typeface="Proxima Nova Semibold"/>
                <a:sym typeface="Proxima Nova Semibold"/>
              </a:rPr>
            </a:br>
            <a:r>
              <a:rPr lang="nl-NL" sz="1100" b="1" kern="0">
                <a:solidFill>
                  <a:schemeClr val="tx1"/>
                </a:solidFill>
                <a:latin typeface="+mj-lt"/>
                <a:ea typeface="Proxima Nova Semibold"/>
                <a:cs typeface="Proxima Nova Semibold"/>
                <a:sym typeface="Proxima Nova Semibold"/>
              </a:rPr>
              <a:t>&amp; </a:t>
            </a:r>
            <a:r>
              <a:rPr lang="nl-NL" sz="1100" b="1" kern="0" err="1">
                <a:solidFill>
                  <a:schemeClr val="tx1"/>
                </a:solidFill>
                <a:latin typeface="+mj-lt"/>
                <a:ea typeface="Proxima Nova Semibold"/>
                <a:cs typeface="Proxima Nova Semibold"/>
                <a:sym typeface="Proxima Nova Semibold"/>
              </a:rPr>
              <a:t>Hospitality</a:t>
            </a:r>
            <a:endParaRPr lang="en-US" sz="1100" b="1" kern="0">
              <a:solidFill>
                <a:schemeClr val="tx1"/>
              </a:solidFill>
              <a:latin typeface="+mj-lt"/>
            </a:endParaRPr>
          </a:p>
        </p:txBody>
      </p:sp>
      <p:sp>
        <p:nvSpPr>
          <p:cNvPr id="81"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72ADAD0B-6A39-B44C-9364-E0388B2D9ABD}"/>
              </a:ext>
            </a:extLst>
          </p:cNvPr>
          <p:cNvSpPr txBox="1"/>
          <p:nvPr/>
        </p:nvSpPr>
        <p:spPr>
          <a:xfrm>
            <a:off x="6191517" y="680240"/>
            <a:ext cx="1316660" cy="35599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a:solidFill>
                  <a:schemeClr val="tx1"/>
                </a:solidFill>
                <a:latin typeface="+mj-lt"/>
                <a:ea typeface="Proxima Nova Semibold"/>
                <a:cs typeface="Proxima Nova Semibold"/>
                <a:sym typeface="Proxima Nova Semibold"/>
              </a:rPr>
              <a:t>Finance </a:t>
            </a:r>
            <a:br>
              <a:rPr lang="nl-NL" sz="1100" b="1" kern="0">
                <a:solidFill>
                  <a:schemeClr val="tx1"/>
                </a:solidFill>
                <a:latin typeface="+mj-lt"/>
                <a:ea typeface="Proxima Nova Semibold"/>
                <a:cs typeface="Proxima Nova Semibold"/>
                <a:sym typeface="Proxima Nova Semibold"/>
              </a:rPr>
            </a:br>
            <a:r>
              <a:rPr lang="nl-NL" sz="1100" b="1" kern="0">
                <a:solidFill>
                  <a:schemeClr val="tx1"/>
                </a:solidFill>
                <a:latin typeface="+mj-lt"/>
                <a:ea typeface="Proxima Nova Semibold"/>
                <a:cs typeface="Proxima Nova Semibold"/>
                <a:sym typeface="Proxima Nova Semibold"/>
              </a:rPr>
              <a:t>&amp; </a:t>
            </a:r>
            <a:r>
              <a:rPr lang="nl-NL" sz="1100" b="1" kern="0" err="1">
                <a:solidFill>
                  <a:schemeClr val="tx1"/>
                </a:solidFill>
                <a:latin typeface="+mj-lt"/>
                <a:ea typeface="Proxima Nova Semibold"/>
                <a:cs typeface="Proxima Nova Semibold"/>
                <a:sym typeface="Proxima Nova Semibold"/>
              </a:rPr>
              <a:t>Fintech</a:t>
            </a:r>
            <a:endParaRPr lang="en-US" sz="1100" b="1" kern="0">
              <a:solidFill>
                <a:schemeClr val="tx1"/>
              </a:solidFill>
              <a:latin typeface="+mj-lt"/>
            </a:endParaRPr>
          </a:p>
        </p:txBody>
      </p:sp>
      <p:sp>
        <p:nvSpPr>
          <p:cNvPr id="118"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4EEBDF06-852C-6542-A3DD-F43C85FDEA88}"/>
              </a:ext>
            </a:extLst>
          </p:cNvPr>
          <p:cNvSpPr txBox="1"/>
          <p:nvPr/>
        </p:nvSpPr>
        <p:spPr>
          <a:xfrm>
            <a:off x="7502660" y="680241"/>
            <a:ext cx="1231879" cy="50834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err="1">
                <a:solidFill>
                  <a:schemeClr val="tx1"/>
                </a:solidFill>
                <a:latin typeface="+mj-lt"/>
                <a:ea typeface="Proxima Nova Semibold"/>
                <a:cs typeface="Proxima Nova Semibold"/>
                <a:sym typeface="Proxima Nova Semibold"/>
              </a:rPr>
              <a:t>Govt</a:t>
            </a:r>
            <a:r>
              <a:rPr lang="nl-NL" sz="1100" b="1" kern="0">
                <a:solidFill>
                  <a:schemeClr val="tx1"/>
                </a:solidFill>
                <a:latin typeface="+mj-lt"/>
                <a:ea typeface="Proxima Nova Semibold"/>
                <a:cs typeface="Proxima Nova Semibold"/>
                <a:sym typeface="Proxima Nova Semibold"/>
              </a:rPr>
              <a:t>, Public, Manufacturing &amp; Utilities</a:t>
            </a:r>
            <a:endParaRPr lang="en-US" sz="1100" b="1" kern="0">
              <a:solidFill>
                <a:schemeClr val="tx1"/>
              </a:solidFill>
              <a:latin typeface="+mj-lt"/>
            </a:endParaRPr>
          </a:p>
        </p:txBody>
      </p:sp>
      <p:sp>
        <p:nvSpPr>
          <p:cNvPr id="119"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C965CD66-6149-8E43-8108-3EB684AB8D85}"/>
              </a:ext>
            </a:extLst>
          </p:cNvPr>
          <p:cNvSpPr txBox="1"/>
          <p:nvPr/>
        </p:nvSpPr>
        <p:spPr>
          <a:xfrm>
            <a:off x="8792678" y="680240"/>
            <a:ext cx="1307274" cy="355995"/>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a:solidFill>
                  <a:schemeClr val="tx1"/>
                </a:solidFill>
                <a:latin typeface="+mj-lt"/>
                <a:ea typeface="Proxima Nova Semibold"/>
                <a:cs typeface="Proxima Nova Semibold"/>
                <a:sym typeface="Proxima Nova Semibold"/>
              </a:rPr>
              <a:t>Media, </a:t>
            </a:r>
            <a:r>
              <a:rPr lang="nl-NL" sz="1100" b="1" kern="0" err="1">
                <a:solidFill>
                  <a:schemeClr val="tx1"/>
                </a:solidFill>
                <a:latin typeface="+mj-lt"/>
                <a:ea typeface="Proxima Nova Semibold"/>
                <a:cs typeface="Proxima Nova Semibold"/>
                <a:sym typeface="Proxima Nova Semibold"/>
              </a:rPr>
              <a:t>Telco</a:t>
            </a:r>
            <a:r>
              <a:rPr lang="nl-NL" sz="1100" b="1" kern="0">
                <a:solidFill>
                  <a:schemeClr val="tx1"/>
                </a:solidFill>
                <a:latin typeface="+mj-lt"/>
                <a:ea typeface="Proxima Nova Semibold"/>
                <a:cs typeface="Proxima Nova Semibold"/>
                <a:sym typeface="Proxima Nova Semibold"/>
              </a:rPr>
              <a:t> &amp; Entertainment</a:t>
            </a:r>
            <a:endParaRPr lang="en-US" sz="1100" b="1" kern="0">
              <a:solidFill>
                <a:schemeClr val="tx1"/>
              </a:solidFill>
              <a:latin typeface="+mj-lt"/>
            </a:endParaRPr>
          </a:p>
        </p:txBody>
      </p:sp>
      <p:sp>
        <p:nvSpPr>
          <p:cNvPr id="98" name="Our global brands and boutiques  are captured in 6 domains">
            <a:extLst>
              <a:ext uri="{FF2B5EF4-FFF2-40B4-BE49-F238E27FC236}">
                <a16:creationId xmlns:a16="http://schemas.microsoft.com/office/drawing/2014/main" id="{672E27AF-DF53-4146-9EE2-7F63E167058B}"/>
              </a:ext>
            </a:extLst>
          </p:cNvPr>
          <p:cNvSpPr txBox="1"/>
          <p:nvPr/>
        </p:nvSpPr>
        <p:spPr>
          <a:xfrm>
            <a:off x="438960" y="462996"/>
            <a:ext cx="2724542" cy="3124515"/>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t">
            <a:no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825541" hangingPunct="0">
              <a:defRPr sz="4000">
                <a:solidFill>
                  <a:srgbClr val="4A4A4A"/>
                </a:solidFill>
                <a:latin typeface="Proxima Nova Rg"/>
                <a:ea typeface="Proxima Nova Rg"/>
                <a:cs typeface="Proxima Nova Rg"/>
                <a:sym typeface="Proxima Nova"/>
              </a:defRPr>
            </a:pPr>
            <a:endParaRPr lang="en-GB" sz="3200" b="1" kern="0">
              <a:solidFill>
                <a:schemeClr val="bg2"/>
              </a:solidFill>
              <a:latin typeface="Century Gothic" panose="020B0502020202020204" pitchFamily="34" charset="0"/>
              <a:ea typeface="Proxima Nova Rg"/>
              <a:cs typeface="Proxima Nova Rg"/>
              <a:sym typeface="Proxima Nova"/>
            </a:endParaRPr>
          </a:p>
        </p:txBody>
      </p:sp>
      <p:sp>
        <p:nvSpPr>
          <p:cNvPr id="29"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F2C8C69B-492D-287C-4611-844F3363A385}"/>
              </a:ext>
            </a:extLst>
          </p:cNvPr>
          <p:cNvSpPr txBox="1"/>
          <p:nvPr/>
        </p:nvSpPr>
        <p:spPr>
          <a:xfrm>
            <a:off x="10179526" y="680240"/>
            <a:ext cx="1186274" cy="508344"/>
          </a:xfrm>
          <a:prstGeom prst="rect">
            <a:avLst/>
          </a:prstGeom>
          <a:ln w="12700">
            <a:miter lim="400000"/>
          </a:ln>
          <a:extLst>
            <a:ext uri="{C572A759-6A51-4108-AA02-DFA0A04FC94B}">
              <ma14:wrappingTextBoxFlag xmlns:ma14="http://schemas.microsoft.com/office/mac/drawingml/2011/main" xmlns="" val="1"/>
            </a:ext>
          </a:extLst>
        </p:spPr>
        <p:txBody>
          <a:bodyPr wrap="square" lIns="25400" tIns="25400" rIns="25400" bIns="25400">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lnSpc>
                <a:spcPct val="90000"/>
              </a:lnSpc>
              <a:defRPr/>
            </a:pPr>
            <a:r>
              <a:rPr lang="nl-NL" sz="1100" b="1" kern="0">
                <a:solidFill>
                  <a:schemeClr val="tx1"/>
                </a:solidFill>
                <a:latin typeface="+mj-lt"/>
                <a:ea typeface="Proxima Nova Semibold"/>
                <a:cs typeface="Proxima Nova Semibold"/>
                <a:sym typeface="Proxima Nova Semibold"/>
              </a:rPr>
              <a:t>Technology, Consultancy &amp; </a:t>
            </a:r>
            <a:r>
              <a:rPr lang="nl-NL" sz="1100" b="1" kern="0" err="1">
                <a:solidFill>
                  <a:schemeClr val="tx1"/>
                </a:solidFill>
                <a:latin typeface="+mj-lt"/>
                <a:ea typeface="Proxima Nova Semibold"/>
                <a:cs typeface="Proxima Nova Semibold"/>
                <a:sym typeface="Proxima Nova Semibold"/>
              </a:rPr>
              <a:t>ISVs</a:t>
            </a:r>
            <a:endParaRPr lang="en-US" sz="1100" b="1" kern="0">
              <a:solidFill>
                <a:schemeClr val="tx1"/>
              </a:solidFill>
              <a:latin typeface="+mj-lt"/>
            </a:endParaRPr>
          </a:p>
        </p:txBody>
      </p:sp>
      <p:pic>
        <p:nvPicPr>
          <p:cNvPr id="62" name="Afbeelding" descr="Afbeelding">
            <a:extLst>
              <a:ext uri="{FF2B5EF4-FFF2-40B4-BE49-F238E27FC236}">
                <a16:creationId xmlns:a16="http://schemas.microsoft.com/office/drawing/2014/main" id="{2D7CC580-49E1-094A-8077-680375D283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98602" y="1413024"/>
            <a:ext cx="858427" cy="276039"/>
          </a:xfrm>
          <a:prstGeom prst="rect">
            <a:avLst/>
          </a:prstGeom>
          <a:ln w="12700">
            <a:miter lim="400000"/>
          </a:ln>
        </p:spPr>
      </p:pic>
      <p:pic>
        <p:nvPicPr>
          <p:cNvPr id="76" name="Picture 75" descr="A picture containing text, clipart&#10;&#10;Description automatically generated">
            <a:extLst>
              <a:ext uri="{FF2B5EF4-FFF2-40B4-BE49-F238E27FC236}">
                <a16:creationId xmlns:a16="http://schemas.microsoft.com/office/drawing/2014/main" id="{37EE6AE1-EE55-6A48-8949-461AC918F22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71376" y="1836472"/>
            <a:ext cx="795211" cy="210731"/>
          </a:xfrm>
          <a:prstGeom prst="rect">
            <a:avLst/>
          </a:prstGeom>
        </p:spPr>
      </p:pic>
      <p:pic>
        <p:nvPicPr>
          <p:cNvPr id="87" name="Picture 86" descr="A picture containing text, sign, clipart&#10;&#10;Description automatically generated">
            <a:extLst>
              <a:ext uri="{FF2B5EF4-FFF2-40B4-BE49-F238E27FC236}">
                <a16:creationId xmlns:a16="http://schemas.microsoft.com/office/drawing/2014/main" id="{68B18B43-1DB1-CA40-9DD9-8EDA50986B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71508" y="4845832"/>
            <a:ext cx="897471" cy="333859"/>
          </a:xfrm>
          <a:prstGeom prst="rect">
            <a:avLst/>
          </a:prstGeom>
        </p:spPr>
      </p:pic>
      <p:pic>
        <p:nvPicPr>
          <p:cNvPr id="93" name="Afbeelding" descr="Afbeelding">
            <a:extLst>
              <a:ext uri="{FF2B5EF4-FFF2-40B4-BE49-F238E27FC236}">
                <a16:creationId xmlns:a16="http://schemas.microsoft.com/office/drawing/2014/main" id="{04AE50EB-3064-0946-BB2F-081D60AECB0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86721" y="3492115"/>
            <a:ext cx="1019035" cy="636896"/>
          </a:xfrm>
          <a:prstGeom prst="rect">
            <a:avLst/>
          </a:prstGeom>
          <a:ln w="12700">
            <a:miter lim="400000"/>
          </a:ln>
        </p:spPr>
      </p:pic>
      <p:pic>
        <p:nvPicPr>
          <p:cNvPr id="95" name="Afbeelding" descr="Afbeelding">
            <a:extLst>
              <a:ext uri="{FF2B5EF4-FFF2-40B4-BE49-F238E27FC236}">
                <a16:creationId xmlns:a16="http://schemas.microsoft.com/office/drawing/2014/main" id="{3E7855E0-7816-5549-9E46-113A6461639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13448" y="3364366"/>
            <a:ext cx="896473" cy="198719"/>
          </a:xfrm>
          <a:prstGeom prst="rect">
            <a:avLst/>
          </a:prstGeom>
          <a:ln w="12700">
            <a:miter lim="400000"/>
          </a:ln>
        </p:spPr>
      </p:pic>
      <p:pic>
        <p:nvPicPr>
          <p:cNvPr id="103" name="Picture 2">
            <a:extLst>
              <a:ext uri="{FF2B5EF4-FFF2-40B4-BE49-F238E27FC236}">
                <a16:creationId xmlns:a16="http://schemas.microsoft.com/office/drawing/2014/main" id="{4B95BFC0-744A-074A-8DC1-E69DA1D40677}"/>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640917" y="3338356"/>
            <a:ext cx="964463" cy="482230"/>
          </a:xfrm>
          <a:prstGeom prst="rect">
            <a:avLst/>
          </a:prstGeom>
          <a:noFill/>
          <a:extLst>
            <a:ext uri="{909E8E84-426E-40dd-AFC4-6F175D3DCCD1}">
              <a14:hiddenFill xmlns:a14="http://schemas.microsoft.com/office/drawing/2010/main" xmlns="">
                <a:solidFill>
                  <a:srgbClr val="FFFFFF"/>
                </a:solidFill>
              </a14:hiddenFill>
            </a:ext>
          </a:extLst>
        </p:spPr>
      </p:pic>
      <p:pic>
        <p:nvPicPr>
          <p:cNvPr id="109" name="Picture 10" descr="Disney Logo | Disney logo, Disney sticker, Popular logos">
            <a:extLst>
              <a:ext uri="{FF2B5EF4-FFF2-40B4-BE49-F238E27FC236}">
                <a16:creationId xmlns:a16="http://schemas.microsoft.com/office/drawing/2014/main" id="{A210BDA6-5C7E-E84F-AC87-D84D5D0F433F}"/>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8944993" y="3869842"/>
            <a:ext cx="913575" cy="435017"/>
          </a:xfrm>
          <a:prstGeom prst="rect">
            <a:avLst/>
          </a:prstGeom>
          <a:noFill/>
          <a:extLst>
            <a:ext uri="{909E8E84-426E-40dd-AFC4-6F175D3DCCD1}">
              <a14:hiddenFill xmlns:a14="http://schemas.microsoft.com/office/drawing/2010/main" xmlns="">
                <a:solidFill>
                  <a:srgbClr val="FFFFFF"/>
                </a:solidFill>
              </a14:hiddenFill>
            </a:ext>
          </a:extLst>
        </p:spPr>
      </p:pic>
      <p:pic>
        <p:nvPicPr>
          <p:cNvPr id="110" name="Picture 12">
            <a:extLst>
              <a:ext uri="{FF2B5EF4-FFF2-40B4-BE49-F238E27FC236}">
                <a16:creationId xmlns:a16="http://schemas.microsoft.com/office/drawing/2014/main" id="{2DDDB909-9AC4-754D-B5F2-653FAB3FE7F4}"/>
              </a:ext>
            </a:extLst>
          </p:cNvPr>
          <p:cNvPicPr>
            <a:picLocks noChangeAspect="1" noChangeArrowheads="1"/>
          </p:cNvPicPr>
          <p:nvPr/>
        </p:nvPicPr>
        <p:blipFill>
          <a:blip r:embed="rId10"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8784062" y="4417273"/>
            <a:ext cx="1288216" cy="319911"/>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a:extLst>
              <a:ext uri="{FF2B5EF4-FFF2-40B4-BE49-F238E27FC236}">
                <a16:creationId xmlns:a16="http://schemas.microsoft.com/office/drawing/2014/main" id="{981BAC3E-00D0-469B-B1B9-0A47F5FF8760}"/>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706441" y="3087470"/>
            <a:ext cx="1027832" cy="15845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CE64F34-F740-4D7A-ACC6-10B2581F660D}"/>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6376362" y="1441384"/>
            <a:ext cx="1053174" cy="27069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Emirates logo | Logok">
            <a:extLst>
              <a:ext uri="{FF2B5EF4-FFF2-40B4-BE49-F238E27FC236}">
                <a16:creationId xmlns:a16="http://schemas.microsoft.com/office/drawing/2014/main" id="{AE57B0D4-E543-426E-968F-DFB92215DC2A}"/>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5261948" y="1143767"/>
            <a:ext cx="911986" cy="68398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74683767-EAC8-4DC2-89C7-7843388E3ABB}"/>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5240561" y="1997841"/>
            <a:ext cx="844268" cy="12993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arclays logo and symbol, meaning, history, PNG">
            <a:extLst>
              <a:ext uri="{FF2B5EF4-FFF2-40B4-BE49-F238E27FC236}">
                <a16:creationId xmlns:a16="http://schemas.microsoft.com/office/drawing/2014/main" id="{C25A4605-8B64-4073-B309-34580E1EBD15}"/>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a:off x="6422431" y="1868580"/>
            <a:ext cx="1114655" cy="226111"/>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eineken Attempts To Brew A Sustainable World">
            <a:extLst>
              <a:ext uri="{FF2B5EF4-FFF2-40B4-BE49-F238E27FC236}">
                <a16:creationId xmlns:a16="http://schemas.microsoft.com/office/drawing/2014/main" id="{55E5D9C1-3585-4130-AEBF-2AE2847E20D0}"/>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3773011" y="1859898"/>
            <a:ext cx="1115811" cy="83685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Schiphol Group Png">
            <a:extLst>
              <a:ext uri="{FF2B5EF4-FFF2-40B4-BE49-F238E27FC236}">
                <a16:creationId xmlns:a16="http://schemas.microsoft.com/office/drawing/2014/main" id="{3AFD2548-6B22-462E-B78C-8EB380505FEF}"/>
              </a:ext>
            </a:extLst>
          </p:cNvPr>
          <p:cNvPicPr>
            <a:picLocks noChangeAspect="1" noChangeArrowheads="1"/>
          </p:cNvPicPr>
          <p:nvPr/>
        </p:nvPicPr>
        <p:blipFill>
          <a:blip r:embed="rId1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264767" y="2711232"/>
            <a:ext cx="719115" cy="719114"/>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ING Logo transparent PNG - StickPNG">
            <a:extLst>
              <a:ext uri="{FF2B5EF4-FFF2-40B4-BE49-F238E27FC236}">
                <a16:creationId xmlns:a16="http://schemas.microsoft.com/office/drawing/2014/main" id="{C0398863-97E8-4679-A714-546EE61C75F9}"/>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6506321" y="2722550"/>
            <a:ext cx="931577" cy="272486"/>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descr="logo-facebook - G4F Records">
            <a:extLst>
              <a:ext uri="{FF2B5EF4-FFF2-40B4-BE49-F238E27FC236}">
                <a16:creationId xmlns:a16="http://schemas.microsoft.com/office/drawing/2014/main" id="{82CD2674-EFE4-44D6-8D08-DE63A8525C94}"/>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8842394" y="2799643"/>
            <a:ext cx="1225063" cy="460833"/>
          </a:xfrm>
          <a:prstGeom prst="rect">
            <a:avLst/>
          </a:prstGeom>
          <a:noFill/>
          <a:extLst>
            <a:ext uri="{909E8E84-426E-40DD-AFC4-6F175D3DCCD1}">
              <a14:hiddenFill xmlns:a14="http://schemas.microsoft.com/office/drawing/2010/main">
                <a:solidFill>
                  <a:srgbClr val="FFFFFF"/>
                </a:solidFill>
              </a14:hiddenFill>
            </a:ext>
          </a:extLst>
        </p:spPr>
      </p:pic>
      <p:pic>
        <p:nvPicPr>
          <p:cNvPr id="2090" name="Picture 42" descr="Deutsche Bahn Logo | Symbol, History, PNG (3840*2160)">
            <a:extLst>
              <a:ext uri="{FF2B5EF4-FFF2-40B4-BE49-F238E27FC236}">
                <a16:creationId xmlns:a16="http://schemas.microsoft.com/office/drawing/2014/main" id="{7E0C4AE7-A810-453F-980A-D59D6A704154}"/>
              </a:ext>
            </a:extLst>
          </p:cNvPr>
          <p:cNvPicPr>
            <a:picLocks noChangeAspect="1" noChangeArrowheads="1"/>
          </p:cNvPicPr>
          <p:nvPr/>
        </p:nvPicPr>
        <p:blipFill>
          <a:blip r:embed="rId20"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191186" y="5601724"/>
            <a:ext cx="883857" cy="494959"/>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46" descr="Unilever Logo transparent PNG - StickPNG">
            <a:extLst>
              <a:ext uri="{FF2B5EF4-FFF2-40B4-BE49-F238E27FC236}">
                <a16:creationId xmlns:a16="http://schemas.microsoft.com/office/drawing/2014/main" id="{12C89FC4-1A59-47DE-913B-0CF180273DAE}"/>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4141574" y="2523543"/>
            <a:ext cx="475554" cy="525957"/>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3F156277-5052-49BB-ABF4-272FD90F191C}"/>
              </a:ext>
            </a:extLst>
          </p:cNvPr>
          <p:cNvPicPr>
            <a:picLocks noChangeAspect="1"/>
          </p:cNvPicPr>
          <p:nvPr/>
        </p:nvPicPr>
        <p:blipFill>
          <a:blip r:embed="rId22" cstate="screen">
            <a:extLst>
              <a:ext uri="{28A0092B-C50C-407E-A947-70E740481C1C}">
                <a14:useLocalDpi xmlns:a14="http://schemas.microsoft.com/office/drawing/2010/main"/>
              </a:ext>
            </a:extLst>
          </a:blip>
          <a:srcRect/>
          <a:stretch/>
        </p:blipFill>
        <p:spPr>
          <a:xfrm>
            <a:off x="6470871" y="5306945"/>
            <a:ext cx="894683" cy="313137"/>
          </a:xfrm>
          <a:prstGeom prst="rect">
            <a:avLst/>
          </a:prstGeom>
          <a:effectLst/>
        </p:spPr>
      </p:pic>
      <p:pic>
        <p:nvPicPr>
          <p:cNvPr id="3" name="Picture 2" descr="Logo, company name&#10;&#10;Description automatically generated">
            <a:extLst>
              <a:ext uri="{FF2B5EF4-FFF2-40B4-BE49-F238E27FC236}">
                <a16:creationId xmlns:a16="http://schemas.microsoft.com/office/drawing/2014/main" id="{A9F9A4C4-B454-4945-B1BF-3A2CB9387CE7}"/>
              </a:ext>
            </a:extLst>
          </p:cNvPr>
          <p:cNvPicPr>
            <a:picLocks noChangeAspect="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944993" y="4832481"/>
            <a:ext cx="1010460" cy="568913"/>
          </a:xfrm>
          <a:prstGeom prst="rect">
            <a:avLst/>
          </a:prstGeom>
        </p:spPr>
      </p:pic>
      <p:pic>
        <p:nvPicPr>
          <p:cNvPr id="64" name="Picture 2" descr="Kotak Mahindra Bank – Logos Download">
            <a:extLst>
              <a:ext uri="{FF2B5EF4-FFF2-40B4-BE49-F238E27FC236}">
                <a16:creationId xmlns:a16="http://schemas.microsoft.com/office/drawing/2014/main" id="{4EEC13E4-3B50-4A68-BCF7-97FDCABF9F97}"/>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6422431" y="5745157"/>
            <a:ext cx="1002803" cy="29587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08AAD857-43DE-48B0-AAE1-C981BB45836D}"/>
              </a:ext>
            </a:extLst>
          </p:cNvPr>
          <p:cNvPicPr>
            <a:picLocks noChangeAspect="1"/>
          </p:cNvPicPr>
          <p:nvPr/>
        </p:nvPicPr>
        <p:blipFill rotWithShape="1">
          <a:blip r:embed="rId2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429161" y="2204644"/>
            <a:ext cx="982020" cy="361122"/>
          </a:xfrm>
          <a:prstGeom prst="rect">
            <a:avLst/>
          </a:prstGeom>
        </p:spPr>
      </p:pic>
      <p:pic>
        <p:nvPicPr>
          <p:cNvPr id="79" name="Picture 2" descr="Etihad Airways – Travel with peace of mind when you fly">
            <a:extLst>
              <a:ext uri="{FF2B5EF4-FFF2-40B4-BE49-F238E27FC236}">
                <a16:creationId xmlns:a16="http://schemas.microsoft.com/office/drawing/2014/main" id="{E41660C1-C406-4F61-A764-382F8AB8FD28}"/>
              </a:ext>
            </a:extLst>
          </p:cNvPr>
          <p:cNvPicPr>
            <a:picLocks noChangeAspect="1" noChangeArrowheads="1"/>
          </p:cNvPicPr>
          <p:nvPr/>
        </p:nvPicPr>
        <p:blipFill>
          <a:blip r:embed="rId2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143331" y="2166882"/>
            <a:ext cx="1085341" cy="564778"/>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a:extLst>
              <a:ext uri="{FF2B5EF4-FFF2-40B4-BE49-F238E27FC236}">
                <a16:creationId xmlns:a16="http://schemas.microsoft.com/office/drawing/2014/main" id="{E1947BE4-50AA-4409-BDDA-04A6ACF7C2A4}"/>
              </a:ext>
            </a:extLst>
          </p:cNvPr>
          <p:cNvPicPr>
            <a:picLocks noChangeAspect="1" noChangeArrowheads="1"/>
          </p:cNvPicPr>
          <p:nvPr/>
        </p:nvPicPr>
        <p:blipFill>
          <a:blip r:embed="rId27" cstate="screen">
            <a:extLst>
              <a:ext uri="{28A0092B-C50C-407E-A947-70E740481C1C}">
                <a14:useLocalDpi xmlns:a14="http://schemas.microsoft.com/office/drawing/2010/main"/>
              </a:ext>
            </a:extLst>
          </a:blip>
          <a:srcRect/>
          <a:stretch>
            <a:fillRect/>
          </a:stretch>
        </p:blipFill>
        <p:spPr bwMode="auto">
          <a:xfrm>
            <a:off x="5261948" y="6096683"/>
            <a:ext cx="819578" cy="244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Line">
            <a:extLst>
              <a:ext uri="{FF2B5EF4-FFF2-40B4-BE49-F238E27FC236}">
                <a16:creationId xmlns:a16="http://schemas.microsoft.com/office/drawing/2014/main" id="{D024E8D0-D47E-4E2F-A712-8001035FFBF7}"/>
              </a:ext>
            </a:extLst>
          </p:cNvPr>
          <p:cNvSpPr/>
          <p:nvPr/>
        </p:nvSpPr>
        <p:spPr>
          <a:xfrm rot="16200000">
            <a:off x="4944848" y="3865027"/>
            <a:ext cx="5280254" cy="8520"/>
          </a:xfrm>
          <a:prstGeom prst="rect">
            <a:avLst/>
          </a:prstGeom>
          <a:solidFill>
            <a:srgbClr val="E2E2E2"/>
          </a:solidFill>
          <a:ln w="12700">
            <a:miter lim="400000"/>
          </a:ln>
        </p:spPr>
        <p:txBody>
          <a:bodyPr lIns="0" tIns="0" rIns="0" bIns="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sp>
        <p:nvSpPr>
          <p:cNvPr id="86" name="Line">
            <a:extLst>
              <a:ext uri="{FF2B5EF4-FFF2-40B4-BE49-F238E27FC236}">
                <a16:creationId xmlns:a16="http://schemas.microsoft.com/office/drawing/2014/main" id="{9FDE8426-5D95-4E95-8085-2873CF18CF83}"/>
              </a:ext>
            </a:extLst>
          </p:cNvPr>
          <p:cNvSpPr/>
          <p:nvPr/>
        </p:nvSpPr>
        <p:spPr>
          <a:xfrm rot="16200000">
            <a:off x="7535056" y="3865027"/>
            <a:ext cx="5280254" cy="8520"/>
          </a:xfrm>
          <a:prstGeom prst="rect">
            <a:avLst/>
          </a:prstGeom>
          <a:solidFill>
            <a:srgbClr val="E2E2E2"/>
          </a:solidFill>
          <a:ln w="12700">
            <a:miter lim="400000"/>
          </a:ln>
        </p:spPr>
        <p:txBody>
          <a:bodyPr lIns="0" tIns="0" rIns="0" bIns="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sp>
        <p:nvSpPr>
          <p:cNvPr id="88" name="Line">
            <a:extLst>
              <a:ext uri="{FF2B5EF4-FFF2-40B4-BE49-F238E27FC236}">
                <a16:creationId xmlns:a16="http://schemas.microsoft.com/office/drawing/2014/main" id="{99BCF028-AE75-46F9-A971-2B32CC64615A}"/>
              </a:ext>
            </a:extLst>
          </p:cNvPr>
          <p:cNvSpPr/>
          <p:nvPr/>
        </p:nvSpPr>
        <p:spPr>
          <a:xfrm rot="16200000">
            <a:off x="6148206" y="3884108"/>
            <a:ext cx="5280254" cy="8520"/>
          </a:xfrm>
          <a:prstGeom prst="rect">
            <a:avLst/>
          </a:prstGeom>
          <a:solidFill>
            <a:srgbClr val="E2E2E2"/>
          </a:solidFill>
          <a:ln w="12700">
            <a:miter lim="400000"/>
          </a:ln>
        </p:spPr>
        <p:txBody>
          <a:bodyPr lIns="0" tIns="0" rIns="0" bIns="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pic>
        <p:nvPicPr>
          <p:cNvPr id="89" name="Afbeelding 17">
            <a:extLst>
              <a:ext uri="{FF2B5EF4-FFF2-40B4-BE49-F238E27FC236}">
                <a16:creationId xmlns:a16="http://schemas.microsoft.com/office/drawing/2014/main" id="{42D21DAA-533D-4814-AA62-1FCEA35BF718}"/>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816670" y="4771210"/>
            <a:ext cx="971718" cy="216942"/>
          </a:xfrm>
          <a:prstGeom prst="rect">
            <a:avLst/>
          </a:prstGeom>
        </p:spPr>
      </p:pic>
      <p:pic>
        <p:nvPicPr>
          <p:cNvPr id="90" name="Afbeelding 4">
            <a:extLst>
              <a:ext uri="{FF2B5EF4-FFF2-40B4-BE49-F238E27FC236}">
                <a16:creationId xmlns:a16="http://schemas.microsoft.com/office/drawing/2014/main" id="{2571C263-2771-4BE9-BB50-86E083682630}"/>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3885549" y="5113495"/>
            <a:ext cx="885636" cy="455469"/>
          </a:xfrm>
          <a:prstGeom prst="rect">
            <a:avLst/>
          </a:prstGeom>
        </p:spPr>
      </p:pic>
      <p:pic>
        <p:nvPicPr>
          <p:cNvPr id="85" name="Picture 84" descr="Royal Commission For AlUla, Home">
            <a:extLst>
              <a:ext uri="{FF2B5EF4-FFF2-40B4-BE49-F238E27FC236}">
                <a16:creationId xmlns:a16="http://schemas.microsoft.com/office/drawing/2014/main" id="{702AB671-412E-47E8-B419-E2100F7BB558}"/>
              </a:ext>
            </a:extLst>
          </p:cNvPr>
          <p:cNvPicPr>
            <a:picLocks noChangeAspect="1" noChangeArrowheads="1"/>
          </p:cNvPicPr>
          <p:nvPr/>
        </p:nvPicPr>
        <p:blipFill>
          <a:blip r:embed="rId30" cstate="screen">
            <a:extLst>
              <a:ext uri="{28A0092B-C50C-407E-A947-70E740481C1C}">
                <a14:useLocalDpi xmlns:a14="http://schemas.microsoft.com/office/drawing/2010/main"/>
              </a:ext>
            </a:extLst>
          </a:blip>
          <a:srcRect/>
          <a:stretch>
            <a:fillRect/>
          </a:stretch>
        </p:blipFill>
        <p:spPr bwMode="auto">
          <a:xfrm>
            <a:off x="7701822" y="6211314"/>
            <a:ext cx="897589" cy="1746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text, clipart&#10;&#10;Description automatically generated">
            <a:extLst>
              <a:ext uri="{FF2B5EF4-FFF2-40B4-BE49-F238E27FC236}">
                <a16:creationId xmlns:a16="http://schemas.microsoft.com/office/drawing/2014/main" id="{80639162-30C9-4E7B-8B8E-7BE1E2134B43}"/>
              </a:ext>
            </a:extLst>
          </p:cNvPr>
          <p:cNvPicPr>
            <a:picLocks noChangeAspect="1"/>
          </p:cNvPicPr>
          <p:nvPr/>
        </p:nvPicPr>
        <p:blipFill>
          <a:blip r:embed="rId31"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86079" y="4128178"/>
            <a:ext cx="543487" cy="315131"/>
          </a:xfrm>
          <a:prstGeom prst="rect">
            <a:avLst/>
          </a:prstGeom>
        </p:spPr>
      </p:pic>
      <p:pic>
        <p:nvPicPr>
          <p:cNvPr id="1026" name="Picture 2">
            <a:extLst>
              <a:ext uri="{FF2B5EF4-FFF2-40B4-BE49-F238E27FC236}">
                <a16:creationId xmlns:a16="http://schemas.microsoft.com/office/drawing/2014/main" id="{E574306F-E723-4B10-2928-A18E6B515AE9}"/>
              </a:ext>
            </a:extLst>
          </p:cNvPr>
          <p:cNvPicPr>
            <a:picLocks noChangeAspect="1" noChangeArrowheads="1"/>
          </p:cNvPicPr>
          <p:nvPr/>
        </p:nvPicPr>
        <p:blipFill>
          <a:blip r:embed="rId3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494779" y="5472112"/>
            <a:ext cx="1006149" cy="55897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close up of a logo&#10;&#10;Description automatically generated with low confidence">
            <a:extLst>
              <a:ext uri="{FF2B5EF4-FFF2-40B4-BE49-F238E27FC236}">
                <a16:creationId xmlns:a16="http://schemas.microsoft.com/office/drawing/2014/main" id="{D0ACB09D-9B2B-8577-4094-4F6C8407B82F}"/>
              </a:ext>
            </a:extLst>
          </p:cNvPr>
          <p:cNvPicPr>
            <a:picLocks noChangeAspect="1"/>
          </p:cNvPicPr>
          <p:nvPr/>
        </p:nvPicPr>
        <p:blipFill rotWithShape="1">
          <a:blip r:embed="rId33" cstate="screen">
            <a:extLst>
              <a:ext uri="{28A0092B-C50C-407E-A947-70E740481C1C}">
                <a14:useLocalDpi xmlns:a14="http://schemas.microsoft.com/office/drawing/2010/main"/>
              </a:ext>
            </a:extLst>
          </a:blip>
          <a:srcRect t="32861" b="33567"/>
          <a:stretch/>
        </p:blipFill>
        <p:spPr>
          <a:xfrm>
            <a:off x="6445681" y="4100735"/>
            <a:ext cx="1067548" cy="198844"/>
          </a:xfrm>
          <a:prstGeom prst="rect">
            <a:avLst/>
          </a:prstGeom>
        </p:spPr>
      </p:pic>
      <p:pic>
        <p:nvPicPr>
          <p:cNvPr id="1032" name="Picture 8">
            <a:extLst>
              <a:ext uri="{FF2B5EF4-FFF2-40B4-BE49-F238E27FC236}">
                <a16:creationId xmlns:a16="http://schemas.microsoft.com/office/drawing/2014/main" id="{2CB741F6-B7D6-42C3-7555-72F885BCC077}"/>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6629821" y="6166111"/>
            <a:ext cx="569575" cy="23818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lbert Hein Logo PNG Vector (EPS) Free Download">
            <a:extLst>
              <a:ext uri="{FF2B5EF4-FFF2-40B4-BE49-F238E27FC236}">
                <a16:creationId xmlns:a16="http://schemas.microsoft.com/office/drawing/2014/main" id="{05F90043-67DD-759E-9541-AF0C5304A4C0}"/>
              </a:ext>
            </a:extLst>
          </p:cNvPr>
          <p:cNvPicPr>
            <a:picLocks noChangeAspect="1" noChangeArrowheads="1"/>
          </p:cNvPicPr>
          <p:nvPr/>
        </p:nvPicPr>
        <p:blipFill>
          <a:blip r:embed="rId35" cstate="screen">
            <a:extLst>
              <a:ext uri="{28A0092B-C50C-407E-A947-70E740481C1C}">
                <a14:useLocalDpi xmlns:a14="http://schemas.microsoft.com/office/drawing/2010/main"/>
              </a:ext>
            </a:extLst>
          </a:blip>
          <a:srcRect/>
          <a:stretch>
            <a:fillRect/>
          </a:stretch>
        </p:blipFill>
        <p:spPr bwMode="auto">
          <a:xfrm>
            <a:off x="3674146" y="3136638"/>
            <a:ext cx="1158990" cy="52154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D47616E4-947F-E2F0-470C-5727591ADF2E}"/>
              </a:ext>
            </a:extLst>
          </p:cNvPr>
          <p:cNvPicPr>
            <a:picLocks noChangeAspect="1" noChangeArrowheads="1"/>
          </p:cNvPicPr>
          <p:nvPr/>
        </p:nvPicPr>
        <p:blipFill>
          <a:blip r:embed="rId3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004748" y="4053961"/>
            <a:ext cx="664376" cy="585257"/>
          </a:xfrm>
          <a:prstGeom prst="rect">
            <a:avLst/>
          </a:prstGeom>
          <a:noFill/>
          <a:extLst>
            <a:ext uri="{909E8E84-426E-40DD-AFC4-6F175D3DCCD1}">
              <a14:hiddenFill xmlns:a14="http://schemas.microsoft.com/office/drawing/2010/main">
                <a:solidFill>
                  <a:srgbClr val="FFFFFF"/>
                </a:solidFill>
              </a14:hiddenFill>
            </a:ext>
          </a:extLst>
        </p:spPr>
      </p:pic>
      <p:sp>
        <p:nvSpPr>
          <p:cNvPr id="20" name="Line">
            <a:extLst>
              <a:ext uri="{FF2B5EF4-FFF2-40B4-BE49-F238E27FC236}">
                <a16:creationId xmlns:a16="http://schemas.microsoft.com/office/drawing/2014/main" id="{29A72256-3759-7165-ECF6-B160E6434F25}"/>
              </a:ext>
            </a:extLst>
          </p:cNvPr>
          <p:cNvSpPr/>
          <p:nvPr/>
        </p:nvSpPr>
        <p:spPr>
          <a:xfrm rot="16200000">
            <a:off x="2405842" y="3884107"/>
            <a:ext cx="5280254" cy="8520"/>
          </a:xfrm>
          <a:prstGeom prst="rect">
            <a:avLst/>
          </a:prstGeom>
          <a:solidFill>
            <a:srgbClr val="E2E2E2"/>
          </a:solidFill>
          <a:ln w="12700">
            <a:miter lim="400000"/>
          </a:ln>
        </p:spPr>
        <p:txBody>
          <a:bodyPr lIns="0" tIns="0" rIns="0" bIns="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sp>
        <p:nvSpPr>
          <p:cNvPr id="21" name="Line">
            <a:extLst>
              <a:ext uri="{FF2B5EF4-FFF2-40B4-BE49-F238E27FC236}">
                <a16:creationId xmlns:a16="http://schemas.microsoft.com/office/drawing/2014/main" id="{CBBACDE2-EEDD-E1E3-ACFB-578A243807E0}"/>
              </a:ext>
            </a:extLst>
          </p:cNvPr>
          <p:cNvSpPr/>
          <p:nvPr/>
        </p:nvSpPr>
        <p:spPr>
          <a:xfrm rot="16200000">
            <a:off x="3639566" y="3865026"/>
            <a:ext cx="5280254" cy="8520"/>
          </a:xfrm>
          <a:prstGeom prst="rect">
            <a:avLst/>
          </a:prstGeom>
          <a:solidFill>
            <a:srgbClr val="E2E2E2"/>
          </a:solidFill>
          <a:ln w="12700">
            <a:miter lim="400000"/>
          </a:ln>
        </p:spPr>
        <p:txBody>
          <a:bodyPr lIns="0" tIns="0" rIns="0" bIns="0" anchor="ct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algn="ctr" defTabSz="412771" hangingPunct="0">
              <a:defRPr sz="3200">
                <a:solidFill>
                  <a:srgbClr val="FFFFFF"/>
                </a:solidFill>
                <a:latin typeface="Helvetica Neue Medium"/>
                <a:ea typeface="Helvetica Neue Medium"/>
                <a:cs typeface="Helvetica Neue Medium"/>
                <a:sym typeface="Helvetica Neue Medium"/>
              </a:defRPr>
            </a:pPr>
            <a:endParaRPr sz="1600" kern="0">
              <a:solidFill>
                <a:srgbClr val="FFFFFF"/>
              </a:solidFill>
              <a:latin typeface="Helvetica Neue Medium"/>
              <a:sym typeface="Helvetica Neue Medium"/>
            </a:endParaRPr>
          </a:p>
        </p:txBody>
      </p:sp>
      <p:pic>
        <p:nvPicPr>
          <p:cNvPr id="1050" name="Picture 26" descr="NS International - YouTube">
            <a:extLst>
              <a:ext uri="{FF2B5EF4-FFF2-40B4-BE49-F238E27FC236}">
                <a16:creationId xmlns:a16="http://schemas.microsoft.com/office/drawing/2014/main" id="{BE8A7610-F80A-62AA-D026-255DF6349C4F}"/>
              </a:ext>
            </a:extLst>
          </p:cNvPr>
          <p:cNvPicPr>
            <a:picLocks noChangeAspect="1" noChangeArrowheads="1"/>
          </p:cNvPicPr>
          <p:nvPr/>
        </p:nvPicPr>
        <p:blipFill rotWithShape="1">
          <a:blip r:embed="rId37" cstate="screen">
            <a:extLst>
              <a:ext uri="{28A0092B-C50C-407E-A947-70E740481C1C}">
                <a14:useLocalDpi xmlns:a14="http://schemas.microsoft.com/office/drawing/2010/main"/>
              </a:ext>
            </a:extLst>
          </a:blip>
          <a:srcRect/>
          <a:stretch/>
        </p:blipFill>
        <p:spPr bwMode="auto">
          <a:xfrm>
            <a:off x="5293164" y="4661645"/>
            <a:ext cx="747298" cy="460511"/>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12FA36E5-FA7D-A924-7AD3-2D418EB1D646}"/>
              </a:ext>
            </a:extLst>
          </p:cNvPr>
          <p:cNvPicPr>
            <a:picLocks noChangeAspect="1" noChangeArrowheads="1"/>
          </p:cNvPicPr>
          <p:nvPr/>
        </p:nvPicPr>
        <p:blipFill>
          <a:blip r:embed="rId38" cstate="screen">
            <a:extLst>
              <a:ext uri="{28A0092B-C50C-407E-A947-70E740481C1C}">
                <a14:useLocalDpi xmlns:a14="http://schemas.microsoft.com/office/drawing/2010/main"/>
              </a:ext>
            </a:extLst>
          </a:blip>
          <a:srcRect/>
          <a:stretch>
            <a:fillRect/>
          </a:stretch>
        </p:blipFill>
        <p:spPr bwMode="auto">
          <a:xfrm>
            <a:off x="7662282" y="3968306"/>
            <a:ext cx="1102528" cy="303338"/>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a:extLst>
              <a:ext uri="{FF2B5EF4-FFF2-40B4-BE49-F238E27FC236}">
                <a16:creationId xmlns:a16="http://schemas.microsoft.com/office/drawing/2014/main" id="{DD078C5A-C011-5C11-09DA-3CD7F4E3A77C}"/>
              </a:ext>
            </a:extLst>
          </p:cNvPr>
          <p:cNvPicPr>
            <a:picLocks noChangeAspect="1" noChangeArrowheads="1"/>
          </p:cNvPicPr>
          <p:nvPr/>
        </p:nvPicPr>
        <p:blipFill>
          <a:blip r:embed="rId39" cstate="screen">
            <a:extLst>
              <a:ext uri="{28A0092B-C50C-407E-A947-70E740481C1C}">
                <a14:useLocalDpi xmlns:a14="http://schemas.microsoft.com/office/drawing/2010/main"/>
              </a:ext>
            </a:extLst>
          </a:blip>
          <a:srcRect/>
          <a:stretch>
            <a:fillRect/>
          </a:stretch>
        </p:blipFill>
        <p:spPr bwMode="auto">
          <a:xfrm>
            <a:off x="7627824" y="4714486"/>
            <a:ext cx="1067549" cy="592293"/>
          </a:xfrm>
          <a:prstGeom prst="rect">
            <a:avLst/>
          </a:prstGeom>
          <a:noFill/>
          <a:extLst>
            <a:ext uri="{909E8E84-426E-40DD-AFC4-6F175D3DCCD1}">
              <a14:hiddenFill xmlns:a14="http://schemas.microsoft.com/office/drawing/2010/main">
                <a:solidFill>
                  <a:srgbClr val="FFFFFF"/>
                </a:solidFill>
              </a14:hiddenFill>
            </a:ext>
          </a:extLst>
        </p:spPr>
      </p:pic>
      <p:pic>
        <p:nvPicPr>
          <p:cNvPr id="23" name="Afbeelding" descr="Afbeelding">
            <a:extLst>
              <a:ext uri="{FF2B5EF4-FFF2-40B4-BE49-F238E27FC236}">
                <a16:creationId xmlns:a16="http://schemas.microsoft.com/office/drawing/2014/main" id="{B5BB7EFB-A6CD-B03B-6959-6C5F17C088B1}"/>
              </a:ext>
            </a:extLst>
          </p:cNvPr>
          <p:cNvPicPr>
            <a:picLocks noChangeAspect="1"/>
          </p:cNvPicPr>
          <p:nvPr/>
        </p:nvPicPr>
        <p:blipFill>
          <a:blip r:embed="rId40" cstate="screen">
            <a:extLst>
              <a:ext uri="{28A0092B-C50C-407E-A947-70E740481C1C}">
                <a14:useLocalDpi xmlns:a14="http://schemas.microsoft.com/office/drawing/2010/main"/>
              </a:ext>
            </a:extLst>
          </a:blip>
          <a:stretch>
            <a:fillRect/>
          </a:stretch>
        </p:blipFill>
        <p:spPr>
          <a:xfrm>
            <a:off x="10417936" y="6155796"/>
            <a:ext cx="1242082" cy="182587"/>
          </a:xfrm>
          <a:prstGeom prst="rect">
            <a:avLst/>
          </a:prstGeom>
          <a:ln w="12700">
            <a:miter lim="400000"/>
          </a:ln>
        </p:spPr>
      </p:pic>
      <p:pic>
        <p:nvPicPr>
          <p:cNvPr id="24" name="Afbeelding" descr="Afbeelding">
            <a:extLst>
              <a:ext uri="{FF2B5EF4-FFF2-40B4-BE49-F238E27FC236}">
                <a16:creationId xmlns:a16="http://schemas.microsoft.com/office/drawing/2014/main" id="{9367E551-3253-66C2-F806-799D6F74AB35}"/>
              </a:ext>
            </a:extLst>
          </p:cNvPr>
          <p:cNvPicPr>
            <a:picLocks noChangeAspect="1"/>
          </p:cNvPicPr>
          <p:nvPr/>
        </p:nvPicPr>
        <p:blipFill>
          <a:blip r:embed="rId41" cstate="screen">
            <a:extLst>
              <a:ext uri="{28A0092B-C50C-407E-A947-70E740481C1C}">
                <a14:useLocalDpi xmlns:a14="http://schemas.microsoft.com/office/drawing/2010/main"/>
              </a:ext>
            </a:extLst>
          </a:blip>
          <a:stretch>
            <a:fillRect/>
          </a:stretch>
        </p:blipFill>
        <p:spPr>
          <a:xfrm>
            <a:off x="10634955" y="4395748"/>
            <a:ext cx="550169" cy="366958"/>
          </a:xfrm>
          <a:prstGeom prst="rect">
            <a:avLst/>
          </a:prstGeom>
          <a:ln w="12700">
            <a:miter lim="400000"/>
          </a:ln>
        </p:spPr>
      </p:pic>
      <p:pic>
        <p:nvPicPr>
          <p:cNvPr id="1066" name="Picture 42" descr="Unlock your tomorrow at Keylane | Keylane Careers">
            <a:extLst>
              <a:ext uri="{FF2B5EF4-FFF2-40B4-BE49-F238E27FC236}">
                <a16:creationId xmlns:a16="http://schemas.microsoft.com/office/drawing/2014/main" id="{388D1A6F-D36A-F1FD-4EAC-61907E2814BB}"/>
              </a:ext>
            </a:extLst>
          </p:cNvPr>
          <p:cNvPicPr>
            <a:picLocks noChangeAspect="1" noChangeArrowheads="1"/>
          </p:cNvPicPr>
          <p:nvPr/>
        </p:nvPicPr>
        <p:blipFill rotWithShape="1">
          <a:blip r:embed="rId42" cstate="screen">
            <a:extLst>
              <a:ext uri="{28A0092B-C50C-407E-A947-70E740481C1C}">
                <a14:useLocalDpi xmlns:a14="http://schemas.microsoft.com/office/drawing/2010/main"/>
              </a:ext>
            </a:extLst>
          </a:blip>
          <a:srcRect/>
          <a:stretch/>
        </p:blipFill>
        <p:spPr bwMode="auto">
          <a:xfrm>
            <a:off x="10235103" y="1391162"/>
            <a:ext cx="1087976" cy="30605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Building Connections is focus for future of real estate and facility  management as Planon rebrands">
            <a:extLst>
              <a:ext uri="{FF2B5EF4-FFF2-40B4-BE49-F238E27FC236}">
                <a16:creationId xmlns:a16="http://schemas.microsoft.com/office/drawing/2014/main" id="{70E3C166-AD6A-46F9-C460-E242E4B9F6FF}"/>
              </a:ext>
            </a:extLst>
          </p:cNvPr>
          <p:cNvPicPr>
            <a:picLocks noChangeAspect="1" noChangeArrowheads="1"/>
          </p:cNvPicPr>
          <p:nvPr/>
        </p:nvPicPr>
        <p:blipFill rotWithShape="1">
          <a:blip r:embed="rId43" cstate="screen">
            <a:extLst>
              <a:ext uri="{28A0092B-C50C-407E-A947-70E740481C1C}">
                <a14:useLocalDpi xmlns:a14="http://schemas.microsoft.com/office/drawing/2010/main"/>
              </a:ext>
            </a:extLst>
          </a:blip>
          <a:srcRect/>
          <a:stretch/>
        </p:blipFill>
        <p:spPr bwMode="auto">
          <a:xfrm>
            <a:off x="10488615" y="1906686"/>
            <a:ext cx="817033" cy="314929"/>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Download Sage Group Logo in SVG Vector or PNG File Format - Logo.wine">
            <a:extLst>
              <a:ext uri="{FF2B5EF4-FFF2-40B4-BE49-F238E27FC236}">
                <a16:creationId xmlns:a16="http://schemas.microsoft.com/office/drawing/2014/main" id="{C3790CEB-6F52-192B-9EC4-45F13CF5E0FB}"/>
              </a:ext>
            </a:extLst>
          </p:cNvPr>
          <p:cNvPicPr>
            <a:picLocks noChangeAspect="1" noChangeArrowheads="1"/>
          </p:cNvPicPr>
          <p:nvPr/>
        </p:nvPicPr>
        <p:blipFill rotWithShape="1">
          <a:blip r:embed="rId44" cstate="screen">
            <a:extLst>
              <a:ext uri="{28A0092B-C50C-407E-A947-70E740481C1C}">
                <a14:useLocalDpi xmlns:a14="http://schemas.microsoft.com/office/drawing/2010/main"/>
              </a:ext>
            </a:extLst>
          </a:blip>
          <a:srcRect l="10864" t="26872" r="11275" b="25971"/>
          <a:stretch/>
        </p:blipFill>
        <p:spPr bwMode="auto">
          <a:xfrm>
            <a:off x="10525859" y="3319702"/>
            <a:ext cx="767088" cy="309726"/>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Lift &amp; Shift Migration Makes IT More Cost-Effective for Software Provider">
            <a:extLst>
              <a:ext uri="{FF2B5EF4-FFF2-40B4-BE49-F238E27FC236}">
                <a16:creationId xmlns:a16="http://schemas.microsoft.com/office/drawing/2014/main" id="{FC6B2D45-F8C3-C246-0EA9-DA1647083A07}"/>
              </a:ext>
            </a:extLst>
          </p:cNvPr>
          <p:cNvPicPr>
            <a:picLocks noChangeAspect="1" noChangeArrowheads="1"/>
          </p:cNvPicPr>
          <p:nvPr/>
        </p:nvPicPr>
        <p:blipFill>
          <a:blip r:embed="rId45" cstate="screen">
            <a:extLst>
              <a:ext uri="{28A0092B-C50C-407E-A947-70E740481C1C}">
                <a14:useLocalDpi xmlns:a14="http://schemas.microsoft.com/office/drawing/2010/main"/>
              </a:ext>
            </a:extLst>
          </a:blip>
          <a:srcRect/>
          <a:stretch>
            <a:fillRect/>
          </a:stretch>
        </p:blipFill>
        <p:spPr bwMode="auto">
          <a:xfrm>
            <a:off x="10339096" y="3819888"/>
            <a:ext cx="1184668" cy="284527"/>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09D9919C-8E7D-2A98-7FC6-DDCEDD9FD821}"/>
              </a:ext>
            </a:extLst>
          </p:cNvPr>
          <p:cNvPicPr>
            <a:picLocks noChangeAspect="1" noChangeArrowheads="1"/>
          </p:cNvPicPr>
          <p:nvPr/>
        </p:nvPicPr>
        <p:blipFill>
          <a:blip r:embed="rId46" cstate="screen">
            <a:extLst>
              <a:ext uri="{28A0092B-C50C-407E-A947-70E740481C1C}">
                <a14:useLocalDpi xmlns:a14="http://schemas.microsoft.com/office/drawing/2010/main"/>
              </a:ext>
            </a:extLst>
          </a:blip>
          <a:srcRect/>
          <a:stretch>
            <a:fillRect/>
          </a:stretch>
        </p:blipFill>
        <p:spPr bwMode="auto">
          <a:xfrm>
            <a:off x="10297501" y="5011250"/>
            <a:ext cx="1307972" cy="273345"/>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descr="Kynetec UK Ltd – Market Research Company in United Kingdom (GB) | ESOMAR  Directory">
            <a:extLst>
              <a:ext uri="{FF2B5EF4-FFF2-40B4-BE49-F238E27FC236}">
                <a16:creationId xmlns:a16="http://schemas.microsoft.com/office/drawing/2014/main" id="{F0E9A6C9-E59F-2E42-630D-A72643A1D8A4}"/>
              </a:ext>
            </a:extLst>
          </p:cNvPr>
          <p:cNvPicPr>
            <a:picLocks noChangeAspect="1" noChangeArrowheads="1"/>
          </p:cNvPicPr>
          <p:nvPr/>
        </p:nvPicPr>
        <p:blipFill>
          <a:blip r:embed="rId47" cstate="screen">
            <a:extLst>
              <a:ext uri="{28A0092B-C50C-407E-A947-70E740481C1C}">
                <a14:useLocalDpi xmlns:a14="http://schemas.microsoft.com/office/drawing/2010/main"/>
              </a:ext>
            </a:extLst>
          </a:blip>
          <a:srcRect/>
          <a:stretch>
            <a:fillRect/>
          </a:stretch>
        </p:blipFill>
        <p:spPr bwMode="auto">
          <a:xfrm>
            <a:off x="10256914" y="2778293"/>
            <a:ext cx="1304513" cy="430389"/>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descr="KPN - Wikipedia">
            <a:extLst>
              <a:ext uri="{FF2B5EF4-FFF2-40B4-BE49-F238E27FC236}">
                <a16:creationId xmlns:a16="http://schemas.microsoft.com/office/drawing/2014/main" id="{791530E1-4B3F-EF5F-3E46-E3F76AE55699}"/>
              </a:ext>
            </a:extLst>
          </p:cNvPr>
          <p:cNvPicPr>
            <a:picLocks noChangeAspect="1" noChangeArrowheads="1"/>
          </p:cNvPicPr>
          <p:nvPr/>
        </p:nvPicPr>
        <p:blipFill>
          <a:blip r:embed="rId48" cstate="screen">
            <a:extLst>
              <a:ext uri="{28A0092B-C50C-407E-A947-70E740481C1C}">
                <a14:useLocalDpi xmlns:a14="http://schemas.microsoft.com/office/drawing/2010/main"/>
              </a:ext>
            </a:extLst>
          </a:blip>
          <a:srcRect/>
          <a:stretch>
            <a:fillRect/>
          </a:stretch>
        </p:blipFill>
        <p:spPr bwMode="auto">
          <a:xfrm>
            <a:off x="8982289" y="1836876"/>
            <a:ext cx="873775" cy="396866"/>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descr="Pathé | Chicken Run Wiki | Fandom">
            <a:extLst>
              <a:ext uri="{FF2B5EF4-FFF2-40B4-BE49-F238E27FC236}">
                <a16:creationId xmlns:a16="http://schemas.microsoft.com/office/drawing/2014/main" id="{BC8B2E4E-A753-1F20-4CEF-06B5D17CDD81}"/>
              </a:ext>
            </a:extLst>
          </p:cNvPr>
          <p:cNvPicPr>
            <a:picLocks noChangeAspect="1" noChangeArrowheads="1"/>
          </p:cNvPicPr>
          <p:nvPr/>
        </p:nvPicPr>
        <p:blipFill>
          <a:blip r:embed="rId49" cstate="screen">
            <a:extLst>
              <a:ext uri="{28A0092B-C50C-407E-A947-70E740481C1C}">
                <a14:useLocalDpi xmlns:a14="http://schemas.microsoft.com/office/drawing/2010/main"/>
              </a:ext>
            </a:extLst>
          </a:blip>
          <a:srcRect/>
          <a:stretch>
            <a:fillRect/>
          </a:stretch>
        </p:blipFill>
        <p:spPr bwMode="auto">
          <a:xfrm>
            <a:off x="9116600" y="5455745"/>
            <a:ext cx="651450" cy="486081"/>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descr="Takamol adopts OCI and Oracle Kubernetes to boost innovation in Saudi  Arabia, delivering high performance e-government services with dynamic  scalability">
            <a:extLst>
              <a:ext uri="{FF2B5EF4-FFF2-40B4-BE49-F238E27FC236}">
                <a16:creationId xmlns:a16="http://schemas.microsoft.com/office/drawing/2014/main" id="{67FBE776-743E-A2BA-5541-6F6BEB31685A}"/>
              </a:ext>
            </a:extLst>
          </p:cNvPr>
          <p:cNvPicPr>
            <a:picLocks noChangeAspect="1" noChangeArrowheads="1"/>
          </p:cNvPicPr>
          <p:nvPr/>
        </p:nvPicPr>
        <p:blipFill>
          <a:blip r:embed="rId50" cstate="screen">
            <a:extLst>
              <a:ext uri="{28A0092B-C50C-407E-A947-70E740481C1C}">
                <a14:useLocalDpi xmlns:a14="http://schemas.microsoft.com/office/drawing/2010/main"/>
              </a:ext>
            </a:extLst>
          </a:blip>
          <a:srcRect/>
          <a:stretch>
            <a:fillRect/>
          </a:stretch>
        </p:blipFill>
        <p:spPr bwMode="auto">
          <a:xfrm>
            <a:off x="7778719" y="4392098"/>
            <a:ext cx="692517" cy="356214"/>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descr="Discover Department of Economy and Tourism in Dubai">
            <a:extLst>
              <a:ext uri="{FF2B5EF4-FFF2-40B4-BE49-F238E27FC236}">
                <a16:creationId xmlns:a16="http://schemas.microsoft.com/office/drawing/2014/main" id="{A239590A-C891-2411-B978-6F42A2CA4867}"/>
              </a:ext>
            </a:extLst>
          </p:cNvPr>
          <p:cNvPicPr>
            <a:picLocks noChangeAspect="1" noChangeArrowheads="1"/>
          </p:cNvPicPr>
          <p:nvPr/>
        </p:nvPicPr>
        <p:blipFill>
          <a:blip r:embed="rId51" cstate="screen">
            <a:extLst>
              <a:ext uri="{28A0092B-C50C-407E-A947-70E740481C1C}">
                <a14:useLocalDpi xmlns:a14="http://schemas.microsoft.com/office/drawing/2010/main"/>
              </a:ext>
            </a:extLst>
          </a:blip>
          <a:srcRect/>
          <a:stretch>
            <a:fillRect/>
          </a:stretch>
        </p:blipFill>
        <p:spPr bwMode="auto">
          <a:xfrm>
            <a:off x="7951792" y="5296833"/>
            <a:ext cx="576394" cy="367169"/>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descr="8 Things you didn't know about NEOM - Services For Incorporate The Company  In Saudi Arabia | Neom | Sagia | Qiddiya|">
            <a:extLst>
              <a:ext uri="{FF2B5EF4-FFF2-40B4-BE49-F238E27FC236}">
                <a16:creationId xmlns:a16="http://schemas.microsoft.com/office/drawing/2014/main" id="{8EEFD9D7-1C48-E279-CBD4-141ED74EA9B8}"/>
              </a:ext>
            </a:extLst>
          </p:cNvPr>
          <p:cNvPicPr>
            <a:picLocks noChangeAspect="1" noChangeArrowheads="1"/>
          </p:cNvPicPr>
          <p:nvPr/>
        </p:nvPicPr>
        <p:blipFill rotWithShape="1">
          <a:blip r:embed="rId52" cstate="screen">
            <a:extLst>
              <a:ext uri="{28A0092B-C50C-407E-A947-70E740481C1C}">
                <a14:useLocalDpi xmlns:a14="http://schemas.microsoft.com/office/drawing/2010/main"/>
              </a:ext>
            </a:extLst>
          </a:blip>
          <a:srcRect/>
          <a:stretch/>
        </p:blipFill>
        <p:spPr bwMode="auto">
          <a:xfrm>
            <a:off x="7700314" y="5733373"/>
            <a:ext cx="954407" cy="362305"/>
          </a:xfrm>
          <a:prstGeom prst="rect">
            <a:avLst/>
          </a:prstGeom>
          <a:noFill/>
          <a:extLst>
            <a:ext uri="{909E8E84-426E-40DD-AFC4-6F175D3DCCD1}">
              <a14:hiddenFill xmlns:a14="http://schemas.microsoft.com/office/drawing/2010/main">
                <a:solidFill>
                  <a:srgbClr val="FFFFFF"/>
                </a:solidFill>
              </a14:hiddenFill>
            </a:ext>
          </a:extLst>
        </p:spPr>
      </p:pic>
      <p:pic>
        <p:nvPicPr>
          <p:cNvPr id="1100" name="Picture 76" descr="Al Hilal Bank Logo PNG vector in SVG, PDF, AI, CDR format">
            <a:extLst>
              <a:ext uri="{FF2B5EF4-FFF2-40B4-BE49-F238E27FC236}">
                <a16:creationId xmlns:a16="http://schemas.microsoft.com/office/drawing/2014/main" id="{2ACB8862-B9E6-137C-5D90-F356165B32B1}"/>
              </a:ext>
            </a:extLst>
          </p:cNvPr>
          <p:cNvPicPr>
            <a:picLocks noChangeAspect="1" noChangeArrowheads="1"/>
          </p:cNvPicPr>
          <p:nvPr/>
        </p:nvPicPr>
        <p:blipFill rotWithShape="1">
          <a:blip r:embed="rId53" cstate="screen">
            <a:extLst>
              <a:ext uri="{28A0092B-C50C-407E-A947-70E740481C1C}">
                <a14:useLocalDpi xmlns:a14="http://schemas.microsoft.com/office/drawing/2010/main"/>
              </a:ext>
            </a:extLst>
          </a:blip>
          <a:srcRect/>
          <a:stretch/>
        </p:blipFill>
        <p:spPr bwMode="auto">
          <a:xfrm>
            <a:off x="6371177" y="3204941"/>
            <a:ext cx="1157579" cy="292333"/>
          </a:xfrm>
          <a:prstGeom prst="rect">
            <a:avLst/>
          </a:prstGeom>
          <a:noFill/>
          <a:extLst>
            <a:ext uri="{909E8E84-426E-40DD-AFC4-6F175D3DCCD1}">
              <a14:hiddenFill xmlns:a14="http://schemas.microsoft.com/office/drawing/2010/main">
                <a:solidFill>
                  <a:srgbClr val="FFFFFF"/>
                </a:solidFill>
              </a14:hiddenFill>
            </a:ext>
          </a:extLst>
        </p:spPr>
      </p:pic>
      <p:pic>
        <p:nvPicPr>
          <p:cNvPr id="1102" name="Picture 78" descr="UNO - Crunchbase Company Profile &amp; Funding">
            <a:extLst>
              <a:ext uri="{FF2B5EF4-FFF2-40B4-BE49-F238E27FC236}">
                <a16:creationId xmlns:a16="http://schemas.microsoft.com/office/drawing/2014/main" id="{FA7D22B0-2D8C-20E6-343D-7DC3A76ADE97}"/>
              </a:ext>
            </a:extLst>
          </p:cNvPr>
          <p:cNvPicPr>
            <a:picLocks noChangeAspect="1" noChangeArrowheads="1"/>
          </p:cNvPicPr>
          <p:nvPr/>
        </p:nvPicPr>
        <p:blipFill>
          <a:blip r:embed="rId54" cstate="screen">
            <a:extLst>
              <a:ext uri="{28A0092B-C50C-407E-A947-70E740481C1C}">
                <a14:useLocalDpi xmlns:a14="http://schemas.microsoft.com/office/drawing/2010/main"/>
              </a:ext>
            </a:extLst>
          </a:blip>
          <a:srcRect/>
          <a:stretch>
            <a:fillRect/>
          </a:stretch>
        </p:blipFill>
        <p:spPr bwMode="auto">
          <a:xfrm>
            <a:off x="6441605" y="4447376"/>
            <a:ext cx="1001637" cy="347572"/>
          </a:xfrm>
          <a:prstGeom prst="rect">
            <a:avLst/>
          </a:prstGeom>
          <a:noFill/>
          <a:extLst>
            <a:ext uri="{909E8E84-426E-40DD-AFC4-6F175D3DCCD1}">
              <a14:hiddenFill xmlns:a14="http://schemas.microsoft.com/office/drawing/2010/main">
                <a:solidFill>
                  <a:srgbClr val="FFFFFF"/>
                </a:solidFill>
              </a14:hiddenFill>
            </a:ext>
          </a:extLst>
        </p:spPr>
      </p:pic>
      <p:pic>
        <p:nvPicPr>
          <p:cNvPr id="1104" name="Picture 80" descr="Corporate One logo - D. Hilton Associates Inc.">
            <a:extLst>
              <a:ext uri="{FF2B5EF4-FFF2-40B4-BE49-F238E27FC236}">
                <a16:creationId xmlns:a16="http://schemas.microsoft.com/office/drawing/2014/main" id="{4D945533-3273-F426-E274-730907230811}"/>
              </a:ext>
            </a:extLst>
          </p:cNvPr>
          <p:cNvPicPr>
            <a:picLocks noChangeAspect="1" noChangeArrowheads="1"/>
          </p:cNvPicPr>
          <p:nvPr/>
        </p:nvPicPr>
        <p:blipFill>
          <a:blip r:embed="rId55" cstate="screen">
            <a:extLst>
              <a:ext uri="{28A0092B-C50C-407E-A947-70E740481C1C}">
                <a14:useLocalDpi xmlns:a14="http://schemas.microsoft.com/office/drawing/2010/main"/>
              </a:ext>
            </a:extLst>
          </a:blip>
          <a:srcRect/>
          <a:stretch>
            <a:fillRect/>
          </a:stretch>
        </p:blipFill>
        <p:spPr bwMode="auto">
          <a:xfrm>
            <a:off x="6406860" y="3421402"/>
            <a:ext cx="1086213" cy="6375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sujay work\2018\Customer Success Story\CCS\logo.png">
            <a:extLst>
              <a:ext uri="{FF2B5EF4-FFF2-40B4-BE49-F238E27FC236}">
                <a16:creationId xmlns:a16="http://schemas.microsoft.com/office/drawing/2014/main" id="{66400311-58EB-42B8-D1A6-F7C6A5535CF1}"/>
              </a:ext>
            </a:extLst>
          </p:cNvPr>
          <p:cNvPicPr>
            <a:picLocks noChangeAspect="1" noChangeArrowheads="1"/>
          </p:cNvPicPr>
          <p:nvPr/>
        </p:nvPicPr>
        <p:blipFill>
          <a:blip r:embed="rId56">
            <a:extLst>
              <a:ext uri="{28A0092B-C50C-407E-A947-70E740481C1C}">
                <a14:useLocalDpi xmlns:a14="http://schemas.microsoft.com/office/drawing/2010/main"/>
              </a:ext>
            </a:extLst>
          </a:blip>
          <a:srcRect/>
          <a:stretch>
            <a:fillRect/>
          </a:stretch>
        </p:blipFill>
        <p:spPr bwMode="auto">
          <a:xfrm>
            <a:off x="10558121" y="2395171"/>
            <a:ext cx="643248" cy="32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Levi's with Slogan Logo PNG vector in SVG, PDF, AI, CDR format">
            <a:extLst>
              <a:ext uri="{FF2B5EF4-FFF2-40B4-BE49-F238E27FC236}">
                <a16:creationId xmlns:a16="http://schemas.microsoft.com/office/drawing/2014/main" id="{B5612A3F-0EC1-898A-451E-3E5D149640F8}"/>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3820756" y="5902280"/>
            <a:ext cx="960483" cy="7194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20912A8D-6DD8-26C5-D8B2-706DE536BAF3}"/>
              </a:ext>
            </a:extLst>
          </p:cNvPr>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9226706" y="2352897"/>
            <a:ext cx="488707" cy="36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ky UK - Wikipedia">
            <a:extLst>
              <a:ext uri="{FF2B5EF4-FFF2-40B4-BE49-F238E27FC236}">
                <a16:creationId xmlns:a16="http://schemas.microsoft.com/office/drawing/2014/main" id="{C889420D-5597-1382-B62F-F72ABA3982F3}"/>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9105913" y="1340039"/>
            <a:ext cx="635276" cy="3885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hell tankpas? Tank met de MoveMove-tankpas bij Shell">
            <a:extLst>
              <a:ext uri="{FF2B5EF4-FFF2-40B4-BE49-F238E27FC236}">
                <a16:creationId xmlns:a16="http://schemas.microsoft.com/office/drawing/2014/main" id="{98890DB9-4DA1-C8C3-2E6B-B501D036650E}"/>
              </a:ext>
            </a:extLst>
          </p:cNvPr>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7838163" y="2476716"/>
            <a:ext cx="608336" cy="456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Orbia - Wikipedia">
            <a:extLst>
              <a:ext uri="{FF2B5EF4-FFF2-40B4-BE49-F238E27FC236}">
                <a16:creationId xmlns:a16="http://schemas.microsoft.com/office/drawing/2014/main" id="{60DC36FA-4075-F35C-9ADC-28337A230197}"/>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7723811" y="1398497"/>
            <a:ext cx="855767" cy="369384"/>
          </a:xfrm>
          <a:prstGeom prst="rect">
            <a:avLst/>
          </a:prstGeom>
          <a:noFill/>
          <a:extLst>
            <a:ext uri="{909E8E84-426E-40DD-AFC4-6F175D3DCCD1}">
              <a14:hiddenFill xmlns:a14="http://schemas.microsoft.com/office/drawing/2010/main">
                <a:solidFill>
                  <a:srgbClr val="FFFFFF"/>
                </a:solidFill>
              </a14:hiddenFill>
            </a:ext>
          </a:extLst>
        </p:spPr>
      </p:pic>
      <p:pic>
        <p:nvPicPr>
          <p:cNvPr id="9" name="Afbeelding" descr="Afbeelding">
            <a:extLst>
              <a:ext uri="{FF2B5EF4-FFF2-40B4-BE49-F238E27FC236}">
                <a16:creationId xmlns:a16="http://schemas.microsoft.com/office/drawing/2014/main" id="{F5EEED63-09D0-5F6E-2090-9D70961198BD}"/>
              </a:ext>
            </a:extLst>
          </p:cNvPr>
          <p:cNvPicPr>
            <a:picLocks noChangeAspect="1"/>
          </p:cNvPicPr>
          <p:nvPr/>
        </p:nvPicPr>
        <p:blipFill>
          <a:blip r:embed="rId62" cstate="screen">
            <a:extLst>
              <a:ext uri="{28A0092B-C50C-407E-A947-70E740481C1C}">
                <a14:useLocalDpi xmlns:a14="http://schemas.microsoft.com/office/drawing/2010/main"/>
              </a:ext>
            </a:extLst>
          </a:blip>
          <a:stretch>
            <a:fillRect/>
          </a:stretch>
        </p:blipFill>
        <p:spPr>
          <a:xfrm>
            <a:off x="5315578" y="5206228"/>
            <a:ext cx="681915" cy="383577"/>
          </a:xfrm>
          <a:prstGeom prst="rect">
            <a:avLst/>
          </a:prstGeom>
          <a:ln w="12700">
            <a:miter lim="400000"/>
          </a:ln>
        </p:spPr>
      </p:pic>
      <p:pic>
        <p:nvPicPr>
          <p:cNvPr id="1034" name="Picture 10" descr="Koninklijke DSM - Wikipedia">
            <a:extLst>
              <a:ext uri="{FF2B5EF4-FFF2-40B4-BE49-F238E27FC236}">
                <a16:creationId xmlns:a16="http://schemas.microsoft.com/office/drawing/2014/main" id="{9DD2E92E-1F28-90B1-0C07-0552F7F1DB08}"/>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7757887" y="1977794"/>
            <a:ext cx="768891" cy="369028"/>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12">
            <a:extLst>
              <a:ext uri="{FF2B5EF4-FFF2-40B4-BE49-F238E27FC236}">
                <a16:creationId xmlns:a16="http://schemas.microsoft.com/office/drawing/2014/main" id="{097F6F34-990B-7573-9320-4890AB3770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endParaRPr lang="en-US" sz="1800"/>
          </a:p>
        </p:txBody>
      </p:sp>
      <p:pic>
        <p:nvPicPr>
          <p:cNvPr id="11" name="Afbeelding 10">
            <a:extLst>
              <a:ext uri="{FF2B5EF4-FFF2-40B4-BE49-F238E27FC236}">
                <a16:creationId xmlns:a16="http://schemas.microsoft.com/office/drawing/2014/main" id="{EE3B1E09-8846-ECE6-2F2C-5FBA5EC97EEC}"/>
              </a:ext>
            </a:extLst>
          </p:cNvPr>
          <p:cNvPicPr>
            <a:picLocks noChangeAspect="1"/>
          </p:cNvPicPr>
          <p:nvPr/>
        </p:nvPicPr>
        <p:blipFill>
          <a:blip r:embed="rId64"/>
          <a:stretch>
            <a:fillRect/>
          </a:stretch>
        </p:blipFill>
        <p:spPr>
          <a:xfrm>
            <a:off x="9008064" y="3351786"/>
            <a:ext cx="812418" cy="355433"/>
          </a:xfrm>
          <a:prstGeom prst="rect">
            <a:avLst/>
          </a:prstGeom>
        </p:spPr>
      </p:pic>
      <p:pic>
        <p:nvPicPr>
          <p:cNvPr id="1038" name="Picture 14" descr="Metro-Goldwyn-Mayer - Wikipedia">
            <a:extLst>
              <a:ext uri="{FF2B5EF4-FFF2-40B4-BE49-F238E27FC236}">
                <a16:creationId xmlns:a16="http://schemas.microsoft.com/office/drawing/2014/main" id="{2308AA26-6183-0A8B-C958-C4B6246830B8}"/>
              </a:ext>
            </a:extLst>
          </p:cNvPr>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9015962" y="5983514"/>
            <a:ext cx="713918" cy="4174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he Sting Logo, PNG, 1200x600px, Sting, Area, Automotive Exterior, Brand,  Clothing Download Free">
            <a:extLst>
              <a:ext uri="{FF2B5EF4-FFF2-40B4-BE49-F238E27FC236}">
                <a16:creationId xmlns:a16="http://schemas.microsoft.com/office/drawing/2014/main" id="{4F61823B-2CB0-12F9-F5CF-14F64A957157}"/>
              </a:ext>
            </a:extLst>
          </p:cNvPr>
          <p:cNvPicPr>
            <a:picLocks noChangeAspect="1" noChangeArrowheads="1"/>
          </p:cNvPicPr>
          <p:nvPr/>
        </p:nvPicPr>
        <p:blipFill rotWithShape="1">
          <a:blip r:embed="rId66" cstate="screen">
            <a:extLst>
              <a:ext uri="{BEBA8EAE-BF5A-486C-A8C5-ECC9F3942E4B}">
                <a14:imgProps xmlns:a14="http://schemas.microsoft.com/office/drawing/2010/main">
                  <a14:imgLayer r:embed="rId67">
                    <a14:imgEffect>
                      <a14:backgroundRemoval t="8743" b="89617" l="3659" r="96098">
                        <a14:foregroundMark x1="4512" y1="25683" x2="3902" y2="55191"/>
                        <a14:foregroundMark x1="9878" y1="38798" x2="9878" y2="38798"/>
                        <a14:foregroundMark x1="19756" y1="37705" x2="19756" y2="38251"/>
                        <a14:foregroundMark x1="31098" y1="39891" x2="31098" y2="39891"/>
                        <a14:foregroundMark x1="46585" y1="39344" x2="46585" y2="39344"/>
                        <a14:foregroundMark x1="57683" y1="36612" x2="57683" y2="36612"/>
                        <a14:foregroundMark x1="66341" y1="36612" x2="66341" y2="36612"/>
                        <a14:foregroundMark x1="72683" y1="39344" x2="72683" y2="39344"/>
                        <a14:foregroundMark x1="85610" y1="39344" x2="85610" y2="39344"/>
                        <a14:foregroundMark x1="83415" y1="81421" x2="83415" y2="81421"/>
                        <a14:foregroundMark x1="96098" y1="51366" x2="96098" y2="51366"/>
                        <a14:foregroundMark x1="24268" y1="83060" x2="50976" y2="84699"/>
                        <a14:foregroundMark x1="50976" y1="84699" x2="75610" y2="79781"/>
                        <a14:foregroundMark x1="75488" y1="79781" x2="28171" y2="80328"/>
                      </a14:backgroundRemoval>
                    </a14:imgEffect>
                  </a14:imgLayer>
                </a14:imgProps>
              </a:ext>
              <a:ext uri="{28A0092B-C50C-407E-A947-70E740481C1C}">
                <a14:useLocalDpi xmlns:a14="http://schemas.microsoft.com/office/drawing/2010/main"/>
              </a:ext>
            </a:extLst>
          </a:blip>
          <a:srcRect/>
          <a:stretch/>
        </p:blipFill>
        <p:spPr bwMode="auto">
          <a:xfrm>
            <a:off x="3706458" y="3719744"/>
            <a:ext cx="1195750" cy="294093"/>
          </a:xfrm>
          <a:prstGeom prst="rect">
            <a:avLst/>
          </a:prstGeom>
          <a:extLst>
            <a:ext uri="{909E8E84-426E-40DD-AFC4-6F175D3DCCD1}">
              <a14:hiddenFill xmlns:a14="http://schemas.microsoft.com/office/drawing/2010/main">
                <a:solidFill>
                  <a:srgbClr val="FFFFFF"/>
                </a:solidFill>
              </a14:hiddenFill>
            </a:ext>
          </a:extLst>
        </p:spPr>
      </p:pic>
      <p:pic>
        <p:nvPicPr>
          <p:cNvPr id="12" name="Picture 2" descr="Imperial Brands">
            <a:extLst>
              <a:ext uri="{FF2B5EF4-FFF2-40B4-BE49-F238E27FC236}">
                <a16:creationId xmlns:a16="http://schemas.microsoft.com/office/drawing/2014/main" id="{33B38C12-09D8-3A80-A73D-D370E5027BD0}"/>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3977197" y="5537944"/>
            <a:ext cx="719091" cy="599242"/>
          </a:xfrm>
          <a:prstGeom prst="rect">
            <a:avLst/>
          </a:prstGeom>
          <a:noFill/>
          <a:extLst>
            <a:ext uri="{909E8E84-426E-40DD-AFC4-6F175D3DCCD1}">
              <a14:hiddenFill xmlns:a14="http://schemas.microsoft.com/office/drawing/2010/main">
                <a:solidFill>
                  <a:srgbClr val="FFFFFF"/>
                </a:solidFill>
              </a14:hiddenFill>
            </a:ext>
          </a:extLst>
        </p:spPr>
      </p:pic>
      <p:pic>
        <p:nvPicPr>
          <p:cNvPr id="13" name="Marcador de posición de imagen 19">
            <a:extLst>
              <a:ext uri="{FF2B5EF4-FFF2-40B4-BE49-F238E27FC236}">
                <a16:creationId xmlns:a16="http://schemas.microsoft.com/office/drawing/2014/main" id="{4487B145-C8E6-80E8-1021-4CB2845B248F}"/>
              </a:ext>
            </a:extLst>
          </p:cNvPr>
          <p:cNvPicPr>
            <a:picLocks noChangeAspect="1"/>
          </p:cNvPicPr>
          <p:nvPr/>
        </p:nvPicPr>
        <p:blipFill>
          <a:blip r:embed="rId69"/>
          <a:srcRect l="132" r="132"/>
          <a:stretch/>
        </p:blipFill>
        <p:spPr>
          <a:xfrm>
            <a:off x="447719" y="756664"/>
            <a:ext cx="2713566" cy="5752749"/>
          </a:xfrm>
          <a:prstGeom prst="rect">
            <a:avLst/>
          </a:prstGeom>
        </p:spPr>
      </p:pic>
      <p:sp>
        <p:nvSpPr>
          <p:cNvPr id="16" name="Tekstvak 15">
            <a:extLst>
              <a:ext uri="{FF2B5EF4-FFF2-40B4-BE49-F238E27FC236}">
                <a16:creationId xmlns:a16="http://schemas.microsoft.com/office/drawing/2014/main" id="{B2EDB587-EE65-B7AF-BA1B-E72C53F56D6E}"/>
              </a:ext>
            </a:extLst>
          </p:cNvPr>
          <p:cNvSpPr txBox="1"/>
          <p:nvPr/>
        </p:nvSpPr>
        <p:spPr>
          <a:xfrm>
            <a:off x="503148" y="855702"/>
            <a:ext cx="2567834" cy="1200329"/>
          </a:xfrm>
          <a:prstGeom prst="rect">
            <a:avLst/>
          </a:prstGeom>
          <a:noFill/>
        </p:spPr>
        <p:txBody>
          <a:bodyPr wrap="square">
            <a:spAutoFit/>
          </a:bodyPr>
          <a:lstStyle>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825541" hangingPunct="0">
              <a:defRPr sz="4000">
                <a:solidFill>
                  <a:srgbClr val="4A4A4A"/>
                </a:solidFill>
                <a:latin typeface="Proxima Nova Rg"/>
                <a:ea typeface="Proxima Nova Rg"/>
                <a:cs typeface="Proxima Nova Rg"/>
                <a:sym typeface="Proxima Nova"/>
              </a:defRPr>
            </a:pPr>
            <a:r>
              <a:rPr lang="en-GB" sz="2400" b="1" kern="0" err="1">
                <a:solidFill>
                  <a:schemeClr val="bg2"/>
                </a:solidFill>
                <a:latin typeface="+mj-lt"/>
                <a:ea typeface="Proxima Nova Rg"/>
                <a:cs typeface="Proxima Nova Rg"/>
                <a:sym typeface="Proxima Nova"/>
              </a:rPr>
              <a:t>Xebia</a:t>
            </a:r>
            <a:r>
              <a:rPr lang="en-GB" sz="2400" b="1" kern="0">
                <a:solidFill>
                  <a:schemeClr val="bg2"/>
                </a:solidFill>
                <a:latin typeface="+mj-lt"/>
                <a:ea typeface="Proxima Nova Rg"/>
                <a:cs typeface="Proxima Nova Rg"/>
                <a:sym typeface="Proxima Nova"/>
              </a:rPr>
              <a:t> </a:t>
            </a:r>
            <a:br>
              <a:rPr lang="en-GB" sz="2400" b="1" kern="0">
                <a:solidFill>
                  <a:schemeClr val="bg2"/>
                </a:solidFill>
                <a:latin typeface="+mj-lt"/>
                <a:ea typeface="Proxima Nova Rg"/>
                <a:cs typeface="Proxima Nova Rg"/>
                <a:sym typeface="Proxima Nova"/>
              </a:rPr>
            </a:br>
            <a:r>
              <a:rPr lang="en-GB" sz="2400" b="1" kern="0">
                <a:solidFill>
                  <a:schemeClr val="bg2"/>
                </a:solidFill>
                <a:latin typeface="+mj-lt"/>
                <a:ea typeface="Proxima Nova Rg"/>
                <a:cs typeface="Proxima Nova Rg"/>
                <a:sym typeface="Proxima Nova"/>
              </a:rPr>
              <a:t>Customer </a:t>
            </a:r>
            <a:br>
              <a:rPr lang="en-GB" sz="2400" b="1" kern="0">
                <a:solidFill>
                  <a:schemeClr val="bg2"/>
                </a:solidFill>
                <a:latin typeface="+mj-lt"/>
                <a:ea typeface="Proxima Nova Rg"/>
                <a:cs typeface="Proxima Nova Rg"/>
                <a:sym typeface="Proxima Nova"/>
              </a:rPr>
            </a:br>
            <a:r>
              <a:rPr lang="en-GB" sz="2400" b="1" kern="0">
                <a:solidFill>
                  <a:schemeClr val="bg2"/>
                </a:solidFill>
                <a:latin typeface="+mj-lt"/>
                <a:ea typeface="Proxima Nova Rg"/>
                <a:cs typeface="Proxima Nova Rg"/>
                <a:sym typeface="Proxima Nova"/>
              </a:rPr>
              <a:t>Portfolio</a:t>
            </a:r>
          </a:p>
        </p:txBody>
      </p:sp>
    </p:spTree>
    <p:extLst>
      <p:ext uri="{BB962C8B-B14F-4D97-AF65-F5344CB8AC3E}">
        <p14:creationId xmlns:p14="http://schemas.microsoft.com/office/powerpoint/2010/main" val="151369718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16F9E11C-36BD-EA45-991F-9579E2D2CF36}"/>
              </a:ext>
            </a:extLst>
          </p:cNvPr>
          <p:cNvSpPr txBox="1"/>
          <p:nvPr/>
        </p:nvSpPr>
        <p:spPr>
          <a:xfrm>
            <a:off x="3569460" y="680240"/>
            <a:ext cx="1472333" cy="355995"/>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Retail &amp; Consumer </a:t>
            </a:r>
            <a:b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b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Goods</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sp>
        <p:nvSpPr>
          <p:cNvPr id="74"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55FC9871-682A-9545-A256-D952FE8BB48E}"/>
              </a:ext>
            </a:extLst>
          </p:cNvPr>
          <p:cNvSpPr txBox="1"/>
          <p:nvPr/>
        </p:nvSpPr>
        <p:spPr>
          <a:xfrm>
            <a:off x="5000787" y="680240"/>
            <a:ext cx="1315793" cy="355995"/>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Transport, Travel </a:t>
            </a:r>
            <a:b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b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&amp; </a:t>
            </a: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Hospitality</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sp>
        <p:nvSpPr>
          <p:cNvPr id="81"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72ADAD0B-6A39-B44C-9364-E0388B2D9ABD}"/>
              </a:ext>
            </a:extLst>
          </p:cNvPr>
          <p:cNvSpPr txBox="1"/>
          <p:nvPr/>
        </p:nvSpPr>
        <p:spPr>
          <a:xfrm>
            <a:off x="6191517" y="680240"/>
            <a:ext cx="1316660" cy="355995"/>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Finance </a:t>
            </a:r>
            <a:b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b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&amp; </a:t>
            </a: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Fintech</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sp>
        <p:nvSpPr>
          <p:cNvPr id="118"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4EEBDF06-852C-6542-A3DD-F43C85FDEA88}"/>
              </a:ext>
            </a:extLst>
          </p:cNvPr>
          <p:cNvSpPr txBox="1"/>
          <p:nvPr/>
        </p:nvSpPr>
        <p:spPr>
          <a:xfrm>
            <a:off x="7502659" y="680240"/>
            <a:ext cx="1231879" cy="508344"/>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Govt</a:t>
            </a: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 Public, Manufacturing &amp; Utilities</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sp>
        <p:nvSpPr>
          <p:cNvPr id="119"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C965CD66-6149-8E43-8108-3EB684AB8D85}"/>
              </a:ext>
            </a:extLst>
          </p:cNvPr>
          <p:cNvSpPr txBox="1"/>
          <p:nvPr/>
        </p:nvSpPr>
        <p:spPr>
          <a:xfrm>
            <a:off x="8792677" y="680240"/>
            <a:ext cx="1307274" cy="355995"/>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Media, </a:t>
            </a: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Telco</a:t>
            </a: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 &amp; Entertainment</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sp>
        <p:nvSpPr>
          <p:cNvPr id="98" name="Our global brands and boutiques  are captured in 6 domains">
            <a:extLst>
              <a:ext uri="{FF2B5EF4-FFF2-40B4-BE49-F238E27FC236}">
                <a16:creationId xmlns:a16="http://schemas.microsoft.com/office/drawing/2014/main" id="{672E27AF-DF53-4146-9EE2-7F63E167058B}"/>
              </a:ext>
            </a:extLst>
          </p:cNvPr>
          <p:cNvSpPr txBox="1"/>
          <p:nvPr/>
        </p:nvSpPr>
        <p:spPr>
          <a:xfrm>
            <a:off x="438959" y="462995"/>
            <a:ext cx="2724542" cy="3124515"/>
          </a:xfrm>
          <a:prstGeom prst="rect">
            <a:avLst/>
          </a:prstGeom>
          <a:ln w="12700">
            <a:miter lim="400000"/>
          </a:ln>
          <a:extLst>
            <a:ext uri="{C572A759-6A51-4108-AA02-DFA0A04FC94B}">
              <ma14:wrappingTextBoxFlag xmlns="" xmlns:ma14="http://schemas.microsoft.com/office/mac/drawingml/2011/main" val="1"/>
            </a:ext>
          </a:extLst>
        </p:spPr>
        <p:txBody>
          <a:bodyPr lIns="50800" tIns="50800" rIns="50800" bIns="50800" anchor="t">
            <a:noAutofit/>
          </a:bodyPr>
          <a:lstStyle/>
          <a:p>
            <a:pPr marL="0" marR="0" lvl="0" indent="0" algn="l" defTabSz="825500" rtl="0" eaLnBrk="1" fontAlgn="auto" latinLnBrk="0" hangingPunct="0">
              <a:lnSpc>
                <a:spcPct val="100000"/>
              </a:lnSpc>
              <a:spcBef>
                <a:spcPts val="0"/>
              </a:spcBef>
              <a:spcAft>
                <a:spcPts val="0"/>
              </a:spcAft>
              <a:buClrTx/>
              <a:buSzTx/>
              <a:buFontTx/>
              <a:buNone/>
              <a:tabLst/>
              <a:defRPr sz="4000">
                <a:solidFill>
                  <a:srgbClr val="4A4A4A"/>
                </a:solidFill>
                <a:latin typeface="Proxima Nova Rg"/>
                <a:ea typeface="Proxima Nova Rg"/>
                <a:cs typeface="Proxima Nova Rg"/>
                <a:sym typeface="Proxima Nova"/>
              </a:defRPr>
            </a:pPr>
            <a:r>
              <a:rPr kumimoji="0" lang="en-GB" sz="3200" b="1" i="0" u="none" strike="noStrike" kern="0" cap="none" spc="0" normalizeH="0" baseline="0" noProof="0" err="1">
                <a:ln>
                  <a:noFill/>
                </a:ln>
                <a:solidFill>
                  <a:srgbClr val="651959"/>
                </a:solidFill>
                <a:effectLst/>
                <a:uLnTx/>
                <a:uFillTx/>
                <a:latin typeface="Century Gothic" panose="020B0502020202020204" pitchFamily="34" charset="0"/>
                <a:ea typeface="Proxima Nova Rg"/>
                <a:cs typeface="Proxima Nova Rg"/>
                <a:sym typeface="Proxima Nova"/>
              </a:rPr>
              <a:t>Xebia</a:t>
            </a:r>
            <a:r>
              <a:rPr kumimoji="0" lang="en-GB" sz="3200" b="1" i="0" u="none" strike="noStrike" kern="0" cap="none" spc="0" normalizeH="0" baseline="0" noProof="0">
                <a:ln>
                  <a:noFill/>
                </a:ln>
                <a:solidFill>
                  <a:srgbClr val="651959"/>
                </a:solidFill>
                <a:effectLst/>
                <a:uLnTx/>
                <a:uFillTx/>
                <a:latin typeface="Century Gothic" panose="020B0502020202020204" pitchFamily="34" charset="0"/>
                <a:ea typeface="Proxima Nova Rg"/>
                <a:cs typeface="Proxima Nova Rg"/>
                <a:sym typeface="Proxima Nova"/>
              </a:rPr>
              <a:t> </a:t>
            </a:r>
            <a:br>
              <a:rPr kumimoji="0" lang="en-GB" sz="3200" b="1" i="0" u="none" strike="noStrike" kern="0" cap="none" spc="0" normalizeH="0" baseline="0" noProof="0">
                <a:ln>
                  <a:noFill/>
                </a:ln>
                <a:solidFill>
                  <a:srgbClr val="651959"/>
                </a:solidFill>
                <a:effectLst/>
                <a:uLnTx/>
                <a:uFillTx/>
                <a:latin typeface="Century Gothic" panose="020B0502020202020204" pitchFamily="34" charset="0"/>
                <a:ea typeface="Proxima Nova Rg"/>
                <a:cs typeface="Proxima Nova Rg"/>
                <a:sym typeface="Proxima Nova"/>
              </a:rPr>
            </a:br>
            <a:r>
              <a:rPr kumimoji="0" lang="en-GB" sz="3200" b="1" i="0" u="none" strike="noStrike" kern="0" cap="none" spc="0" normalizeH="0" baseline="0" noProof="0">
                <a:ln>
                  <a:noFill/>
                </a:ln>
                <a:solidFill>
                  <a:srgbClr val="651959"/>
                </a:solidFill>
                <a:effectLst/>
                <a:uLnTx/>
                <a:uFillTx/>
                <a:latin typeface="Century Gothic" panose="020B0502020202020204" pitchFamily="34" charset="0"/>
                <a:ea typeface="Proxima Nova Rg"/>
                <a:cs typeface="Proxima Nova Rg"/>
                <a:sym typeface="Proxima Nova"/>
              </a:rPr>
              <a:t>Customer </a:t>
            </a:r>
            <a:br>
              <a:rPr kumimoji="0" lang="en-GB" sz="3200" b="1" i="0" u="none" strike="noStrike" kern="0" cap="none" spc="0" normalizeH="0" baseline="0" noProof="0">
                <a:ln>
                  <a:noFill/>
                </a:ln>
                <a:solidFill>
                  <a:srgbClr val="651959"/>
                </a:solidFill>
                <a:effectLst/>
                <a:uLnTx/>
                <a:uFillTx/>
                <a:latin typeface="Century Gothic" panose="020B0502020202020204" pitchFamily="34" charset="0"/>
                <a:ea typeface="Proxima Nova Rg"/>
                <a:cs typeface="Proxima Nova Rg"/>
                <a:sym typeface="Proxima Nova"/>
              </a:rPr>
            </a:br>
            <a:r>
              <a:rPr kumimoji="0" lang="en-GB" sz="3200" b="1" i="0" u="none" strike="noStrike" kern="0" cap="none" spc="0" normalizeH="0" baseline="0" noProof="0">
                <a:ln>
                  <a:noFill/>
                </a:ln>
                <a:solidFill>
                  <a:srgbClr val="651959"/>
                </a:solidFill>
                <a:effectLst/>
                <a:uLnTx/>
                <a:uFillTx/>
                <a:latin typeface="Century Gothic" panose="020B0502020202020204" pitchFamily="34" charset="0"/>
                <a:ea typeface="Proxima Nova Rg"/>
                <a:cs typeface="Proxima Nova Rg"/>
                <a:sym typeface="Proxima Nova"/>
              </a:rPr>
              <a:t>Portfolio</a:t>
            </a:r>
          </a:p>
        </p:txBody>
      </p:sp>
      <p:sp>
        <p:nvSpPr>
          <p:cNvPr id="29" name="A global, innovative, IT Consultancy Company, founded in the Netherlands in 2001 as the first organization to embrace the Agile way of working. With roots in architecture and Java development, we have grown to be a full services IT consulting firm operat">
            <a:extLst>
              <a:ext uri="{FF2B5EF4-FFF2-40B4-BE49-F238E27FC236}">
                <a16:creationId xmlns:a16="http://schemas.microsoft.com/office/drawing/2014/main" id="{F2C8C69B-492D-287C-4611-844F3363A385}"/>
              </a:ext>
            </a:extLst>
          </p:cNvPr>
          <p:cNvSpPr txBox="1"/>
          <p:nvPr/>
        </p:nvSpPr>
        <p:spPr>
          <a:xfrm>
            <a:off x="10179526" y="680240"/>
            <a:ext cx="1186274" cy="508344"/>
          </a:xfrm>
          <a:prstGeom prst="rect">
            <a:avLst/>
          </a:prstGeom>
          <a:ln w="12700">
            <a:miter lim="400000"/>
          </a:ln>
          <a:extLst>
            <a:ext uri="{C572A759-6A51-4108-AA02-DFA0A04FC94B}">
              <ma14:wrappingTextBoxFlag xmlns="" xmlns:ma14="http://schemas.microsoft.com/office/mac/drawingml/2011/main" val="1"/>
            </a:ext>
          </a:extLst>
        </p:spPr>
        <p:txBody>
          <a:bodyPr wrap="square" lIns="25400" tIns="25400" rIns="25400" bIns="25400">
            <a:spAutoFit/>
          </a:bodyPr>
          <a:lstStyle>
            <a:lvl1pPr algn="l" defTabSz="825500">
              <a:lnSpc>
                <a:spcPct val="140000"/>
              </a:lnSpc>
              <a:defRPr sz="3200">
                <a:solidFill>
                  <a:srgbClr val="555555"/>
                </a:solidFill>
                <a:latin typeface="Proxima Nova Light"/>
                <a:ea typeface="Proxima Nova Light"/>
                <a:cs typeface="Proxima Nova Light"/>
                <a:sym typeface="Proxima Nova Light"/>
              </a:defRPr>
            </a:lvl1pPr>
          </a:lstStyle>
          <a:p>
            <a:pPr marL="0" marR="0" lvl="0" indent="0" algn="ctr" defTabSz="412750" rtl="0" eaLnBrk="1" fontAlgn="auto" latinLnBrk="0" hangingPunct="0">
              <a:lnSpc>
                <a:spcPct val="90000"/>
              </a:lnSpc>
              <a:spcBef>
                <a:spcPts val="0"/>
              </a:spcBef>
              <a:spcAft>
                <a:spcPts val="0"/>
              </a:spcAft>
              <a:buClrTx/>
              <a:buSzTx/>
              <a:buFontTx/>
              <a:buNone/>
              <a:tabLst/>
              <a:defRPr/>
            </a:pPr>
            <a:r>
              <a:rPr kumimoji="0" lang="nl-NL" sz="1100" b="1" i="0" u="none" strike="noStrike" kern="0" cap="none" spc="0" normalizeH="0" baseline="0" noProof="0">
                <a:ln>
                  <a:noFill/>
                </a:ln>
                <a:solidFill>
                  <a:srgbClr val="6C1D5F"/>
                </a:solidFill>
                <a:effectLst/>
                <a:uLnTx/>
                <a:uFillTx/>
                <a:latin typeface="Century Gothic" panose="020B0502020202020204" pitchFamily="34" charset="0"/>
                <a:ea typeface="Proxima Nova Semibold"/>
                <a:cs typeface="Proxima Nova Semibold"/>
                <a:sym typeface="Proxima Nova Semibold"/>
              </a:rPr>
              <a:t>Technology, Consultancy &amp; </a:t>
            </a:r>
            <a:r>
              <a:rPr kumimoji="0" lang="nl-NL" sz="1100" b="1" i="0" u="none" strike="noStrike" kern="0" cap="none" spc="0" normalizeH="0" baseline="0" noProof="0" err="1">
                <a:ln>
                  <a:noFill/>
                </a:ln>
                <a:solidFill>
                  <a:srgbClr val="6C1D5F"/>
                </a:solidFill>
                <a:effectLst/>
                <a:uLnTx/>
                <a:uFillTx/>
                <a:latin typeface="Century Gothic" panose="020B0502020202020204" pitchFamily="34" charset="0"/>
                <a:ea typeface="Proxima Nova Semibold"/>
                <a:cs typeface="Proxima Nova Semibold"/>
                <a:sym typeface="Proxima Nova Semibold"/>
              </a:rPr>
              <a:t>ISVs</a:t>
            </a:r>
            <a:endParaRPr kumimoji="0" lang="en-US" sz="1100" b="1" i="0" u="none" strike="noStrike" kern="0" cap="none" spc="0" normalizeH="0" baseline="0" noProof="0">
              <a:ln>
                <a:noFill/>
              </a:ln>
              <a:solidFill>
                <a:srgbClr val="555555"/>
              </a:solidFill>
              <a:effectLst/>
              <a:uLnTx/>
              <a:uFillTx/>
              <a:latin typeface="Century Gothic" panose="020B0502020202020204" pitchFamily="34" charset="0"/>
              <a:sym typeface="Proxima Nova Light"/>
            </a:endParaRPr>
          </a:p>
        </p:txBody>
      </p:sp>
      <p:pic>
        <p:nvPicPr>
          <p:cNvPr id="62" name="Afbeelding" descr="Afbeelding">
            <a:extLst>
              <a:ext uri="{FF2B5EF4-FFF2-40B4-BE49-F238E27FC236}">
                <a16:creationId xmlns:a16="http://schemas.microsoft.com/office/drawing/2014/main" id="{2D7CC580-49E1-094A-8077-680375D2836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98601" y="1413023"/>
            <a:ext cx="858427" cy="276039"/>
          </a:xfrm>
          <a:prstGeom prst="rect">
            <a:avLst/>
          </a:prstGeom>
          <a:ln w="12700">
            <a:miter lim="400000"/>
          </a:ln>
        </p:spPr>
      </p:pic>
      <p:pic>
        <p:nvPicPr>
          <p:cNvPr id="76" name="Picture 75" descr="A picture containing text, clipart&#10;&#10;Description automatically generated">
            <a:extLst>
              <a:ext uri="{FF2B5EF4-FFF2-40B4-BE49-F238E27FC236}">
                <a16:creationId xmlns:a16="http://schemas.microsoft.com/office/drawing/2014/main" id="{37EE6AE1-EE55-6A48-8949-461AC918F22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71375" y="1836471"/>
            <a:ext cx="795211" cy="210731"/>
          </a:xfrm>
          <a:prstGeom prst="rect">
            <a:avLst/>
          </a:prstGeom>
        </p:spPr>
      </p:pic>
      <p:pic>
        <p:nvPicPr>
          <p:cNvPr id="87" name="Picture 86" descr="A picture containing text, sign, clipart&#10;&#10;Description automatically generated">
            <a:extLst>
              <a:ext uri="{FF2B5EF4-FFF2-40B4-BE49-F238E27FC236}">
                <a16:creationId xmlns:a16="http://schemas.microsoft.com/office/drawing/2014/main" id="{68B18B43-1DB1-CA40-9DD9-8EDA50986B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6471507" y="4845831"/>
            <a:ext cx="897471" cy="333859"/>
          </a:xfrm>
          <a:prstGeom prst="rect">
            <a:avLst/>
          </a:prstGeom>
        </p:spPr>
      </p:pic>
      <p:pic>
        <p:nvPicPr>
          <p:cNvPr id="93" name="Afbeelding" descr="Afbeelding">
            <a:extLst>
              <a:ext uri="{FF2B5EF4-FFF2-40B4-BE49-F238E27FC236}">
                <a16:creationId xmlns:a16="http://schemas.microsoft.com/office/drawing/2014/main" id="{04AE50EB-3064-0946-BB2F-081D60AECB07}"/>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086720" y="3492115"/>
            <a:ext cx="1019035" cy="636896"/>
          </a:xfrm>
          <a:prstGeom prst="rect">
            <a:avLst/>
          </a:prstGeom>
          <a:ln w="12700">
            <a:miter lim="400000"/>
          </a:ln>
        </p:spPr>
      </p:pic>
      <p:pic>
        <p:nvPicPr>
          <p:cNvPr id="95" name="Afbeelding" descr="Afbeelding">
            <a:extLst>
              <a:ext uri="{FF2B5EF4-FFF2-40B4-BE49-F238E27FC236}">
                <a16:creationId xmlns:a16="http://schemas.microsoft.com/office/drawing/2014/main" id="{3E7855E0-7816-5549-9E46-113A6461639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5213447" y="3364365"/>
            <a:ext cx="896473" cy="198719"/>
          </a:xfrm>
          <a:prstGeom prst="rect">
            <a:avLst/>
          </a:prstGeom>
          <a:ln w="12700">
            <a:miter lim="400000"/>
          </a:ln>
        </p:spPr>
      </p:pic>
      <p:pic>
        <p:nvPicPr>
          <p:cNvPr id="103" name="Picture 2">
            <a:extLst>
              <a:ext uri="{FF2B5EF4-FFF2-40B4-BE49-F238E27FC236}">
                <a16:creationId xmlns:a16="http://schemas.microsoft.com/office/drawing/2014/main" id="{4B95BFC0-744A-074A-8DC1-E69DA1D40677}"/>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7640916" y="3338355"/>
            <a:ext cx="964463" cy="482230"/>
          </a:xfrm>
          <a:prstGeom prst="rect">
            <a:avLst/>
          </a:prstGeom>
          <a:noFill/>
          <a:extLst>
            <a:ext uri="{909E8E84-426E-40dd-AFC4-6F175D3DCCD1}">
              <a14:hiddenFill xmlns="" xmlns:a14="http://schemas.microsoft.com/office/drawing/2010/main">
                <a:solidFill>
                  <a:srgbClr val="FFFFFF"/>
                </a:solidFill>
              </a14:hiddenFill>
            </a:ext>
          </a:extLst>
        </p:spPr>
      </p:pic>
      <p:pic>
        <p:nvPicPr>
          <p:cNvPr id="109" name="Picture 10" descr="Disney Logo | Disney logo, Disney sticker, Popular logos">
            <a:extLst>
              <a:ext uri="{FF2B5EF4-FFF2-40B4-BE49-F238E27FC236}">
                <a16:creationId xmlns:a16="http://schemas.microsoft.com/office/drawing/2014/main" id="{A210BDA6-5C7E-E84F-AC87-D84D5D0F433F}"/>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8944992" y="3869841"/>
            <a:ext cx="913575" cy="435017"/>
          </a:xfrm>
          <a:prstGeom prst="rect">
            <a:avLst/>
          </a:prstGeom>
          <a:noFill/>
          <a:extLst>
            <a:ext uri="{909E8E84-426E-40dd-AFC4-6F175D3DCCD1}">
              <a14:hiddenFill xmlns="" xmlns:a14="http://schemas.microsoft.com/office/drawing/2010/main">
                <a:solidFill>
                  <a:srgbClr val="FFFFFF"/>
                </a:solidFill>
              </a14:hiddenFill>
            </a:ext>
          </a:extLst>
        </p:spPr>
      </p:pic>
      <p:pic>
        <p:nvPicPr>
          <p:cNvPr id="110" name="Picture 12">
            <a:extLst>
              <a:ext uri="{FF2B5EF4-FFF2-40B4-BE49-F238E27FC236}">
                <a16:creationId xmlns:a16="http://schemas.microsoft.com/office/drawing/2014/main" id="{2DDDB909-9AC4-754D-B5F2-653FAB3FE7F4}"/>
              </a:ext>
            </a:extLst>
          </p:cNvPr>
          <p:cNvPicPr>
            <a:picLocks noChangeAspect="1" noChangeArrowheads="1"/>
          </p:cNvPicPr>
          <p:nvPr/>
        </p:nvPicPr>
        <p:blipFill>
          <a:blip r:embed="rId10"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8784062" y="4417272"/>
            <a:ext cx="1288216" cy="319911"/>
          </a:xfrm>
          <a:prstGeom prst="rect">
            <a:avLst/>
          </a:prstGeom>
          <a:noFill/>
          <a:extLst>
            <a:ext uri="{909E8E84-426E-40dd-AFC4-6F175D3DCCD1}">
              <a14:hiddenFill xmlns=""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981BAC3E-00D0-469B-B1B9-0A47F5FF8760}"/>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7706441" y="3087469"/>
            <a:ext cx="1027832" cy="15845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6CE64F34-F740-4D7A-ACC6-10B2581F660D}"/>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6376362" y="1441384"/>
            <a:ext cx="1053174" cy="27069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Emirates logo | Logok">
            <a:extLst>
              <a:ext uri="{FF2B5EF4-FFF2-40B4-BE49-F238E27FC236}">
                <a16:creationId xmlns:a16="http://schemas.microsoft.com/office/drawing/2014/main" id="{AE57B0D4-E543-426E-968F-DFB92215DC2A}"/>
              </a:ext>
            </a:extLst>
          </p:cNvPr>
          <p:cNvPicPr>
            <a:picLocks noChangeAspect="1" noChangeArrowheads="1"/>
          </p:cNvPicPr>
          <p:nvPr/>
        </p:nvPicPr>
        <p:blipFill>
          <a:blip r:embed="rId13" cstate="screen">
            <a:extLst>
              <a:ext uri="{28A0092B-C50C-407E-A947-70E740481C1C}">
                <a14:useLocalDpi xmlns:a14="http://schemas.microsoft.com/office/drawing/2010/main"/>
              </a:ext>
            </a:extLst>
          </a:blip>
          <a:srcRect/>
          <a:stretch>
            <a:fillRect/>
          </a:stretch>
        </p:blipFill>
        <p:spPr bwMode="auto">
          <a:xfrm>
            <a:off x="5261947" y="1143767"/>
            <a:ext cx="911986" cy="68398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74683767-EAC8-4DC2-89C7-7843388E3ABB}"/>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5240561" y="1997840"/>
            <a:ext cx="844268" cy="12993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Barclays logo and symbol, meaning, history, PNG">
            <a:extLst>
              <a:ext uri="{FF2B5EF4-FFF2-40B4-BE49-F238E27FC236}">
                <a16:creationId xmlns:a16="http://schemas.microsoft.com/office/drawing/2014/main" id="{C25A4605-8B64-4073-B309-34580E1EBD15}"/>
              </a:ext>
            </a:extLst>
          </p:cNvPr>
          <p:cNvPicPr>
            <a:picLocks noChangeAspect="1" noChangeArrowheads="1"/>
          </p:cNvPicPr>
          <p:nvPr/>
        </p:nvPicPr>
        <p:blipFill rotWithShape="1">
          <a:blip r:embed="rId15" cstate="screen">
            <a:extLst>
              <a:ext uri="{28A0092B-C50C-407E-A947-70E740481C1C}">
                <a14:useLocalDpi xmlns:a14="http://schemas.microsoft.com/office/drawing/2010/main"/>
              </a:ext>
            </a:extLst>
          </a:blip>
          <a:srcRect/>
          <a:stretch/>
        </p:blipFill>
        <p:spPr bwMode="auto">
          <a:xfrm>
            <a:off x="6422430" y="1868579"/>
            <a:ext cx="1114655" cy="226111"/>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Heineken Attempts To Brew A Sustainable World">
            <a:extLst>
              <a:ext uri="{FF2B5EF4-FFF2-40B4-BE49-F238E27FC236}">
                <a16:creationId xmlns:a16="http://schemas.microsoft.com/office/drawing/2014/main" id="{55E5D9C1-3585-4130-AEBF-2AE2847E20D0}"/>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3773010" y="1859897"/>
            <a:ext cx="1115811" cy="836857"/>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Schiphol Group Png">
            <a:extLst>
              <a:ext uri="{FF2B5EF4-FFF2-40B4-BE49-F238E27FC236}">
                <a16:creationId xmlns:a16="http://schemas.microsoft.com/office/drawing/2014/main" id="{3AFD2548-6B22-462E-B78C-8EB380505FEF}"/>
              </a:ext>
            </a:extLst>
          </p:cNvPr>
          <p:cNvPicPr>
            <a:picLocks noChangeAspect="1" noChangeArrowheads="1"/>
          </p:cNvPicPr>
          <p:nvPr/>
        </p:nvPicPr>
        <p:blipFill>
          <a:blip r:embed="rId1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264766" y="2711231"/>
            <a:ext cx="719115" cy="719114"/>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ING Logo transparent PNG - StickPNG">
            <a:extLst>
              <a:ext uri="{FF2B5EF4-FFF2-40B4-BE49-F238E27FC236}">
                <a16:creationId xmlns:a16="http://schemas.microsoft.com/office/drawing/2014/main" id="{C0398863-97E8-4679-A714-546EE61C75F9}"/>
              </a:ext>
            </a:extLst>
          </p:cNvPr>
          <p:cNvPicPr>
            <a:picLocks noChangeAspect="1" noChangeArrowheads="1"/>
          </p:cNvPicPr>
          <p:nvPr/>
        </p:nvPicPr>
        <p:blipFill>
          <a:blip r:embed="rId18" cstate="screen">
            <a:extLst>
              <a:ext uri="{28A0092B-C50C-407E-A947-70E740481C1C}">
                <a14:useLocalDpi xmlns:a14="http://schemas.microsoft.com/office/drawing/2010/main"/>
              </a:ext>
            </a:extLst>
          </a:blip>
          <a:srcRect/>
          <a:stretch>
            <a:fillRect/>
          </a:stretch>
        </p:blipFill>
        <p:spPr bwMode="auto">
          <a:xfrm>
            <a:off x="6506320" y="2722549"/>
            <a:ext cx="931577" cy="272486"/>
          </a:xfrm>
          <a:prstGeom prst="rect">
            <a:avLst/>
          </a:prstGeom>
          <a:noFill/>
          <a:extLst>
            <a:ext uri="{909E8E84-426E-40DD-AFC4-6F175D3DCCD1}">
              <a14:hiddenFill xmlns:a14="http://schemas.microsoft.com/office/drawing/2010/main">
                <a:solidFill>
                  <a:srgbClr val="FFFFFF"/>
                </a:solidFill>
              </a14:hiddenFill>
            </a:ext>
          </a:extLst>
        </p:spPr>
      </p:pic>
      <p:pic>
        <p:nvPicPr>
          <p:cNvPr id="2080" name="Picture 32" descr="logo-facebook - G4F Records">
            <a:extLst>
              <a:ext uri="{FF2B5EF4-FFF2-40B4-BE49-F238E27FC236}">
                <a16:creationId xmlns:a16="http://schemas.microsoft.com/office/drawing/2014/main" id="{82CD2674-EFE4-44D6-8D08-DE63A8525C94}"/>
              </a:ext>
            </a:extLst>
          </p:cNvPr>
          <p:cNvPicPr>
            <a:picLocks noChangeAspect="1" noChangeArrowheads="1"/>
          </p:cNvPicPr>
          <p:nvPr/>
        </p:nvPicPr>
        <p:blipFill>
          <a:blip r:embed="rId19" cstate="screen">
            <a:extLst>
              <a:ext uri="{28A0092B-C50C-407E-A947-70E740481C1C}">
                <a14:useLocalDpi xmlns:a14="http://schemas.microsoft.com/office/drawing/2010/main"/>
              </a:ext>
            </a:extLst>
          </a:blip>
          <a:srcRect/>
          <a:stretch>
            <a:fillRect/>
          </a:stretch>
        </p:blipFill>
        <p:spPr bwMode="auto">
          <a:xfrm>
            <a:off x="8842393" y="2799642"/>
            <a:ext cx="1225063" cy="460833"/>
          </a:xfrm>
          <a:prstGeom prst="rect">
            <a:avLst/>
          </a:prstGeom>
          <a:noFill/>
          <a:extLst>
            <a:ext uri="{909E8E84-426E-40DD-AFC4-6F175D3DCCD1}">
              <a14:hiddenFill xmlns:a14="http://schemas.microsoft.com/office/drawing/2010/main">
                <a:solidFill>
                  <a:srgbClr val="FFFFFF"/>
                </a:solidFill>
              </a14:hiddenFill>
            </a:ext>
          </a:extLst>
        </p:spPr>
      </p:pic>
      <p:pic>
        <p:nvPicPr>
          <p:cNvPr id="2090" name="Picture 42" descr="Deutsche Bahn Logo | Symbol, History, PNG (3840*2160)">
            <a:extLst>
              <a:ext uri="{FF2B5EF4-FFF2-40B4-BE49-F238E27FC236}">
                <a16:creationId xmlns:a16="http://schemas.microsoft.com/office/drawing/2014/main" id="{7E0C4AE7-A810-453F-980A-D59D6A704154}"/>
              </a:ext>
            </a:extLst>
          </p:cNvPr>
          <p:cNvPicPr>
            <a:picLocks noChangeAspect="1" noChangeArrowheads="1"/>
          </p:cNvPicPr>
          <p:nvPr/>
        </p:nvPicPr>
        <p:blipFill>
          <a:blip r:embed="rId20"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191185" y="5601723"/>
            <a:ext cx="883857" cy="494959"/>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46" descr="Unilever Logo transparent PNG - StickPNG">
            <a:extLst>
              <a:ext uri="{FF2B5EF4-FFF2-40B4-BE49-F238E27FC236}">
                <a16:creationId xmlns:a16="http://schemas.microsoft.com/office/drawing/2014/main" id="{12C89FC4-1A59-47DE-913B-0CF180273DAE}"/>
              </a:ext>
            </a:extLst>
          </p:cNvPr>
          <p:cNvPicPr>
            <a:picLocks noChangeAspect="1" noChangeArrowheads="1"/>
          </p:cNvPicPr>
          <p:nvPr/>
        </p:nvPicPr>
        <p:blipFill>
          <a:blip r:embed="rId21" cstate="screen">
            <a:extLst>
              <a:ext uri="{28A0092B-C50C-407E-A947-70E740481C1C}">
                <a14:useLocalDpi xmlns:a14="http://schemas.microsoft.com/office/drawing/2010/main"/>
              </a:ext>
            </a:extLst>
          </a:blip>
          <a:srcRect/>
          <a:stretch>
            <a:fillRect/>
          </a:stretch>
        </p:blipFill>
        <p:spPr bwMode="auto">
          <a:xfrm>
            <a:off x="4141573" y="2523542"/>
            <a:ext cx="475554" cy="525957"/>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3F156277-5052-49BB-ABF4-272FD90F191C}"/>
              </a:ext>
            </a:extLst>
          </p:cNvPr>
          <p:cNvPicPr>
            <a:picLocks noChangeAspect="1"/>
          </p:cNvPicPr>
          <p:nvPr/>
        </p:nvPicPr>
        <p:blipFill>
          <a:blip r:embed="rId22" cstate="screen">
            <a:extLst>
              <a:ext uri="{28A0092B-C50C-407E-A947-70E740481C1C}">
                <a14:useLocalDpi xmlns:a14="http://schemas.microsoft.com/office/drawing/2010/main"/>
              </a:ext>
            </a:extLst>
          </a:blip>
          <a:srcRect/>
          <a:stretch/>
        </p:blipFill>
        <p:spPr>
          <a:xfrm>
            <a:off x="6470870" y="5306944"/>
            <a:ext cx="894683" cy="313137"/>
          </a:xfrm>
          <a:prstGeom prst="rect">
            <a:avLst/>
          </a:prstGeom>
          <a:effectLst/>
        </p:spPr>
      </p:pic>
      <p:pic>
        <p:nvPicPr>
          <p:cNvPr id="3" name="Picture 2" descr="Logo, company name&#10;&#10;Description automatically generated">
            <a:extLst>
              <a:ext uri="{FF2B5EF4-FFF2-40B4-BE49-F238E27FC236}">
                <a16:creationId xmlns:a16="http://schemas.microsoft.com/office/drawing/2014/main" id="{A9F9A4C4-B454-4945-B1BF-3A2CB9387CE7}"/>
              </a:ext>
            </a:extLst>
          </p:cNvPr>
          <p:cNvPicPr>
            <a:picLocks noChangeAspect="1"/>
          </p:cNvPicPr>
          <p:nvPr/>
        </p:nvPicPr>
        <p:blipFill>
          <a:blip r:embed="rId23">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944993" y="4832480"/>
            <a:ext cx="1010460" cy="568913"/>
          </a:xfrm>
          <a:prstGeom prst="rect">
            <a:avLst/>
          </a:prstGeom>
        </p:spPr>
      </p:pic>
      <p:pic>
        <p:nvPicPr>
          <p:cNvPr id="64" name="Picture 2" descr="Kotak Mahindra Bank – Logos Download">
            <a:extLst>
              <a:ext uri="{FF2B5EF4-FFF2-40B4-BE49-F238E27FC236}">
                <a16:creationId xmlns:a16="http://schemas.microsoft.com/office/drawing/2014/main" id="{4EEC13E4-3B50-4A68-BCF7-97FDCABF9F97}"/>
              </a:ext>
            </a:extLst>
          </p:cNvPr>
          <p:cNvPicPr>
            <a:picLocks noChangeAspect="1" noChangeArrowheads="1"/>
          </p:cNvPicPr>
          <p:nvPr/>
        </p:nvPicPr>
        <p:blipFill>
          <a:blip r:embed="rId24" cstate="screen">
            <a:extLst>
              <a:ext uri="{28A0092B-C50C-407E-A947-70E740481C1C}">
                <a14:useLocalDpi xmlns:a14="http://schemas.microsoft.com/office/drawing/2010/main"/>
              </a:ext>
            </a:extLst>
          </a:blip>
          <a:srcRect/>
          <a:stretch>
            <a:fillRect/>
          </a:stretch>
        </p:blipFill>
        <p:spPr bwMode="auto">
          <a:xfrm>
            <a:off x="6422430" y="5745156"/>
            <a:ext cx="1002803" cy="295879"/>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65">
            <a:extLst>
              <a:ext uri="{FF2B5EF4-FFF2-40B4-BE49-F238E27FC236}">
                <a16:creationId xmlns:a16="http://schemas.microsoft.com/office/drawing/2014/main" id="{08AAD857-43DE-48B0-AAE1-C981BB45836D}"/>
              </a:ext>
            </a:extLst>
          </p:cNvPr>
          <p:cNvPicPr>
            <a:picLocks noChangeAspect="1"/>
          </p:cNvPicPr>
          <p:nvPr/>
        </p:nvPicPr>
        <p:blipFill rotWithShape="1">
          <a:blip r:embed="rId2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429161" y="2204644"/>
            <a:ext cx="982020" cy="361122"/>
          </a:xfrm>
          <a:prstGeom prst="rect">
            <a:avLst/>
          </a:prstGeom>
        </p:spPr>
      </p:pic>
      <p:pic>
        <p:nvPicPr>
          <p:cNvPr id="79" name="Picture 2" descr="Etihad Airways – Travel with peace of mind when you fly">
            <a:extLst>
              <a:ext uri="{FF2B5EF4-FFF2-40B4-BE49-F238E27FC236}">
                <a16:creationId xmlns:a16="http://schemas.microsoft.com/office/drawing/2014/main" id="{E41660C1-C406-4F61-A764-382F8AB8FD28}"/>
              </a:ext>
            </a:extLst>
          </p:cNvPr>
          <p:cNvPicPr>
            <a:picLocks noChangeAspect="1" noChangeArrowheads="1"/>
          </p:cNvPicPr>
          <p:nvPr/>
        </p:nvPicPr>
        <p:blipFill>
          <a:blip r:embed="rId2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143330" y="2166882"/>
            <a:ext cx="1085341" cy="564778"/>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79">
            <a:extLst>
              <a:ext uri="{FF2B5EF4-FFF2-40B4-BE49-F238E27FC236}">
                <a16:creationId xmlns:a16="http://schemas.microsoft.com/office/drawing/2014/main" id="{E1947BE4-50AA-4409-BDDA-04A6ACF7C2A4}"/>
              </a:ext>
            </a:extLst>
          </p:cNvPr>
          <p:cNvPicPr>
            <a:picLocks noChangeAspect="1" noChangeArrowheads="1"/>
          </p:cNvPicPr>
          <p:nvPr/>
        </p:nvPicPr>
        <p:blipFill>
          <a:blip r:embed="rId27" cstate="screen">
            <a:extLst>
              <a:ext uri="{28A0092B-C50C-407E-A947-70E740481C1C}">
                <a14:useLocalDpi xmlns:a14="http://schemas.microsoft.com/office/drawing/2010/main"/>
              </a:ext>
            </a:extLst>
          </a:blip>
          <a:srcRect/>
          <a:stretch>
            <a:fillRect/>
          </a:stretch>
        </p:blipFill>
        <p:spPr bwMode="auto">
          <a:xfrm>
            <a:off x="5261947" y="6096682"/>
            <a:ext cx="819578" cy="244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 name="Line">
            <a:extLst>
              <a:ext uri="{FF2B5EF4-FFF2-40B4-BE49-F238E27FC236}">
                <a16:creationId xmlns:a16="http://schemas.microsoft.com/office/drawing/2014/main" id="{D024E8D0-D47E-4E2F-A712-8001035FFBF7}"/>
              </a:ext>
            </a:extLst>
          </p:cNvPr>
          <p:cNvSpPr/>
          <p:nvPr/>
        </p:nvSpPr>
        <p:spPr>
          <a:xfrm rot="16200000">
            <a:off x="4944847" y="3865027"/>
            <a:ext cx="5280254" cy="8520"/>
          </a:xfrm>
          <a:prstGeom prst="rect">
            <a:avLst/>
          </a:prstGeom>
          <a:solidFill>
            <a:srgbClr val="E2E2E2"/>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Helvetica Neue Medium"/>
              <a:sym typeface="Helvetica Neue Medium"/>
            </a:endParaRPr>
          </a:p>
        </p:txBody>
      </p:sp>
      <p:sp>
        <p:nvSpPr>
          <p:cNvPr id="86" name="Line">
            <a:extLst>
              <a:ext uri="{FF2B5EF4-FFF2-40B4-BE49-F238E27FC236}">
                <a16:creationId xmlns:a16="http://schemas.microsoft.com/office/drawing/2014/main" id="{9FDE8426-5D95-4E95-8085-2873CF18CF83}"/>
              </a:ext>
            </a:extLst>
          </p:cNvPr>
          <p:cNvSpPr/>
          <p:nvPr/>
        </p:nvSpPr>
        <p:spPr>
          <a:xfrm rot="16200000">
            <a:off x="7535056" y="3865027"/>
            <a:ext cx="5280254" cy="8520"/>
          </a:xfrm>
          <a:prstGeom prst="rect">
            <a:avLst/>
          </a:prstGeom>
          <a:solidFill>
            <a:srgbClr val="E2E2E2"/>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Helvetica Neue Medium"/>
              <a:sym typeface="Helvetica Neue Medium"/>
            </a:endParaRPr>
          </a:p>
        </p:txBody>
      </p:sp>
      <p:sp>
        <p:nvSpPr>
          <p:cNvPr id="88" name="Line">
            <a:extLst>
              <a:ext uri="{FF2B5EF4-FFF2-40B4-BE49-F238E27FC236}">
                <a16:creationId xmlns:a16="http://schemas.microsoft.com/office/drawing/2014/main" id="{99BCF028-AE75-46F9-A971-2B32CC64615A}"/>
              </a:ext>
            </a:extLst>
          </p:cNvPr>
          <p:cNvSpPr/>
          <p:nvPr/>
        </p:nvSpPr>
        <p:spPr>
          <a:xfrm rot="16200000">
            <a:off x="6148206" y="3884108"/>
            <a:ext cx="5280254" cy="8520"/>
          </a:xfrm>
          <a:prstGeom prst="rect">
            <a:avLst/>
          </a:prstGeom>
          <a:solidFill>
            <a:srgbClr val="E2E2E2"/>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Helvetica Neue Medium"/>
              <a:sym typeface="Helvetica Neue Medium"/>
            </a:endParaRPr>
          </a:p>
        </p:txBody>
      </p:sp>
      <p:pic>
        <p:nvPicPr>
          <p:cNvPr id="89" name="Afbeelding 17">
            <a:extLst>
              <a:ext uri="{FF2B5EF4-FFF2-40B4-BE49-F238E27FC236}">
                <a16:creationId xmlns:a16="http://schemas.microsoft.com/office/drawing/2014/main" id="{42D21DAA-533D-4814-AA62-1FCEA35BF718}"/>
              </a:ext>
            </a:extLst>
          </p:cNvPr>
          <p:cNvPicPr>
            <a:picLocks noChangeAspect="1"/>
          </p:cNvPicPr>
          <p:nvPr/>
        </p:nvPicPr>
        <p:blipFill>
          <a:blip r:embed="rId28" cstate="screen">
            <a:extLst>
              <a:ext uri="{28A0092B-C50C-407E-A947-70E740481C1C}">
                <a14:useLocalDpi xmlns:a14="http://schemas.microsoft.com/office/drawing/2010/main"/>
              </a:ext>
            </a:extLst>
          </a:blip>
          <a:stretch>
            <a:fillRect/>
          </a:stretch>
        </p:blipFill>
        <p:spPr>
          <a:xfrm>
            <a:off x="3816670" y="4771210"/>
            <a:ext cx="971718" cy="216942"/>
          </a:xfrm>
          <a:prstGeom prst="rect">
            <a:avLst/>
          </a:prstGeom>
        </p:spPr>
      </p:pic>
      <p:pic>
        <p:nvPicPr>
          <p:cNvPr id="90" name="Afbeelding 4">
            <a:extLst>
              <a:ext uri="{FF2B5EF4-FFF2-40B4-BE49-F238E27FC236}">
                <a16:creationId xmlns:a16="http://schemas.microsoft.com/office/drawing/2014/main" id="{2571C263-2771-4BE9-BB50-86E083682630}"/>
              </a:ext>
            </a:extLst>
          </p:cNvPr>
          <p:cNvPicPr>
            <a:picLocks noChangeAspect="1"/>
          </p:cNvPicPr>
          <p:nvPr/>
        </p:nvPicPr>
        <p:blipFill>
          <a:blip r:embed="rId29" cstate="screen">
            <a:extLst>
              <a:ext uri="{28A0092B-C50C-407E-A947-70E740481C1C}">
                <a14:useLocalDpi xmlns:a14="http://schemas.microsoft.com/office/drawing/2010/main"/>
              </a:ext>
            </a:extLst>
          </a:blip>
          <a:stretch>
            <a:fillRect/>
          </a:stretch>
        </p:blipFill>
        <p:spPr>
          <a:xfrm>
            <a:off x="3885549" y="5113494"/>
            <a:ext cx="885636" cy="455469"/>
          </a:xfrm>
          <a:prstGeom prst="rect">
            <a:avLst/>
          </a:prstGeom>
        </p:spPr>
      </p:pic>
      <p:pic>
        <p:nvPicPr>
          <p:cNvPr id="85" name="Picture 84" descr="Royal Commission For AlUla, Home">
            <a:extLst>
              <a:ext uri="{FF2B5EF4-FFF2-40B4-BE49-F238E27FC236}">
                <a16:creationId xmlns:a16="http://schemas.microsoft.com/office/drawing/2014/main" id="{702AB671-412E-47E8-B419-E2100F7BB558}"/>
              </a:ext>
            </a:extLst>
          </p:cNvPr>
          <p:cNvPicPr>
            <a:picLocks noChangeAspect="1" noChangeArrowheads="1"/>
          </p:cNvPicPr>
          <p:nvPr/>
        </p:nvPicPr>
        <p:blipFill>
          <a:blip r:embed="rId30" cstate="screen">
            <a:extLst>
              <a:ext uri="{28A0092B-C50C-407E-A947-70E740481C1C}">
                <a14:useLocalDpi xmlns:a14="http://schemas.microsoft.com/office/drawing/2010/main"/>
              </a:ext>
            </a:extLst>
          </a:blip>
          <a:srcRect/>
          <a:stretch>
            <a:fillRect/>
          </a:stretch>
        </p:blipFill>
        <p:spPr bwMode="auto">
          <a:xfrm>
            <a:off x="7701821" y="6211314"/>
            <a:ext cx="897589" cy="17460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A picture containing text, clipart&#10;&#10;Description automatically generated">
            <a:extLst>
              <a:ext uri="{FF2B5EF4-FFF2-40B4-BE49-F238E27FC236}">
                <a16:creationId xmlns:a16="http://schemas.microsoft.com/office/drawing/2014/main" id="{80639162-30C9-4E7B-8B8E-7BE1E2134B43}"/>
              </a:ext>
            </a:extLst>
          </p:cNvPr>
          <p:cNvPicPr>
            <a:picLocks noChangeAspect="1"/>
          </p:cNvPicPr>
          <p:nvPr/>
        </p:nvPicPr>
        <p:blipFill>
          <a:blip r:embed="rId31"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86078" y="4128177"/>
            <a:ext cx="543487" cy="315131"/>
          </a:xfrm>
          <a:prstGeom prst="rect">
            <a:avLst/>
          </a:prstGeom>
        </p:spPr>
      </p:pic>
      <p:pic>
        <p:nvPicPr>
          <p:cNvPr id="1026" name="Picture 2">
            <a:extLst>
              <a:ext uri="{FF2B5EF4-FFF2-40B4-BE49-F238E27FC236}">
                <a16:creationId xmlns:a16="http://schemas.microsoft.com/office/drawing/2014/main" id="{E574306F-E723-4B10-2928-A18E6B515AE9}"/>
              </a:ext>
            </a:extLst>
          </p:cNvPr>
          <p:cNvPicPr>
            <a:picLocks noChangeAspect="1" noChangeArrowheads="1"/>
          </p:cNvPicPr>
          <p:nvPr/>
        </p:nvPicPr>
        <p:blipFill>
          <a:blip r:embed="rId3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494778" y="5472112"/>
            <a:ext cx="1006149" cy="55897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close up of a logo&#10;&#10;Description automatically generated with low confidence">
            <a:extLst>
              <a:ext uri="{FF2B5EF4-FFF2-40B4-BE49-F238E27FC236}">
                <a16:creationId xmlns:a16="http://schemas.microsoft.com/office/drawing/2014/main" id="{D0ACB09D-9B2B-8577-4094-4F6C8407B82F}"/>
              </a:ext>
            </a:extLst>
          </p:cNvPr>
          <p:cNvPicPr>
            <a:picLocks noChangeAspect="1"/>
          </p:cNvPicPr>
          <p:nvPr/>
        </p:nvPicPr>
        <p:blipFill rotWithShape="1">
          <a:blip r:embed="rId33" cstate="screen">
            <a:extLst>
              <a:ext uri="{28A0092B-C50C-407E-A947-70E740481C1C}">
                <a14:useLocalDpi xmlns:a14="http://schemas.microsoft.com/office/drawing/2010/main"/>
              </a:ext>
            </a:extLst>
          </a:blip>
          <a:srcRect t="32861" b="33567"/>
          <a:stretch/>
        </p:blipFill>
        <p:spPr>
          <a:xfrm>
            <a:off x="6445681" y="4100735"/>
            <a:ext cx="1067548" cy="198844"/>
          </a:xfrm>
          <a:prstGeom prst="rect">
            <a:avLst/>
          </a:prstGeom>
        </p:spPr>
      </p:pic>
      <p:pic>
        <p:nvPicPr>
          <p:cNvPr id="1032" name="Picture 8">
            <a:extLst>
              <a:ext uri="{FF2B5EF4-FFF2-40B4-BE49-F238E27FC236}">
                <a16:creationId xmlns:a16="http://schemas.microsoft.com/office/drawing/2014/main" id="{2CB741F6-B7D6-42C3-7555-72F885BCC077}"/>
              </a:ext>
            </a:extLst>
          </p:cNvPr>
          <p:cNvPicPr>
            <a:picLocks noChangeAspect="1" noChangeArrowheads="1"/>
          </p:cNvPicPr>
          <p:nvPr/>
        </p:nvPicPr>
        <p:blipFill>
          <a:blip r:embed="rId34" cstate="screen">
            <a:extLst>
              <a:ext uri="{28A0092B-C50C-407E-A947-70E740481C1C}">
                <a14:useLocalDpi xmlns:a14="http://schemas.microsoft.com/office/drawing/2010/main"/>
              </a:ext>
            </a:extLst>
          </a:blip>
          <a:srcRect/>
          <a:stretch>
            <a:fillRect/>
          </a:stretch>
        </p:blipFill>
        <p:spPr bwMode="auto">
          <a:xfrm>
            <a:off x="6629820" y="6166110"/>
            <a:ext cx="569575" cy="23818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Albert Hein Logo PNG Vector (EPS) Free Download">
            <a:extLst>
              <a:ext uri="{FF2B5EF4-FFF2-40B4-BE49-F238E27FC236}">
                <a16:creationId xmlns:a16="http://schemas.microsoft.com/office/drawing/2014/main" id="{05F90043-67DD-759E-9541-AF0C5304A4C0}"/>
              </a:ext>
            </a:extLst>
          </p:cNvPr>
          <p:cNvPicPr>
            <a:picLocks noChangeAspect="1" noChangeArrowheads="1"/>
          </p:cNvPicPr>
          <p:nvPr/>
        </p:nvPicPr>
        <p:blipFill>
          <a:blip r:embed="rId35" cstate="screen">
            <a:extLst>
              <a:ext uri="{28A0092B-C50C-407E-A947-70E740481C1C}">
                <a14:useLocalDpi xmlns:a14="http://schemas.microsoft.com/office/drawing/2010/main"/>
              </a:ext>
            </a:extLst>
          </a:blip>
          <a:srcRect/>
          <a:stretch>
            <a:fillRect/>
          </a:stretch>
        </p:blipFill>
        <p:spPr bwMode="auto">
          <a:xfrm>
            <a:off x="3674145" y="3136637"/>
            <a:ext cx="1158990" cy="521545"/>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D47616E4-947F-E2F0-470C-5727591ADF2E}"/>
              </a:ext>
            </a:extLst>
          </p:cNvPr>
          <p:cNvPicPr>
            <a:picLocks noChangeAspect="1" noChangeArrowheads="1"/>
          </p:cNvPicPr>
          <p:nvPr/>
        </p:nvPicPr>
        <p:blipFill>
          <a:blip r:embed="rId3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004748" y="4053960"/>
            <a:ext cx="664376" cy="585257"/>
          </a:xfrm>
          <a:prstGeom prst="rect">
            <a:avLst/>
          </a:prstGeom>
          <a:noFill/>
          <a:extLst>
            <a:ext uri="{909E8E84-426E-40DD-AFC4-6F175D3DCCD1}">
              <a14:hiddenFill xmlns:a14="http://schemas.microsoft.com/office/drawing/2010/main">
                <a:solidFill>
                  <a:srgbClr val="FFFFFF"/>
                </a:solidFill>
              </a14:hiddenFill>
            </a:ext>
          </a:extLst>
        </p:spPr>
      </p:pic>
      <p:sp>
        <p:nvSpPr>
          <p:cNvPr id="20" name="Line">
            <a:extLst>
              <a:ext uri="{FF2B5EF4-FFF2-40B4-BE49-F238E27FC236}">
                <a16:creationId xmlns:a16="http://schemas.microsoft.com/office/drawing/2014/main" id="{29A72256-3759-7165-ECF6-B160E6434F25}"/>
              </a:ext>
            </a:extLst>
          </p:cNvPr>
          <p:cNvSpPr/>
          <p:nvPr/>
        </p:nvSpPr>
        <p:spPr>
          <a:xfrm rot="16200000">
            <a:off x="2405842" y="3884107"/>
            <a:ext cx="5280254" cy="8520"/>
          </a:xfrm>
          <a:prstGeom prst="rect">
            <a:avLst/>
          </a:prstGeom>
          <a:solidFill>
            <a:srgbClr val="E2E2E2"/>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Helvetica Neue Medium"/>
              <a:sym typeface="Helvetica Neue Medium"/>
            </a:endParaRPr>
          </a:p>
        </p:txBody>
      </p:sp>
      <p:sp>
        <p:nvSpPr>
          <p:cNvPr id="21" name="Line">
            <a:extLst>
              <a:ext uri="{FF2B5EF4-FFF2-40B4-BE49-F238E27FC236}">
                <a16:creationId xmlns:a16="http://schemas.microsoft.com/office/drawing/2014/main" id="{CBBACDE2-EEDD-E1E3-ACFB-578A243807E0}"/>
              </a:ext>
            </a:extLst>
          </p:cNvPr>
          <p:cNvSpPr/>
          <p:nvPr/>
        </p:nvSpPr>
        <p:spPr>
          <a:xfrm rot="16200000">
            <a:off x="3639565" y="3865026"/>
            <a:ext cx="5280254" cy="8520"/>
          </a:xfrm>
          <a:prstGeom prst="rect">
            <a:avLst/>
          </a:prstGeom>
          <a:solidFill>
            <a:srgbClr val="E2E2E2"/>
          </a:solidFill>
          <a:ln w="12700">
            <a:miter lim="400000"/>
          </a:ln>
        </p:spPr>
        <p:txBody>
          <a:bodyPr lIns="0" tIns="0" rIns="0" bIns="0" anchor="ctr"/>
          <a:lstStyle/>
          <a:p>
            <a:pPr marL="0" marR="0" lvl="0" indent="0" algn="ctr" defTabSz="412750" rtl="0" eaLnBrk="1" fontAlgn="auto" latinLnBrk="0" hangingPunct="0">
              <a:lnSpc>
                <a:spcPct val="100000"/>
              </a:lnSpc>
              <a:spcBef>
                <a:spcPts val="0"/>
              </a:spcBef>
              <a:spcAft>
                <a:spcPts val="0"/>
              </a:spcAft>
              <a:buClrTx/>
              <a:buSzTx/>
              <a:buFontTx/>
              <a:buNone/>
              <a:tabLst/>
              <a:defRPr sz="3200">
                <a:solidFill>
                  <a:srgbClr val="FFFFFF"/>
                </a:solidFill>
                <a:latin typeface="Helvetica Neue Medium"/>
                <a:ea typeface="Helvetica Neue Medium"/>
                <a:cs typeface="Helvetica Neue Medium"/>
                <a:sym typeface="Helvetica Neue Medium"/>
              </a:defRPr>
            </a:pPr>
            <a:endParaRPr kumimoji="0" sz="1600" b="0" i="0" u="none" strike="noStrike" kern="0" cap="none" spc="0" normalizeH="0" baseline="0" noProof="0">
              <a:ln>
                <a:noFill/>
              </a:ln>
              <a:solidFill>
                <a:srgbClr val="FFFFFF"/>
              </a:solidFill>
              <a:effectLst/>
              <a:uLnTx/>
              <a:uFillTx/>
              <a:latin typeface="Helvetica Neue Medium"/>
              <a:sym typeface="Helvetica Neue Medium"/>
            </a:endParaRPr>
          </a:p>
        </p:txBody>
      </p:sp>
      <p:pic>
        <p:nvPicPr>
          <p:cNvPr id="1050" name="Picture 26" descr="NS International - YouTube">
            <a:extLst>
              <a:ext uri="{FF2B5EF4-FFF2-40B4-BE49-F238E27FC236}">
                <a16:creationId xmlns:a16="http://schemas.microsoft.com/office/drawing/2014/main" id="{BE8A7610-F80A-62AA-D026-255DF6349C4F}"/>
              </a:ext>
            </a:extLst>
          </p:cNvPr>
          <p:cNvPicPr>
            <a:picLocks noChangeAspect="1" noChangeArrowheads="1"/>
          </p:cNvPicPr>
          <p:nvPr/>
        </p:nvPicPr>
        <p:blipFill rotWithShape="1">
          <a:blip r:embed="rId37" cstate="screen">
            <a:extLst>
              <a:ext uri="{28A0092B-C50C-407E-A947-70E740481C1C}">
                <a14:useLocalDpi xmlns:a14="http://schemas.microsoft.com/office/drawing/2010/main"/>
              </a:ext>
            </a:extLst>
          </a:blip>
          <a:srcRect/>
          <a:stretch/>
        </p:blipFill>
        <p:spPr bwMode="auto">
          <a:xfrm>
            <a:off x="5293163" y="4661644"/>
            <a:ext cx="747298" cy="460511"/>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12FA36E5-FA7D-A924-7AD3-2D418EB1D646}"/>
              </a:ext>
            </a:extLst>
          </p:cNvPr>
          <p:cNvPicPr>
            <a:picLocks noChangeAspect="1" noChangeArrowheads="1"/>
          </p:cNvPicPr>
          <p:nvPr/>
        </p:nvPicPr>
        <p:blipFill>
          <a:blip r:embed="rId38" cstate="screen">
            <a:extLst>
              <a:ext uri="{28A0092B-C50C-407E-A947-70E740481C1C}">
                <a14:useLocalDpi xmlns:a14="http://schemas.microsoft.com/office/drawing/2010/main"/>
              </a:ext>
            </a:extLst>
          </a:blip>
          <a:srcRect/>
          <a:stretch>
            <a:fillRect/>
          </a:stretch>
        </p:blipFill>
        <p:spPr bwMode="auto">
          <a:xfrm>
            <a:off x="7662282" y="3968305"/>
            <a:ext cx="1102528" cy="303338"/>
          </a:xfrm>
          <a:prstGeom prst="rect">
            <a:avLst/>
          </a:prstGeom>
          <a:noFill/>
          <a:extLst>
            <a:ext uri="{909E8E84-426E-40DD-AFC4-6F175D3DCCD1}">
              <a14:hiddenFill xmlns:a14="http://schemas.microsoft.com/office/drawing/2010/main">
                <a:solidFill>
                  <a:srgbClr val="FFFFFF"/>
                </a:solidFill>
              </a14:hiddenFill>
            </a:ext>
          </a:extLst>
        </p:spPr>
      </p:pic>
      <p:pic>
        <p:nvPicPr>
          <p:cNvPr id="1064" name="Picture 40">
            <a:extLst>
              <a:ext uri="{FF2B5EF4-FFF2-40B4-BE49-F238E27FC236}">
                <a16:creationId xmlns:a16="http://schemas.microsoft.com/office/drawing/2014/main" id="{DD078C5A-C011-5C11-09DA-3CD7F4E3A77C}"/>
              </a:ext>
            </a:extLst>
          </p:cNvPr>
          <p:cNvPicPr>
            <a:picLocks noChangeAspect="1" noChangeArrowheads="1"/>
          </p:cNvPicPr>
          <p:nvPr/>
        </p:nvPicPr>
        <p:blipFill>
          <a:blip r:embed="rId39" cstate="screen">
            <a:extLst>
              <a:ext uri="{28A0092B-C50C-407E-A947-70E740481C1C}">
                <a14:useLocalDpi xmlns:a14="http://schemas.microsoft.com/office/drawing/2010/main"/>
              </a:ext>
            </a:extLst>
          </a:blip>
          <a:srcRect/>
          <a:stretch>
            <a:fillRect/>
          </a:stretch>
        </p:blipFill>
        <p:spPr bwMode="auto">
          <a:xfrm>
            <a:off x="7627823" y="4714485"/>
            <a:ext cx="1067549" cy="592293"/>
          </a:xfrm>
          <a:prstGeom prst="rect">
            <a:avLst/>
          </a:prstGeom>
          <a:noFill/>
          <a:extLst>
            <a:ext uri="{909E8E84-426E-40DD-AFC4-6F175D3DCCD1}">
              <a14:hiddenFill xmlns:a14="http://schemas.microsoft.com/office/drawing/2010/main">
                <a:solidFill>
                  <a:srgbClr val="FFFFFF"/>
                </a:solidFill>
              </a14:hiddenFill>
            </a:ext>
          </a:extLst>
        </p:spPr>
      </p:pic>
      <p:pic>
        <p:nvPicPr>
          <p:cNvPr id="23" name="Afbeelding" descr="Afbeelding">
            <a:extLst>
              <a:ext uri="{FF2B5EF4-FFF2-40B4-BE49-F238E27FC236}">
                <a16:creationId xmlns:a16="http://schemas.microsoft.com/office/drawing/2014/main" id="{B5BB7EFB-A6CD-B03B-6959-6C5F17C088B1}"/>
              </a:ext>
            </a:extLst>
          </p:cNvPr>
          <p:cNvPicPr>
            <a:picLocks noChangeAspect="1"/>
          </p:cNvPicPr>
          <p:nvPr/>
        </p:nvPicPr>
        <p:blipFill>
          <a:blip r:embed="rId40" cstate="screen">
            <a:extLst>
              <a:ext uri="{28A0092B-C50C-407E-A947-70E740481C1C}">
                <a14:useLocalDpi xmlns:a14="http://schemas.microsoft.com/office/drawing/2010/main"/>
              </a:ext>
            </a:extLst>
          </a:blip>
          <a:stretch>
            <a:fillRect/>
          </a:stretch>
        </p:blipFill>
        <p:spPr>
          <a:xfrm>
            <a:off x="10417936" y="6155795"/>
            <a:ext cx="1242082" cy="182587"/>
          </a:xfrm>
          <a:prstGeom prst="rect">
            <a:avLst/>
          </a:prstGeom>
          <a:ln w="12700">
            <a:miter lim="400000"/>
          </a:ln>
        </p:spPr>
      </p:pic>
      <p:pic>
        <p:nvPicPr>
          <p:cNvPr id="24" name="Afbeelding" descr="Afbeelding">
            <a:extLst>
              <a:ext uri="{FF2B5EF4-FFF2-40B4-BE49-F238E27FC236}">
                <a16:creationId xmlns:a16="http://schemas.microsoft.com/office/drawing/2014/main" id="{9367E551-3253-66C2-F806-799D6F74AB35}"/>
              </a:ext>
            </a:extLst>
          </p:cNvPr>
          <p:cNvPicPr>
            <a:picLocks noChangeAspect="1"/>
          </p:cNvPicPr>
          <p:nvPr/>
        </p:nvPicPr>
        <p:blipFill>
          <a:blip r:embed="rId41" cstate="screen">
            <a:extLst>
              <a:ext uri="{28A0092B-C50C-407E-A947-70E740481C1C}">
                <a14:useLocalDpi xmlns:a14="http://schemas.microsoft.com/office/drawing/2010/main"/>
              </a:ext>
            </a:extLst>
          </a:blip>
          <a:stretch>
            <a:fillRect/>
          </a:stretch>
        </p:blipFill>
        <p:spPr>
          <a:xfrm>
            <a:off x="10634954" y="4395748"/>
            <a:ext cx="550169" cy="366958"/>
          </a:xfrm>
          <a:prstGeom prst="rect">
            <a:avLst/>
          </a:prstGeom>
          <a:ln w="12700">
            <a:miter lim="400000"/>
          </a:ln>
        </p:spPr>
      </p:pic>
      <p:pic>
        <p:nvPicPr>
          <p:cNvPr id="1066" name="Picture 42" descr="Unlock your tomorrow at Keylane | Keylane Careers">
            <a:extLst>
              <a:ext uri="{FF2B5EF4-FFF2-40B4-BE49-F238E27FC236}">
                <a16:creationId xmlns:a16="http://schemas.microsoft.com/office/drawing/2014/main" id="{388D1A6F-D36A-F1FD-4EAC-61907E2814BB}"/>
              </a:ext>
            </a:extLst>
          </p:cNvPr>
          <p:cNvPicPr>
            <a:picLocks noChangeAspect="1" noChangeArrowheads="1"/>
          </p:cNvPicPr>
          <p:nvPr/>
        </p:nvPicPr>
        <p:blipFill rotWithShape="1">
          <a:blip r:embed="rId42" cstate="screen">
            <a:extLst>
              <a:ext uri="{28A0092B-C50C-407E-A947-70E740481C1C}">
                <a14:useLocalDpi xmlns:a14="http://schemas.microsoft.com/office/drawing/2010/main"/>
              </a:ext>
            </a:extLst>
          </a:blip>
          <a:srcRect/>
          <a:stretch/>
        </p:blipFill>
        <p:spPr bwMode="auto">
          <a:xfrm>
            <a:off x="10235103" y="1391161"/>
            <a:ext cx="1087976" cy="30605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Building Connections is focus for future of real estate and facility  management as Planon rebrands">
            <a:extLst>
              <a:ext uri="{FF2B5EF4-FFF2-40B4-BE49-F238E27FC236}">
                <a16:creationId xmlns:a16="http://schemas.microsoft.com/office/drawing/2014/main" id="{70E3C166-AD6A-46F9-C460-E242E4B9F6FF}"/>
              </a:ext>
            </a:extLst>
          </p:cNvPr>
          <p:cNvPicPr>
            <a:picLocks noChangeAspect="1" noChangeArrowheads="1"/>
          </p:cNvPicPr>
          <p:nvPr/>
        </p:nvPicPr>
        <p:blipFill rotWithShape="1">
          <a:blip r:embed="rId43" cstate="screen">
            <a:extLst>
              <a:ext uri="{28A0092B-C50C-407E-A947-70E740481C1C}">
                <a14:useLocalDpi xmlns:a14="http://schemas.microsoft.com/office/drawing/2010/main"/>
              </a:ext>
            </a:extLst>
          </a:blip>
          <a:srcRect/>
          <a:stretch/>
        </p:blipFill>
        <p:spPr bwMode="auto">
          <a:xfrm>
            <a:off x="10488614" y="1906685"/>
            <a:ext cx="817033" cy="314929"/>
          </a:xfrm>
          <a:prstGeom prst="rect">
            <a:avLst/>
          </a:prstGeom>
          <a:noFill/>
          <a:extLst>
            <a:ext uri="{909E8E84-426E-40DD-AFC4-6F175D3DCCD1}">
              <a14:hiddenFill xmlns:a14="http://schemas.microsoft.com/office/drawing/2010/main">
                <a:solidFill>
                  <a:srgbClr val="FFFFFF"/>
                </a:solidFill>
              </a14:hiddenFill>
            </a:ext>
          </a:extLst>
        </p:spPr>
      </p:pic>
      <p:pic>
        <p:nvPicPr>
          <p:cNvPr id="1072" name="Picture 48" descr="Download Sage Group Logo in SVG Vector or PNG File Format - Logo.wine">
            <a:extLst>
              <a:ext uri="{FF2B5EF4-FFF2-40B4-BE49-F238E27FC236}">
                <a16:creationId xmlns:a16="http://schemas.microsoft.com/office/drawing/2014/main" id="{C3790CEB-6F52-192B-9EC4-45F13CF5E0FB}"/>
              </a:ext>
            </a:extLst>
          </p:cNvPr>
          <p:cNvPicPr>
            <a:picLocks noChangeAspect="1" noChangeArrowheads="1"/>
          </p:cNvPicPr>
          <p:nvPr/>
        </p:nvPicPr>
        <p:blipFill rotWithShape="1">
          <a:blip r:embed="rId44" cstate="screen">
            <a:extLst>
              <a:ext uri="{28A0092B-C50C-407E-A947-70E740481C1C}">
                <a14:useLocalDpi xmlns:a14="http://schemas.microsoft.com/office/drawing/2010/main"/>
              </a:ext>
            </a:extLst>
          </a:blip>
          <a:srcRect l="10864" t="26872" r="11275" b="25971"/>
          <a:stretch/>
        </p:blipFill>
        <p:spPr bwMode="auto">
          <a:xfrm>
            <a:off x="10525859" y="3319702"/>
            <a:ext cx="767088" cy="309726"/>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Lift &amp; Shift Migration Makes IT More Cost-Effective for Software Provider">
            <a:extLst>
              <a:ext uri="{FF2B5EF4-FFF2-40B4-BE49-F238E27FC236}">
                <a16:creationId xmlns:a16="http://schemas.microsoft.com/office/drawing/2014/main" id="{FC6B2D45-F8C3-C246-0EA9-DA1647083A07}"/>
              </a:ext>
            </a:extLst>
          </p:cNvPr>
          <p:cNvPicPr>
            <a:picLocks noChangeAspect="1" noChangeArrowheads="1"/>
          </p:cNvPicPr>
          <p:nvPr/>
        </p:nvPicPr>
        <p:blipFill>
          <a:blip r:embed="rId45" cstate="screen">
            <a:extLst>
              <a:ext uri="{28A0092B-C50C-407E-A947-70E740481C1C}">
                <a14:useLocalDpi xmlns:a14="http://schemas.microsoft.com/office/drawing/2010/main"/>
              </a:ext>
            </a:extLst>
          </a:blip>
          <a:srcRect/>
          <a:stretch>
            <a:fillRect/>
          </a:stretch>
        </p:blipFill>
        <p:spPr bwMode="auto">
          <a:xfrm>
            <a:off x="10339096" y="3819887"/>
            <a:ext cx="1184668" cy="284527"/>
          </a:xfrm>
          <a:prstGeom prst="rect">
            <a:avLst/>
          </a:prstGeom>
          <a:noFill/>
          <a:extLst>
            <a:ext uri="{909E8E84-426E-40DD-AFC4-6F175D3DCCD1}">
              <a14:hiddenFill xmlns:a14="http://schemas.microsoft.com/office/drawing/2010/main">
                <a:solidFill>
                  <a:srgbClr val="FFFFFF"/>
                </a:solidFill>
              </a14:hiddenFill>
            </a:ext>
          </a:extLst>
        </p:spPr>
      </p:pic>
      <p:pic>
        <p:nvPicPr>
          <p:cNvPr id="1076" name="Picture 52">
            <a:extLst>
              <a:ext uri="{FF2B5EF4-FFF2-40B4-BE49-F238E27FC236}">
                <a16:creationId xmlns:a16="http://schemas.microsoft.com/office/drawing/2014/main" id="{09D9919C-8E7D-2A98-7FC6-DDCEDD9FD821}"/>
              </a:ext>
            </a:extLst>
          </p:cNvPr>
          <p:cNvPicPr>
            <a:picLocks noChangeAspect="1" noChangeArrowheads="1"/>
          </p:cNvPicPr>
          <p:nvPr/>
        </p:nvPicPr>
        <p:blipFill>
          <a:blip r:embed="rId46" cstate="screen">
            <a:extLst>
              <a:ext uri="{28A0092B-C50C-407E-A947-70E740481C1C}">
                <a14:useLocalDpi xmlns:a14="http://schemas.microsoft.com/office/drawing/2010/main"/>
              </a:ext>
            </a:extLst>
          </a:blip>
          <a:srcRect/>
          <a:stretch>
            <a:fillRect/>
          </a:stretch>
        </p:blipFill>
        <p:spPr bwMode="auto">
          <a:xfrm>
            <a:off x="10297501" y="5011249"/>
            <a:ext cx="1307972" cy="273345"/>
          </a:xfrm>
          <a:prstGeom prst="rect">
            <a:avLst/>
          </a:prstGeom>
          <a:noFill/>
          <a:extLst>
            <a:ext uri="{909E8E84-426E-40DD-AFC4-6F175D3DCCD1}">
              <a14:hiddenFill xmlns:a14="http://schemas.microsoft.com/office/drawing/2010/main">
                <a:solidFill>
                  <a:srgbClr val="FFFFFF"/>
                </a:solidFill>
              </a14:hiddenFill>
            </a:ext>
          </a:extLst>
        </p:spPr>
      </p:pic>
      <p:pic>
        <p:nvPicPr>
          <p:cNvPr id="1080" name="Picture 56" descr="Kynetec UK Ltd – Market Research Company in United Kingdom (GB) | ESOMAR  Directory">
            <a:extLst>
              <a:ext uri="{FF2B5EF4-FFF2-40B4-BE49-F238E27FC236}">
                <a16:creationId xmlns:a16="http://schemas.microsoft.com/office/drawing/2014/main" id="{F0E9A6C9-E59F-2E42-630D-A72643A1D8A4}"/>
              </a:ext>
            </a:extLst>
          </p:cNvPr>
          <p:cNvPicPr>
            <a:picLocks noChangeAspect="1" noChangeArrowheads="1"/>
          </p:cNvPicPr>
          <p:nvPr/>
        </p:nvPicPr>
        <p:blipFill>
          <a:blip r:embed="rId47" cstate="screen">
            <a:extLst>
              <a:ext uri="{28A0092B-C50C-407E-A947-70E740481C1C}">
                <a14:useLocalDpi xmlns:a14="http://schemas.microsoft.com/office/drawing/2010/main"/>
              </a:ext>
            </a:extLst>
          </a:blip>
          <a:srcRect/>
          <a:stretch>
            <a:fillRect/>
          </a:stretch>
        </p:blipFill>
        <p:spPr bwMode="auto">
          <a:xfrm>
            <a:off x="10256913" y="2778292"/>
            <a:ext cx="1304513" cy="430389"/>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60" descr="KPN - Wikipedia">
            <a:extLst>
              <a:ext uri="{FF2B5EF4-FFF2-40B4-BE49-F238E27FC236}">
                <a16:creationId xmlns:a16="http://schemas.microsoft.com/office/drawing/2014/main" id="{791530E1-4B3F-EF5F-3E46-E3F76AE55699}"/>
              </a:ext>
            </a:extLst>
          </p:cNvPr>
          <p:cNvPicPr>
            <a:picLocks noChangeAspect="1" noChangeArrowheads="1"/>
          </p:cNvPicPr>
          <p:nvPr/>
        </p:nvPicPr>
        <p:blipFill>
          <a:blip r:embed="rId48" cstate="screen">
            <a:extLst>
              <a:ext uri="{28A0092B-C50C-407E-A947-70E740481C1C}">
                <a14:useLocalDpi xmlns:a14="http://schemas.microsoft.com/office/drawing/2010/main"/>
              </a:ext>
            </a:extLst>
          </a:blip>
          <a:srcRect/>
          <a:stretch>
            <a:fillRect/>
          </a:stretch>
        </p:blipFill>
        <p:spPr bwMode="auto">
          <a:xfrm>
            <a:off x="8982288" y="1836875"/>
            <a:ext cx="873775" cy="396866"/>
          </a:xfrm>
          <a:prstGeom prst="rect">
            <a:avLst/>
          </a:prstGeom>
          <a:noFill/>
          <a:extLst>
            <a:ext uri="{909E8E84-426E-40DD-AFC4-6F175D3DCCD1}">
              <a14:hiddenFill xmlns:a14="http://schemas.microsoft.com/office/drawing/2010/main">
                <a:solidFill>
                  <a:srgbClr val="FFFFFF"/>
                </a:solidFill>
              </a14:hiddenFill>
            </a:ext>
          </a:extLst>
        </p:spPr>
      </p:pic>
      <p:pic>
        <p:nvPicPr>
          <p:cNvPr id="1092" name="Picture 68" descr="Pathé | Chicken Run Wiki | Fandom">
            <a:extLst>
              <a:ext uri="{FF2B5EF4-FFF2-40B4-BE49-F238E27FC236}">
                <a16:creationId xmlns:a16="http://schemas.microsoft.com/office/drawing/2014/main" id="{BC8B2E4E-A753-1F20-4CEF-06B5D17CDD81}"/>
              </a:ext>
            </a:extLst>
          </p:cNvPr>
          <p:cNvPicPr>
            <a:picLocks noChangeAspect="1" noChangeArrowheads="1"/>
          </p:cNvPicPr>
          <p:nvPr/>
        </p:nvPicPr>
        <p:blipFill>
          <a:blip r:embed="rId49" cstate="screen">
            <a:extLst>
              <a:ext uri="{28A0092B-C50C-407E-A947-70E740481C1C}">
                <a14:useLocalDpi xmlns:a14="http://schemas.microsoft.com/office/drawing/2010/main"/>
              </a:ext>
            </a:extLst>
          </a:blip>
          <a:srcRect/>
          <a:stretch>
            <a:fillRect/>
          </a:stretch>
        </p:blipFill>
        <p:spPr bwMode="auto">
          <a:xfrm>
            <a:off x="9116600" y="5455744"/>
            <a:ext cx="651450" cy="486081"/>
          </a:xfrm>
          <a:prstGeom prst="rect">
            <a:avLst/>
          </a:prstGeom>
          <a:noFill/>
          <a:extLst>
            <a:ext uri="{909E8E84-426E-40DD-AFC4-6F175D3DCCD1}">
              <a14:hiddenFill xmlns:a14="http://schemas.microsoft.com/office/drawing/2010/main">
                <a:solidFill>
                  <a:srgbClr val="FFFFFF"/>
                </a:solidFill>
              </a14:hiddenFill>
            </a:ext>
          </a:extLst>
        </p:spPr>
      </p:pic>
      <p:pic>
        <p:nvPicPr>
          <p:cNvPr id="1094" name="Picture 70" descr="Takamol adopts OCI and Oracle Kubernetes to boost innovation in Saudi  Arabia, delivering high performance e-government services with dynamic  scalability">
            <a:extLst>
              <a:ext uri="{FF2B5EF4-FFF2-40B4-BE49-F238E27FC236}">
                <a16:creationId xmlns:a16="http://schemas.microsoft.com/office/drawing/2014/main" id="{67FBE776-743E-A2BA-5541-6F6BEB31685A}"/>
              </a:ext>
            </a:extLst>
          </p:cNvPr>
          <p:cNvPicPr>
            <a:picLocks noChangeAspect="1" noChangeArrowheads="1"/>
          </p:cNvPicPr>
          <p:nvPr/>
        </p:nvPicPr>
        <p:blipFill>
          <a:blip r:embed="rId50" cstate="screen">
            <a:extLst>
              <a:ext uri="{28A0092B-C50C-407E-A947-70E740481C1C}">
                <a14:useLocalDpi xmlns:a14="http://schemas.microsoft.com/office/drawing/2010/main"/>
              </a:ext>
            </a:extLst>
          </a:blip>
          <a:srcRect/>
          <a:stretch>
            <a:fillRect/>
          </a:stretch>
        </p:blipFill>
        <p:spPr bwMode="auto">
          <a:xfrm>
            <a:off x="7778718" y="4392097"/>
            <a:ext cx="692517" cy="356214"/>
          </a:xfrm>
          <a:prstGeom prst="rect">
            <a:avLst/>
          </a:prstGeom>
          <a:noFill/>
          <a:extLst>
            <a:ext uri="{909E8E84-426E-40DD-AFC4-6F175D3DCCD1}">
              <a14:hiddenFill xmlns:a14="http://schemas.microsoft.com/office/drawing/2010/main">
                <a:solidFill>
                  <a:srgbClr val="FFFFFF"/>
                </a:solidFill>
              </a14:hiddenFill>
            </a:ext>
          </a:extLst>
        </p:spPr>
      </p:pic>
      <p:pic>
        <p:nvPicPr>
          <p:cNvPr id="1096" name="Picture 72" descr="Discover Department of Economy and Tourism in Dubai">
            <a:extLst>
              <a:ext uri="{FF2B5EF4-FFF2-40B4-BE49-F238E27FC236}">
                <a16:creationId xmlns:a16="http://schemas.microsoft.com/office/drawing/2014/main" id="{A239590A-C891-2411-B978-6F42A2CA4867}"/>
              </a:ext>
            </a:extLst>
          </p:cNvPr>
          <p:cNvPicPr>
            <a:picLocks noChangeAspect="1" noChangeArrowheads="1"/>
          </p:cNvPicPr>
          <p:nvPr/>
        </p:nvPicPr>
        <p:blipFill>
          <a:blip r:embed="rId51" cstate="screen">
            <a:extLst>
              <a:ext uri="{28A0092B-C50C-407E-A947-70E740481C1C}">
                <a14:useLocalDpi xmlns:a14="http://schemas.microsoft.com/office/drawing/2010/main"/>
              </a:ext>
            </a:extLst>
          </a:blip>
          <a:srcRect/>
          <a:stretch>
            <a:fillRect/>
          </a:stretch>
        </p:blipFill>
        <p:spPr bwMode="auto">
          <a:xfrm>
            <a:off x="7951792" y="5296832"/>
            <a:ext cx="576394" cy="367169"/>
          </a:xfrm>
          <a:prstGeom prst="rect">
            <a:avLst/>
          </a:prstGeom>
          <a:noFill/>
          <a:extLst>
            <a:ext uri="{909E8E84-426E-40DD-AFC4-6F175D3DCCD1}">
              <a14:hiddenFill xmlns:a14="http://schemas.microsoft.com/office/drawing/2010/main">
                <a:solidFill>
                  <a:srgbClr val="FFFFFF"/>
                </a:solidFill>
              </a14:hiddenFill>
            </a:ext>
          </a:extLst>
        </p:spPr>
      </p:pic>
      <p:pic>
        <p:nvPicPr>
          <p:cNvPr id="1098" name="Picture 74" descr="8 Things you didn't know about NEOM - Services For Incorporate The Company  In Saudi Arabia | Neom | Sagia | Qiddiya|">
            <a:extLst>
              <a:ext uri="{FF2B5EF4-FFF2-40B4-BE49-F238E27FC236}">
                <a16:creationId xmlns:a16="http://schemas.microsoft.com/office/drawing/2014/main" id="{8EEFD9D7-1C48-E279-CBD4-141ED74EA9B8}"/>
              </a:ext>
            </a:extLst>
          </p:cNvPr>
          <p:cNvPicPr>
            <a:picLocks noChangeAspect="1" noChangeArrowheads="1"/>
          </p:cNvPicPr>
          <p:nvPr/>
        </p:nvPicPr>
        <p:blipFill rotWithShape="1">
          <a:blip r:embed="rId52" cstate="screen">
            <a:extLst>
              <a:ext uri="{28A0092B-C50C-407E-A947-70E740481C1C}">
                <a14:useLocalDpi xmlns:a14="http://schemas.microsoft.com/office/drawing/2010/main"/>
              </a:ext>
            </a:extLst>
          </a:blip>
          <a:srcRect/>
          <a:stretch/>
        </p:blipFill>
        <p:spPr bwMode="auto">
          <a:xfrm>
            <a:off x="7700313" y="5733372"/>
            <a:ext cx="954407" cy="362305"/>
          </a:xfrm>
          <a:prstGeom prst="rect">
            <a:avLst/>
          </a:prstGeom>
          <a:noFill/>
          <a:extLst>
            <a:ext uri="{909E8E84-426E-40DD-AFC4-6F175D3DCCD1}">
              <a14:hiddenFill xmlns:a14="http://schemas.microsoft.com/office/drawing/2010/main">
                <a:solidFill>
                  <a:srgbClr val="FFFFFF"/>
                </a:solidFill>
              </a14:hiddenFill>
            </a:ext>
          </a:extLst>
        </p:spPr>
      </p:pic>
      <p:pic>
        <p:nvPicPr>
          <p:cNvPr id="1100" name="Picture 76" descr="Al Hilal Bank Logo PNG vector in SVG, PDF, AI, CDR format">
            <a:extLst>
              <a:ext uri="{FF2B5EF4-FFF2-40B4-BE49-F238E27FC236}">
                <a16:creationId xmlns:a16="http://schemas.microsoft.com/office/drawing/2014/main" id="{2ACB8862-B9E6-137C-5D90-F356165B32B1}"/>
              </a:ext>
            </a:extLst>
          </p:cNvPr>
          <p:cNvPicPr>
            <a:picLocks noChangeAspect="1" noChangeArrowheads="1"/>
          </p:cNvPicPr>
          <p:nvPr/>
        </p:nvPicPr>
        <p:blipFill rotWithShape="1">
          <a:blip r:embed="rId53" cstate="screen">
            <a:extLst>
              <a:ext uri="{28A0092B-C50C-407E-A947-70E740481C1C}">
                <a14:useLocalDpi xmlns:a14="http://schemas.microsoft.com/office/drawing/2010/main"/>
              </a:ext>
            </a:extLst>
          </a:blip>
          <a:srcRect/>
          <a:stretch/>
        </p:blipFill>
        <p:spPr bwMode="auto">
          <a:xfrm>
            <a:off x="6371176" y="3204940"/>
            <a:ext cx="1157579" cy="292333"/>
          </a:xfrm>
          <a:prstGeom prst="rect">
            <a:avLst/>
          </a:prstGeom>
          <a:noFill/>
          <a:extLst>
            <a:ext uri="{909E8E84-426E-40DD-AFC4-6F175D3DCCD1}">
              <a14:hiddenFill xmlns:a14="http://schemas.microsoft.com/office/drawing/2010/main">
                <a:solidFill>
                  <a:srgbClr val="FFFFFF"/>
                </a:solidFill>
              </a14:hiddenFill>
            </a:ext>
          </a:extLst>
        </p:spPr>
      </p:pic>
      <p:pic>
        <p:nvPicPr>
          <p:cNvPr id="1102" name="Picture 78" descr="UNO - Crunchbase Company Profile &amp; Funding">
            <a:extLst>
              <a:ext uri="{FF2B5EF4-FFF2-40B4-BE49-F238E27FC236}">
                <a16:creationId xmlns:a16="http://schemas.microsoft.com/office/drawing/2014/main" id="{FA7D22B0-2D8C-20E6-343D-7DC3A76ADE97}"/>
              </a:ext>
            </a:extLst>
          </p:cNvPr>
          <p:cNvPicPr>
            <a:picLocks noChangeAspect="1" noChangeArrowheads="1"/>
          </p:cNvPicPr>
          <p:nvPr/>
        </p:nvPicPr>
        <p:blipFill>
          <a:blip r:embed="rId54" cstate="screen">
            <a:extLst>
              <a:ext uri="{28A0092B-C50C-407E-A947-70E740481C1C}">
                <a14:useLocalDpi xmlns:a14="http://schemas.microsoft.com/office/drawing/2010/main"/>
              </a:ext>
            </a:extLst>
          </a:blip>
          <a:srcRect/>
          <a:stretch>
            <a:fillRect/>
          </a:stretch>
        </p:blipFill>
        <p:spPr bwMode="auto">
          <a:xfrm>
            <a:off x="6441604" y="4447376"/>
            <a:ext cx="1001637" cy="347572"/>
          </a:xfrm>
          <a:prstGeom prst="rect">
            <a:avLst/>
          </a:prstGeom>
          <a:noFill/>
          <a:extLst>
            <a:ext uri="{909E8E84-426E-40DD-AFC4-6F175D3DCCD1}">
              <a14:hiddenFill xmlns:a14="http://schemas.microsoft.com/office/drawing/2010/main">
                <a:solidFill>
                  <a:srgbClr val="FFFFFF"/>
                </a:solidFill>
              </a14:hiddenFill>
            </a:ext>
          </a:extLst>
        </p:spPr>
      </p:pic>
      <p:pic>
        <p:nvPicPr>
          <p:cNvPr id="1104" name="Picture 80" descr="Corporate One logo - D. Hilton Associates Inc.">
            <a:extLst>
              <a:ext uri="{FF2B5EF4-FFF2-40B4-BE49-F238E27FC236}">
                <a16:creationId xmlns:a16="http://schemas.microsoft.com/office/drawing/2014/main" id="{4D945533-3273-F426-E274-730907230811}"/>
              </a:ext>
            </a:extLst>
          </p:cNvPr>
          <p:cNvPicPr>
            <a:picLocks noChangeAspect="1" noChangeArrowheads="1"/>
          </p:cNvPicPr>
          <p:nvPr/>
        </p:nvPicPr>
        <p:blipFill>
          <a:blip r:embed="rId55" cstate="screen">
            <a:extLst>
              <a:ext uri="{28A0092B-C50C-407E-A947-70E740481C1C}">
                <a14:useLocalDpi xmlns:a14="http://schemas.microsoft.com/office/drawing/2010/main"/>
              </a:ext>
            </a:extLst>
          </a:blip>
          <a:srcRect/>
          <a:stretch>
            <a:fillRect/>
          </a:stretch>
        </p:blipFill>
        <p:spPr bwMode="auto">
          <a:xfrm>
            <a:off x="6406859" y="3421401"/>
            <a:ext cx="1086213" cy="6375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E:\sujay work\2018\Customer Success Story\CCS\logo.png">
            <a:extLst>
              <a:ext uri="{FF2B5EF4-FFF2-40B4-BE49-F238E27FC236}">
                <a16:creationId xmlns:a16="http://schemas.microsoft.com/office/drawing/2014/main" id="{66400311-58EB-42B8-D1A6-F7C6A5535CF1}"/>
              </a:ext>
            </a:extLst>
          </p:cNvPr>
          <p:cNvPicPr>
            <a:picLocks noChangeAspect="1" noChangeArrowheads="1"/>
          </p:cNvPicPr>
          <p:nvPr/>
        </p:nvPicPr>
        <p:blipFill>
          <a:blip r:embed="rId56">
            <a:extLst>
              <a:ext uri="{28A0092B-C50C-407E-A947-70E740481C1C}">
                <a14:useLocalDpi xmlns:a14="http://schemas.microsoft.com/office/drawing/2010/main"/>
              </a:ext>
            </a:extLst>
          </a:blip>
          <a:srcRect/>
          <a:stretch>
            <a:fillRect/>
          </a:stretch>
        </p:blipFill>
        <p:spPr bwMode="auto">
          <a:xfrm>
            <a:off x="10558121" y="2395170"/>
            <a:ext cx="643248" cy="3216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descr="Levi's with Slogan Logo PNG vector in SVG, PDF, AI, CDR format">
            <a:extLst>
              <a:ext uri="{FF2B5EF4-FFF2-40B4-BE49-F238E27FC236}">
                <a16:creationId xmlns:a16="http://schemas.microsoft.com/office/drawing/2014/main" id="{B5612A3F-0EC1-898A-451E-3E5D149640F8}"/>
              </a:ext>
            </a:extLst>
          </p:cNvPr>
          <p:cNvPicPr>
            <a:picLocks noChangeAspect="1" noChangeArrowheads="1"/>
          </p:cNvPicPr>
          <p:nvPr/>
        </p:nvPicPr>
        <p:blipFill>
          <a:blip r:embed="rId57">
            <a:extLst>
              <a:ext uri="{28A0092B-C50C-407E-A947-70E740481C1C}">
                <a14:useLocalDpi xmlns:a14="http://schemas.microsoft.com/office/drawing/2010/main" val="0"/>
              </a:ext>
            </a:extLst>
          </a:blip>
          <a:srcRect/>
          <a:stretch>
            <a:fillRect/>
          </a:stretch>
        </p:blipFill>
        <p:spPr bwMode="auto">
          <a:xfrm>
            <a:off x="3820755" y="5902280"/>
            <a:ext cx="960483" cy="71943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20912A8D-6DD8-26C5-D8B2-706DE536BAF3}"/>
              </a:ext>
            </a:extLst>
          </p:cNvPr>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9226705" y="2352897"/>
            <a:ext cx="488707" cy="36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ky UK - Wikipedia">
            <a:extLst>
              <a:ext uri="{FF2B5EF4-FFF2-40B4-BE49-F238E27FC236}">
                <a16:creationId xmlns:a16="http://schemas.microsoft.com/office/drawing/2014/main" id="{C889420D-5597-1382-B62F-F72ABA3982F3}"/>
              </a:ext>
            </a:extLst>
          </p:cNvPr>
          <p:cNvPicPr>
            <a:picLocks noChangeAspect="1" noChangeArrowheads="1"/>
          </p:cNvPicPr>
          <p:nvPr/>
        </p:nvPicPr>
        <p:blipFill>
          <a:blip r:embed="rId59">
            <a:extLst>
              <a:ext uri="{28A0092B-C50C-407E-A947-70E740481C1C}">
                <a14:useLocalDpi xmlns:a14="http://schemas.microsoft.com/office/drawing/2010/main" val="0"/>
              </a:ext>
            </a:extLst>
          </a:blip>
          <a:srcRect/>
          <a:stretch>
            <a:fillRect/>
          </a:stretch>
        </p:blipFill>
        <p:spPr bwMode="auto">
          <a:xfrm>
            <a:off x="9105913" y="1340038"/>
            <a:ext cx="635276" cy="3885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hell tankpas? Tank met de MoveMove-tankpas bij Shell">
            <a:extLst>
              <a:ext uri="{FF2B5EF4-FFF2-40B4-BE49-F238E27FC236}">
                <a16:creationId xmlns:a16="http://schemas.microsoft.com/office/drawing/2014/main" id="{98890DB9-4DA1-C8C3-2E6B-B501D036650E}"/>
              </a:ext>
            </a:extLst>
          </p:cNvPr>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7838163" y="2476716"/>
            <a:ext cx="608336" cy="4562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Orbia - Wikipedia">
            <a:extLst>
              <a:ext uri="{FF2B5EF4-FFF2-40B4-BE49-F238E27FC236}">
                <a16:creationId xmlns:a16="http://schemas.microsoft.com/office/drawing/2014/main" id="{60DC36FA-4075-F35C-9ADC-28337A230197}"/>
              </a:ext>
            </a:extLst>
          </p:cNvPr>
          <p:cNvPicPr>
            <a:picLocks noChangeAspect="1" noChangeArrowheads="1"/>
          </p:cNvPicPr>
          <p:nvPr/>
        </p:nvPicPr>
        <p:blipFill>
          <a:blip r:embed="rId61">
            <a:extLst>
              <a:ext uri="{28A0092B-C50C-407E-A947-70E740481C1C}">
                <a14:useLocalDpi xmlns:a14="http://schemas.microsoft.com/office/drawing/2010/main" val="0"/>
              </a:ext>
            </a:extLst>
          </a:blip>
          <a:srcRect/>
          <a:stretch>
            <a:fillRect/>
          </a:stretch>
        </p:blipFill>
        <p:spPr bwMode="auto">
          <a:xfrm>
            <a:off x="7723810" y="1398497"/>
            <a:ext cx="855767" cy="369384"/>
          </a:xfrm>
          <a:prstGeom prst="rect">
            <a:avLst/>
          </a:prstGeom>
          <a:noFill/>
          <a:extLst>
            <a:ext uri="{909E8E84-426E-40DD-AFC4-6F175D3DCCD1}">
              <a14:hiddenFill xmlns:a14="http://schemas.microsoft.com/office/drawing/2010/main">
                <a:solidFill>
                  <a:srgbClr val="FFFFFF"/>
                </a:solidFill>
              </a14:hiddenFill>
            </a:ext>
          </a:extLst>
        </p:spPr>
      </p:pic>
      <p:pic>
        <p:nvPicPr>
          <p:cNvPr id="9" name="Afbeelding" descr="Afbeelding">
            <a:extLst>
              <a:ext uri="{FF2B5EF4-FFF2-40B4-BE49-F238E27FC236}">
                <a16:creationId xmlns:a16="http://schemas.microsoft.com/office/drawing/2014/main" id="{F5EEED63-09D0-5F6E-2090-9D70961198BD}"/>
              </a:ext>
            </a:extLst>
          </p:cNvPr>
          <p:cNvPicPr>
            <a:picLocks noChangeAspect="1"/>
          </p:cNvPicPr>
          <p:nvPr/>
        </p:nvPicPr>
        <p:blipFill>
          <a:blip r:embed="rId62" cstate="screen">
            <a:extLst>
              <a:ext uri="{28A0092B-C50C-407E-A947-70E740481C1C}">
                <a14:useLocalDpi xmlns:a14="http://schemas.microsoft.com/office/drawing/2010/main"/>
              </a:ext>
            </a:extLst>
          </a:blip>
          <a:stretch>
            <a:fillRect/>
          </a:stretch>
        </p:blipFill>
        <p:spPr>
          <a:xfrm>
            <a:off x="5315577" y="5206227"/>
            <a:ext cx="681915" cy="383577"/>
          </a:xfrm>
          <a:prstGeom prst="rect">
            <a:avLst/>
          </a:prstGeom>
          <a:ln w="12700">
            <a:miter lim="400000"/>
          </a:ln>
        </p:spPr>
      </p:pic>
      <p:pic>
        <p:nvPicPr>
          <p:cNvPr id="1034" name="Picture 10" descr="Koninklijke DSM - Wikipedia">
            <a:extLst>
              <a:ext uri="{FF2B5EF4-FFF2-40B4-BE49-F238E27FC236}">
                <a16:creationId xmlns:a16="http://schemas.microsoft.com/office/drawing/2014/main" id="{9DD2E92E-1F28-90B1-0C07-0552F7F1DB08}"/>
              </a:ext>
            </a:extLst>
          </p:cNvPr>
          <p:cNvPicPr>
            <a:picLocks noChangeAspect="1" noChangeArrowheads="1"/>
          </p:cNvPicPr>
          <p:nvPr/>
        </p:nvPicPr>
        <p:blipFill>
          <a:blip r:embed="rId63">
            <a:extLst>
              <a:ext uri="{28A0092B-C50C-407E-A947-70E740481C1C}">
                <a14:useLocalDpi xmlns:a14="http://schemas.microsoft.com/office/drawing/2010/main" val="0"/>
              </a:ext>
            </a:extLst>
          </a:blip>
          <a:srcRect/>
          <a:stretch>
            <a:fillRect/>
          </a:stretch>
        </p:blipFill>
        <p:spPr bwMode="auto">
          <a:xfrm>
            <a:off x="7757886" y="1977794"/>
            <a:ext cx="768891" cy="369028"/>
          </a:xfrm>
          <a:prstGeom prst="rect">
            <a:avLst/>
          </a:prstGeom>
          <a:noFill/>
          <a:extLst>
            <a:ext uri="{909E8E84-426E-40DD-AFC4-6F175D3DCCD1}">
              <a14:hiddenFill xmlns:a14="http://schemas.microsoft.com/office/drawing/2010/main">
                <a:solidFill>
                  <a:srgbClr val="FFFFFF"/>
                </a:solidFill>
              </a14:hiddenFill>
            </a:ext>
          </a:extLst>
        </p:spPr>
      </p:pic>
      <p:sp>
        <p:nvSpPr>
          <p:cNvPr id="10" name="AutoShape 12">
            <a:extLst>
              <a:ext uri="{FF2B5EF4-FFF2-40B4-BE49-F238E27FC236}">
                <a16:creationId xmlns:a16="http://schemas.microsoft.com/office/drawing/2014/main" id="{097F6F34-990B-7573-9320-4890AB37703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Afbeelding 10">
            <a:extLst>
              <a:ext uri="{FF2B5EF4-FFF2-40B4-BE49-F238E27FC236}">
                <a16:creationId xmlns:a16="http://schemas.microsoft.com/office/drawing/2014/main" id="{EE3B1E09-8846-ECE6-2F2C-5FBA5EC97EEC}"/>
              </a:ext>
            </a:extLst>
          </p:cNvPr>
          <p:cNvPicPr>
            <a:picLocks noChangeAspect="1"/>
          </p:cNvPicPr>
          <p:nvPr/>
        </p:nvPicPr>
        <p:blipFill>
          <a:blip r:embed="rId64"/>
          <a:stretch>
            <a:fillRect/>
          </a:stretch>
        </p:blipFill>
        <p:spPr>
          <a:xfrm>
            <a:off x="9008063" y="3351785"/>
            <a:ext cx="812418" cy="355433"/>
          </a:xfrm>
          <a:prstGeom prst="rect">
            <a:avLst/>
          </a:prstGeom>
        </p:spPr>
      </p:pic>
      <p:pic>
        <p:nvPicPr>
          <p:cNvPr id="1038" name="Picture 14" descr="Metro-Goldwyn-Mayer - Wikipedia">
            <a:extLst>
              <a:ext uri="{FF2B5EF4-FFF2-40B4-BE49-F238E27FC236}">
                <a16:creationId xmlns:a16="http://schemas.microsoft.com/office/drawing/2014/main" id="{2308AA26-6183-0A8B-C958-C4B6246830B8}"/>
              </a:ext>
            </a:extLst>
          </p:cNvPr>
          <p:cNvPicPr>
            <a:picLocks noChangeAspect="1" noChangeArrowheads="1"/>
          </p:cNvPicPr>
          <p:nvPr/>
        </p:nvPicPr>
        <p:blipFill>
          <a:blip r:embed="rId65">
            <a:extLst>
              <a:ext uri="{28A0092B-C50C-407E-A947-70E740481C1C}">
                <a14:useLocalDpi xmlns:a14="http://schemas.microsoft.com/office/drawing/2010/main" val="0"/>
              </a:ext>
            </a:extLst>
          </a:blip>
          <a:srcRect/>
          <a:stretch>
            <a:fillRect/>
          </a:stretch>
        </p:blipFill>
        <p:spPr bwMode="auto">
          <a:xfrm>
            <a:off x="9015962" y="5983514"/>
            <a:ext cx="713918" cy="41749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he Sting Logo, PNG, 1200x600px, Sting, Area, Automotive Exterior, Brand,  Clothing Download Free">
            <a:extLst>
              <a:ext uri="{FF2B5EF4-FFF2-40B4-BE49-F238E27FC236}">
                <a16:creationId xmlns:a16="http://schemas.microsoft.com/office/drawing/2014/main" id="{4F61823B-2CB0-12F9-F5CF-14F64A957157}"/>
              </a:ext>
            </a:extLst>
          </p:cNvPr>
          <p:cNvPicPr>
            <a:picLocks noChangeAspect="1" noChangeArrowheads="1"/>
          </p:cNvPicPr>
          <p:nvPr/>
        </p:nvPicPr>
        <p:blipFill rotWithShape="1">
          <a:blip r:embed="rId66" cstate="screen">
            <a:extLst>
              <a:ext uri="{BEBA8EAE-BF5A-486C-A8C5-ECC9F3942E4B}">
                <a14:imgProps xmlns:a14="http://schemas.microsoft.com/office/drawing/2010/main">
                  <a14:imgLayer r:embed="rId67">
                    <a14:imgEffect>
                      <a14:backgroundRemoval t="8743" b="89617" l="3659" r="96098">
                        <a14:foregroundMark x1="4512" y1="25683" x2="3902" y2="55191"/>
                        <a14:foregroundMark x1="9878" y1="38798" x2="9878" y2="38798"/>
                        <a14:foregroundMark x1="19756" y1="37705" x2="19756" y2="38251"/>
                        <a14:foregroundMark x1="31098" y1="39891" x2="31098" y2="39891"/>
                        <a14:foregroundMark x1="46585" y1="39344" x2="46585" y2="39344"/>
                        <a14:foregroundMark x1="57683" y1="36612" x2="57683" y2="36612"/>
                        <a14:foregroundMark x1="66341" y1="36612" x2="66341" y2="36612"/>
                        <a14:foregroundMark x1="72683" y1="39344" x2="72683" y2="39344"/>
                        <a14:foregroundMark x1="85610" y1="39344" x2="85610" y2="39344"/>
                        <a14:foregroundMark x1="83415" y1="81421" x2="83415" y2="81421"/>
                        <a14:foregroundMark x1="96098" y1="51366" x2="96098" y2="51366"/>
                        <a14:foregroundMark x1="24268" y1="83060" x2="50976" y2="84699"/>
                        <a14:foregroundMark x1="50976" y1="84699" x2="75610" y2="79781"/>
                        <a14:foregroundMark x1="75488" y1="79781" x2="28171" y2="80328"/>
                      </a14:backgroundRemoval>
                    </a14:imgEffect>
                  </a14:imgLayer>
                </a14:imgProps>
              </a:ext>
              <a:ext uri="{28A0092B-C50C-407E-A947-70E740481C1C}">
                <a14:useLocalDpi xmlns:a14="http://schemas.microsoft.com/office/drawing/2010/main"/>
              </a:ext>
            </a:extLst>
          </a:blip>
          <a:srcRect/>
          <a:stretch/>
        </p:blipFill>
        <p:spPr bwMode="auto">
          <a:xfrm>
            <a:off x="3706458" y="3719743"/>
            <a:ext cx="1195750" cy="294093"/>
          </a:xfrm>
          <a:prstGeom prst="rect">
            <a:avLst/>
          </a:prstGeom>
          <a:extLst>
            <a:ext uri="{909E8E84-426E-40DD-AFC4-6F175D3DCCD1}">
              <a14:hiddenFill xmlns:a14="http://schemas.microsoft.com/office/drawing/2010/main">
                <a:solidFill>
                  <a:srgbClr val="FFFFFF"/>
                </a:solidFill>
              </a14:hiddenFill>
            </a:ext>
          </a:extLst>
        </p:spPr>
      </p:pic>
      <p:pic>
        <p:nvPicPr>
          <p:cNvPr id="12" name="Picture 2" descr="Imperial Brands">
            <a:extLst>
              <a:ext uri="{FF2B5EF4-FFF2-40B4-BE49-F238E27FC236}">
                <a16:creationId xmlns:a16="http://schemas.microsoft.com/office/drawing/2014/main" id="{33B38C12-09D8-3A80-A73D-D370E5027BD0}"/>
              </a:ext>
            </a:extLst>
          </p:cNvPr>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3977196" y="5537943"/>
            <a:ext cx="719091" cy="599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937857"/>
      </p:ext>
    </p:extLst>
  </p:cSld>
  <p:clrMapOvr>
    <a:masterClrMapping/>
  </p:clrMapOvr>
  <mc:AlternateContent xmlns:mc="http://schemas.openxmlformats.org/markup-compatibility/2006">
    <mc:Choice xmlns:p14="http://schemas.microsoft.com/office/powerpoint/2010/main" Requires="p14">
      <p:transition p14:dur="300">
        <p:fade/>
      </p:transition>
    </mc:Choice>
    <mc:Fallback>
      <p:transition>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8AB178B1C63764FB69DC687AF91F3C3" ma:contentTypeVersion="14" ma:contentTypeDescription="Een nieuw document maken." ma:contentTypeScope="" ma:versionID="34baedd750c5ac2de39e17369f75ff4a">
  <xsd:schema xmlns:xsd="http://www.w3.org/2001/XMLSchema" xmlns:xs="http://www.w3.org/2001/XMLSchema" xmlns:p="http://schemas.microsoft.com/office/2006/metadata/properties" xmlns:ns2="c559e707-c4dc-481c-8f20-1390d9b1763d" xmlns:ns3="20a0acd5-61c4-4018-b951-c082e5b75858" targetNamespace="http://schemas.microsoft.com/office/2006/metadata/properties" ma:root="true" ma:fieldsID="94b6d483c48ce3ecd8a1cc1f7c9283d7" ns2:_="" ns3:_="">
    <xsd:import namespace="c559e707-c4dc-481c-8f20-1390d9b1763d"/>
    <xsd:import namespace="20a0acd5-61c4-4018-b951-c082e5b7585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Location" minOccurs="0"/>
                <xsd:element ref="ns2:lcf76f155ced4ddcb4097134ff3c332f" minOccurs="0"/>
                <xsd:element ref="ns3:TaxCatchAll" minOccurs="0"/>
                <xsd:element ref="ns2:MediaServiceOCR"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559e707-c4dc-481c-8f20-1390d9b1763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Location" ma:index="16" nillable="true" ma:displayName="Location" ma:indexed="true" ma:internalName="MediaServiceLocation" ma:readOnly="true">
      <xsd:simpleType>
        <xsd:restriction base="dms:Text"/>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0a0acd5-61c4-4018-b951-c082e5b75858"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426fe27f-2603-4c92-a102-685a412d01be}" ma:internalName="TaxCatchAll" ma:showField="CatchAllData" ma:web="20a0acd5-61c4-4018-b951-c082e5b7585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0a0acd5-61c4-4018-b951-c082e5b75858" xsi:nil="true"/>
    <lcf76f155ced4ddcb4097134ff3c332f xmlns="c559e707-c4dc-481c-8f20-1390d9b1763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C25E8C9-CA6F-4A42-8DB4-5174197227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559e707-c4dc-481c-8f20-1390d9b1763d"/>
    <ds:schemaRef ds:uri="20a0acd5-61c4-4018-b951-c082e5b758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D6DF85-B13E-487B-BB71-E204B866FB62}">
  <ds:schemaRefs>
    <ds:schemaRef ds:uri="http://schemas.microsoft.com/sharepoint/v3/contenttype/forms"/>
  </ds:schemaRefs>
</ds:datastoreItem>
</file>

<file path=customXml/itemProps3.xml><?xml version="1.0" encoding="utf-8"?>
<ds:datastoreItem xmlns:ds="http://schemas.openxmlformats.org/officeDocument/2006/customXml" ds:itemID="{25720441-86C8-451B-8B02-93853F189149}">
  <ds:schemaRefs>
    <ds:schemaRef ds:uri="http://schemas.microsoft.com/office/2006/metadata/properties"/>
    <ds:schemaRef ds:uri="http://schemas.microsoft.com/office/infopath/2007/PartnerControls"/>
    <ds:schemaRef ds:uri="20a0acd5-61c4-4018-b951-c082e5b75858"/>
    <ds:schemaRef ds:uri="c559e707-c4dc-481c-8f20-1390d9b1763d"/>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cp:revision>
  <dcterms:created xsi:type="dcterms:W3CDTF">2026-01-22T16:02:44Z</dcterms:created>
  <dcterms:modified xsi:type="dcterms:W3CDTF">2026-01-23T10:21:26Z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0x01010038AB178B1C63764FB69DC687AF91F3C3</vt:lpwstr>
  </property>
  <property fmtid="{D5CDD505-2E9C-101B-9397-08002B2CF9AE}" pid="3" name="MediaServiceImageTags">
    <vt:lpwstr/>
  </property>
</Properties>
</file>