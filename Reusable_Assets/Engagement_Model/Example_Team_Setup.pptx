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6"/>
  </p:notesMasterIdLst>
  <p:sldIdLst>
    <p:sldId id="2147483637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3D59688-55C1-BFCA-AA0C-80F2523DE150}" v="2" dt="2026-01-23T11:35:00.34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eorge Sereda" userId="S::george.sereda@xebia.com::5e824fc6-3a6a-482b-8597-f9374fb4b421" providerId="AD" clId="Web-{D3D59688-55C1-BFCA-AA0C-80F2523DE150}"/>
    <pc:docChg chg="addSld delSld">
      <pc:chgData name="George Sereda" userId="S::george.sereda@xebia.com::5e824fc6-3a6a-482b-8597-f9374fb4b421" providerId="AD" clId="Web-{D3D59688-55C1-BFCA-AA0C-80F2523DE150}" dt="2026-01-23T11:35:00.349" v="1"/>
      <pc:docMkLst>
        <pc:docMk/>
      </pc:docMkLst>
      <pc:sldChg chg="del">
        <pc:chgData name="George Sereda" userId="S::george.sereda@xebia.com::5e824fc6-3a6a-482b-8597-f9374fb4b421" providerId="AD" clId="Web-{D3D59688-55C1-BFCA-AA0C-80F2523DE150}" dt="2026-01-23T11:35:00.349" v="1"/>
        <pc:sldMkLst>
          <pc:docMk/>
          <pc:sldMk cId="109857222" sldId="256"/>
        </pc:sldMkLst>
      </pc:sldChg>
      <pc:sldChg chg="add">
        <pc:chgData name="George Sereda" userId="S::george.sereda@xebia.com::5e824fc6-3a6a-482b-8597-f9374fb4b421" providerId="AD" clId="Web-{D3D59688-55C1-BFCA-AA0C-80F2523DE150}" dt="2026-01-23T11:34:55.301" v="0"/>
        <pc:sldMkLst>
          <pc:docMk/>
          <pc:sldMk cId="2797661821" sldId="2147483637"/>
        </pc:sldMkLst>
      </pc:sldChg>
      <pc:sldMasterChg chg="addSldLayout">
        <pc:chgData name="George Sereda" userId="S::george.sereda@xebia.com::5e824fc6-3a6a-482b-8597-f9374fb4b421" providerId="AD" clId="Web-{D3D59688-55C1-BFCA-AA0C-80F2523DE150}" dt="2026-01-23T11:34:55.301" v="0"/>
        <pc:sldMasterMkLst>
          <pc:docMk/>
          <pc:sldMasterMk cId="2460954070" sldId="2147483660"/>
        </pc:sldMasterMkLst>
        <pc:sldLayoutChg chg="add">
          <pc:chgData name="George Sereda" userId="S::george.sereda@xebia.com::5e824fc6-3a6a-482b-8597-f9374fb4b421" providerId="AD" clId="Web-{D3D59688-55C1-BFCA-AA0C-80F2523DE150}" dt="2026-01-23T11:34:55.301" v="0"/>
          <pc:sldLayoutMkLst>
            <pc:docMk/>
            <pc:sldMasterMk cId="2460954070" sldId="2147483660"/>
            <pc:sldLayoutMk cId="2705992711" sldId="2147483672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1F0C18-69B0-42A8-8B2C-F3D5931E1DEA}" type="datetimeFigureOut">
              <a:t>1/23/2026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1CD4D5-2690-474E-A257-4ED137928D8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7437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88A791-D8E8-4C23-A528-EAEB42DC40E7}" type="slidenum">
              <a:rPr lang="nl-NL" smtClean="0"/>
              <a:t>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3376262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 / Ligh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0">
            <a:extLst>
              <a:ext uri="{FF2B5EF4-FFF2-40B4-BE49-F238E27FC236}">
                <a16:creationId xmlns:a16="http://schemas.microsoft.com/office/drawing/2014/main" id="{2BD1E98D-C6A7-1A86-D1DC-18C70ECE6DD7}"/>
              </a:ext>
            </a:extLst>
          </p:cNvPr>
          <p:cNvSpPr>
            <a:spLocks noGrp="1"/>
          </p:cNvSpPr>
          <p:nvPr>
            <p:ph type="body" idx="106" hasCustomPrompt="1"/>
          </p:nvPr>
        </p:nvSpPr>
        <p:spPr>
          <a:xfrm>
            <a:off x="406400" y="408054"/>
            <a:ext cx="7513108" cy="232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>
            <a:lvl1pPr marL="0" indent="0" algn="l">
              <a:lnSpc>
                <a:spcPts val="1400"/>
              </a:lnSpc>
              <a:buNone/>
              <a:defRPr lang="en-US" sz="1000" b="0" i="0" kern="0" spc="0" dirty="0">
                <a:solidFill>
                  <a:schemeClr val="tx1"/>
                </a:solidFill>
                <a:latin typeface="+mn-lt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indent="0" algn="l">
              <a:lnSpc>
                <a:spcPts val="2100"/>
              </a:lnSpc>
              <a:buNone/>
            </a:pPr>
            <a:r>
              <a:rPr lang="en-US" sz="1050"/>
              <a:t>[DD/MM/YYYY] • [Speaker Name] • [Presentation Title]</a:t>
            </a:r>
          </a:p>
        </p:txBody>
      </p:sp>
      <p:pic>
        <p:nvPicPr>
          <p:cNvPr id="3" name="Xebia" descr="preencoded.png">
            <a:extLst>
              <a:ext uri="{FF2B5EF4-FFF2-40B4-BE49-F238E27FC236}">
                <a16:creationId xmlns:a16="http://schemas.microsoft.com/office/drawing/2014/main" id="{7D652B89-16D3-A81D-A924-8E3B84071E3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1112500" y="292100"/>
            <a:ext cx="673101" cy="215900"/>
          </a:xfrm>
          <a:prstGeom prst="rect">
            <a:avLst/>
          </a:prstGeom>
        </p:spPr>
      </p:pic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BA2C4591-EAE8-5F38-8D57-8D069553CBC7}"/>
              </a:ext>
            </a:extLst>
          </p:cNvPr>
          <p:cNvCxnSpPr>
            <a:cxnSpLocks/>
          </p:cNvCxnSpPr>
          <p:nvPr userDrawn="1"/>
        </p:nvCxnSpPr>
        <p:spPr>
          <a:xfrm>
            <a:off x="407459" y="698500"/>
            <a:ext cx="1138449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4">
            <a:extLst>
              <a:ext uri="{FF2B5EF4-FFF2-40B4-BE49-F238E27FC236}">
                <a16:creationId xmlns:a16="http://schemas.microsoft.com/office/drawing/2014/main" id="{022DD7D2-2E6F-65F9-2D7E-EF0C1A6F1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2909" y="6457865"/>
            <a:ext cx="799041" cy="12311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C1F56866-D47B-47B9-9D95-BB9706FB23C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itle 9">
            <a:extLst>
              <a:ext uri="{FF2B5EF4-FFF2-40B4-BE49-F238E27FC236}">
                <a16:creationId xmlns:a16="http://schemas.microsoft.com/office/drawing/2014/main" id="{C7CD3809-B795-A666-BD74-62300D64F0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459" y="919056"/>
            <a:ext cx="7512000" cy="369332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algn="l">
              <a:defRPr lang="en-US" sz="2400" dirty="0">
                <a:ea typeface="+mn-ea"/>
                <a:cs typeface="+mn-cs"/>
              </a:defRPr>
            </a:lvl1pPr>
          </a:lstStyle>
          <a:p>
            <a:pPr marL="0" marR="0" lvl="0" indent="0" fontAlgn="auto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</a:pPr>
            <a:r>
              <a:rPr lang="en-US" noProof="0"/>
              <a:t>Click to edit master title style</a:t>
            </a:r>
            <a:endParaRPr lang="en-US"/>
          </a:p>
        </p:txBody>
      </p:sp>
      <p:sp>
        <p:nvSpPr>
          <p:cNvPr id="10" name="Symbol zastępczy stopki 1">
            <a:extLst>
              <a:ext uri="{FF2B5EF4-FFF2-40B4-BE49-F238E27FC236}">
                <a16:creationId xmlns:a16="http://schemas.microsoft.com/office/drawing/2014/main" id="{6EFA064F-CFBB-09FE-B82B-164C527D77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6401" y="6457865"/>
            <a:ext cx="3673475" cy="12311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lang="en-GB" sz="800"/>
            </a:lvl1pPr>
          </a:lstStyle>
          <a:p>
            <a:r>
              <a:rPr lang="en-US"/>
              <a:t>Copyright © 2025 Xebia.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27059927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073BA4-2690-2885-77C9-761EA18F37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D153CFB-649E-6772-2537-5D9A7D6463F2}"/>
              </a:ext>
            </a:extLst>
          </p:cNvPr>
          <p:cNvSpPr>
            <a:spLocks noGrp="1"/>
          </p:cNvSpPr>
          <p:nvPr>
            <p:ph type="body" idx="106"/>
          </p:nvPr>
        </p:nvSpPr>
        <p:spPr/>
        <p:txBody>
          <a:bodyPr wrap="square" anchor="t">
            <a:normAutofit/>
          </a:bodyPr>
          <a:lstStyle/>
          <a:p>
            <a:r>
              <a:rPr lang="en-US" noProof="1">
                <a:solidFill>
                  <a:srgbClr val="595959"/>
                </a:solidFill>
                <a:latin typeface="Arial"/>
                <a:cs typeface="Arial"/>
              </a:rPr>
              <a:t>Xebia response to Zeppelin Power EMS RFP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CC61328-462B-9FFC-61EB-59EB4CA57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wrap="square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fld id="{C1F56866-D47B-47B9-9D95-BB9706FB23C1}" type="slidenum">
              <a:rPr kumimoji="0" lang="en-US" sz="800" b="0" i="0" u="none" strike="noStrike" kern="1200" cap="none" spc="0" normalizeH="0" baseline="0" noProof="1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40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800" b="0" i="0" u="none" strike="noStrike" kern="1200" cap="none" spc="0" normalizeH="0" baseline="0" noProof="1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B55D34-3236-5786-7DE0-9D988C7ACB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75603" y="6622154"/>
            <a:ext cx="3673475" cy="123111"/>
          </a:xfrm>
        </p:spPr>
        <p:txBody>
          <a:bodyPr wrap="square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1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Copyright © 2025 Xebia. All rights reserved</a:t>
            </a:r>
          </a:p>
        </p:txBody>
      </p:sp>
      <p:sp>
        <p:nvSpPr>
          <p:cNvPr id="17" name="Title 16">
            <a:extLst>
              <a:ext uri="{FF2B5EF4-FFF2-40B4-BE49-F238E27FC236}">
                <a16:creationId xmlns:a16="http://schemas.microsoft.com/office/drawing/2014/main" id="{B19133CA-F220-2158-0840-436E322DD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459" y="919056"/>
            <a:ext cx="7512000" cy="443198"/>
          </a:xfrm>
        </p:spPr>
        <p:txBody>
          <a:bodyPr/>
          <a:lstStyle/>
          <a:p>
            <a:r>
              <a:rPr lang="en-US" sz="3200" b="0" kern="0" noProof="1">
                <a:solidFill>
                  <a:srgbClr val="000000"/>
                </a:solidFill>
                <a:latin typeface="+mn-lt"/>
                <a:ea typeface="Suisse Int'l Regular" pitchFamily="34" charset="-122"/>
              </a:rPr>
              <a:t>Proposed </a:t>
            </a:r>
            <a:r>
              <a:rPr lang="pl-PL" sz="3200" b="0" kern="0" noProof="1">
                <a:solidFill>
                  <a:srgbClr val="000000"/>
                </a:solidFill>
                <a:latin typeface="+mn-lt"/>
                <a:ea typeface="Suisse Int'l Regular" pitchFamily="34" charset="-122"/>
              </a:rPr>
              <a:t>team set-up </a:t>
            </a:r>
            <a:endParaRPr lang="en-US" sz="3200" b="0" kern="0" noProof="1">
              <a:solidFill>
                <a:srgbClr val="000000"/>
              </a:solidFill>
              <a:latin typeface="+mn-lt"/>
              <a:ea typeface="Suisse Int'l Regular" pitchFamily="34" charset="-122"/>
            </a:endParaRPr>
          </a:p>
        </p:txBody>
      </p:sp>
      <p:sp>
        <p:nvSpPr>
          <p:cNvPr id="4" name="Prostokąt: zaokrąglone rogi 36">
            <a:extLst>
              <a:ext uri="{FF2B5EF4-FFF2-40B4-BE49-F238E27FC236}">
                <a16:creationId xmlns:a16="http://schemas.microsoft.com/office/drawing/2014/main" id="{FDD6F1B1-B93B-5496-6D05-02E4D2F9E8BA}"/>
              </a:ext>
            </a:extLst>
          </p:cNvPr>
          <p:cNvSpPr/>
          <p:nvPr/>
        </p:nvSpPr>
        <p:spPr>
          <a:xfrm>
            <a:off x="5388274" y="1294498"/>
            <a:ext cx="6168570" cy="4155326"/>
          </a:xfrm>
          <a:prstGeom prst="roundRect">
            <a:avLst>
              <a:gd name="adj" fmla="val 5875"/>
            </a:avLst>
          </a:prstGeom>
          <a:solidFill>
            <a:srgbClr val="FFFFFF"/>
          </a:solidFill>
          <a:ln w="3175">
            <a:solidFill>
              <a:srgbClr val="DFDAE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Google Shape;1578;p93">
            <a:extLst>
              <a:ext uri="{FF2B5EF4-FFF2-40B4-BE49-F238E27FC236}">
                <a16:creationId xmlns:a16="http://schemas.microsoft.com/office/drawing/2014/main" id="{104DE481-E7F8-A516-28F4-8BD3A1691404}"/>
              </a:ext>
            </a:extLst>
          </p:cNvPr>
          <p:cNvSpPr/>
          <p:nvPr/>
        </p:nvSpPr>
        <p:spPr>
          <a:xfrm>
            <a:off x="7775432" y="1930531"/>
            <a:ext cx="1274535" cy="288508"/>
          </a:xfrm>
          <a:prstGeom prst="roundRect">
            <a:avLst>
              <a:gd name="adj" fmla="val 16667"/>
            </a:avLst>
          </a:prstGeom>
          <a:solidFill>
            <a:srgbClr val="9D92B3"/>
          </a:solidFill>
          <a:ln>
            <a:solidFill>
              <a:srgbClr val="5C4F61"/>
            </a:solidFill>
          </a:ln>
        </p:spPr>
        <p:txBody>
          <a:bodyPr spcFirstLastPara="1" wrap="square" lIns="121900" tIns="60933" rIns="121900" bIns="60933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100"/>
              <a:buFont typeface="Arial"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PM/PO/Tech Lead</a:t>
            </a:r>
          </a:p>
        </p:txBody>
      </p:sp>
      <p:pic>
        <p:nvPicPr>
          <p:cNvPr id="8" name="Google Shape;1580;p93">
            <a:extLst>
              <a:ext uri="{FF2B5EF4-FFF2-40B4-BE49-F238E27FC236}">
                <a16:creationId xmlns:a16="http://schemas.microsoft.com/office/drawing/2014/main" id="{EEBB05B8-10F9-DDE2-98C1-63E280E608A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42847" y="1721937"/>
            <a:ext cx="1157661" cy="65771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" name="Google Shape;1585;p93">
            <a:extLst>
              <a:ext uri="{FF2B5EF4-FFF2-40B4-BE49-F238E27FC236}">
                <a16:creationId xmlns:a16="http://schemas.microsoft.com/office/drawing/2014/main" id="{300BE1BD-37CA-5F7A-C599-7C8ED73D9ACF}"/>
              </a:ext>
            </a:extLst>
          </p:cNvPr>
          <p:cNvCxnSpPr>
            <a:cxnSpLocks/>
            <a:stCxn id="14" idx="1"/>
            <a:endCxn id="7" idx="1"/>
          </p:cNvCxnSpPr>
          <p:nvPr/>
        </p:nvCxnSpPr>
        <p:spPr>
          <a:xfrm>
            <a:off x="6999044" y="2073943"/>
            <a:ext cx="776388" cy="842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6F2162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1" name="Google Shape;1589;p93">
            <a:extLst>
              <a:ext uri="{FF2B5EF4-FFF2-40B4-BE49-F238E27FC236}">
                <a16:creationId xmlns:a16="http://schemas.microsoft.com/office/drawing/2014/main" id="{438E7CBD-05B4-46BE-757B-3E87CF9E8167}"/>
              </a:ext>
            </a:extLst>
          </p:cNvPr>
          <p:cNvCxnSpPr>
            <a:cxnSpLocks/>
            <a:stCxn id="7" idx="2"/>
            <a:endCxn id="20" idx="0"/>
          </p:cNvCxnSpPr>
          <p:nvPr/>
        </p:nvCxnSpPr>
        <p:spPr>
          <a:xfrm rot="16200000" flipH="1">
            <a:off x="9243393" y="1388345"/>
            <a:ext cx="777695" cy="2439081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ADADA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" name="Google Shape;1590;p93">
            <a:extLst>
              <a:ext uri="{FF2B5EF4-FFF2-40B4-BE49-F238E27FC236}">
                <a16:creationId xmlns:a16="http://schemas.microsoft.com/office/drawing/2014/main" id="{B04999B8-7A33-3C3C-BE5A-EA497273DED7}"/>
              </a:ext>
            </a:extLst>
          </p:cNvPr>
          <p:cNvSpPr/>
          <p:nvPr/>
        </p:nvSpPr>
        <p:spPr>
          <a:xfrm rot="5400000">
            <a:off x="6187503" y="4344395"/>
            <a:ext cx="146166" cy="1172546"/>
          </a:xfrm>
          <a:prstGeom prst="rightBrace">
            <a:avLst>
              <a:gd name="adj1" fmla="val 50000"/>
              <a:gd name="adj2" fmla="val 49813"/>
            </a:avLst>
          </a:prstGeom>
          <a:noFill/>
          <a:ln w="9525" cap="flat" cmpd="sng">
            <a:solidFill>
              <a:srgbClr val="6F216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lang="en-US" sz="1867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</p:txBody>
      </p:sp>
      <p:sp>
        <p:nvSpPr>
          <p:cNvPr id="13" name="Google Shape;1595;p93">
            <a:extLst>
              <a:ext uri="{FF2B5EF4-FFF2-40B4-BE49-F238E27FC236}">
                <a16:creationId xmlns:a16="http://schemas.microsoft.com/office/drawing/2014/main" id="{A8383CB5-5D95-FEEF-4881-88F2F97961D1}"/>
              </a:ext>
            </a:extLst>
          </p:cNvPr>
          <p:cNvSpPr txBox="1"/>
          <p:nvPr/>
        </p:nvSpPr>
        <p:spPr>
          <a:xfrm>
            <a:off x="5674314" y="5145280"/>
            <a:ext cx="1172546" cy="1846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1">
                <a:ln>
                  <a:noFill/>
                </a:ln>
                <a:solidFill>
                  <a:srgbClr val="6C1D5F"/>
                </a:solidFill>
                <a:effectLst/>
                <a:uLnTx/>
                <a:uFillTx/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Core Team</a:t>
            </a:r>
          </a:p>
        </p:txBody>
      </p:sp>
      <p:sp>
        <p:nvSpPr>
          <p:cNvPr id="14" name="Google Shape;1584;p93">
            <a:extLst>
              <a:ext uri="{FF2B5EF4-FFF2-40B4-BE49-F238E27FC236}">
                <a16:creationId xmlns:a16="http://schemas.microsoft.com/office/drawing/2014/main" id="{490BD76D-48E2-9C73-2E9F-73EFFBA92326}"/>
              </a:ext>
            </a:extLst>
          </p:cNvPr>
          <p:cNvSpPr/>
          <p:nvPr/>
        </p:nvSpPr>
        <p:spPr>
          <a:xfrm flipH="1">
            <a:off x="6780717" y="1738730"/>
            <a:ext cx="218327" cy="670426"/>
          </a:xfrm>
          <a:prstGeom prst="leftBrace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rgbClr val="6F216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lang="en-US" sz="1867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</p:txBody>
      </p:sp>
      <p:pic>
        <p:nvPicPr>
          <p:cNvPr id="15" name="Google Shape;1599;p93">
            <a:extLst>
              <a:ext uri="{FF2B5EF4-FFF2-40B4-BE49-F238E27FC236}">
                <a16:creationId xmlns:a16="http://schemas.microsoft.com/office/drawing/2014/main" id="{7C9FAB4C-A1B3-4BCC-0F60-5CE66583D1E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975077" y="1525053"/>
            <a:ext cx="458131" cy="15234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00;p93">
            <a:extLst>
              <a:ext uri="{FF2B5EF4-FFF2-40B4-BE49-F238E27FC236}">
                <a16:creationId xmlns:a16="http://schemas.microsoft.com/office/drawing/2014/main" id="{E528EE8C-0433-584B-D53A-05422B30A284}"/>
              </a:ext>
            </a:extLst>
          </p:cNvPr>
          <p:cNvSpPr/>
          <p:nvPr/>
        </p:nvSpPr>
        <p:spPr>
          <a:xfrm>
            <a:off x="8788758" y="3000357"/>
            <a:ext cx="1065247" cy="337604"/>
          </a:xfrm>
          <a:prstGeom prst="roundRect">
            <a:avLst>
              <a:gd name="adj" fmla="val 16667"/>
            </a:avLst>
          </a:prstGeom>
          <a:solidFill>
            <a:srgbClr val="9D92B3"/>
          </a:solidFill>
          <a:ln>
            <a:solidFill>
              <a:srgbClr val="5C4F61"/>
            </a:solidFill>
          </a:ln>
        </p:spPr>
        <p:txBody>
          <a:bodyPr spcFirstLastPara="1" wrap="square" lIns="121900" tIns="60933" rIns="121900" bIns="60933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prstClr val="black"/>
              </a:buClr>
              <a:buSzPts val="1100"/>
              <a:defRPr/>
            </a:pPr>
            <a:r>
              <a:rPr lang="en-US" sz="800" b="1" noProof="1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UX/Frontend Engineer</a:t>
            </a:r>
          </a:p>
        </p:txBody>
      </p:sp>
      <p:cxnSp>
        <p:nvCxnSpPr>
          <p:cNvPr id="18" name="Google Shape;1589;p93">
            <a:extLst>
              <a:ext uri="{FF2B5EF4-FFF2-40B4-BE49-F238E27FC236}">
                <a16:creationId xmlns:a16="http://schemas.microsoft.com/office/drawing/2014/main" id="{AA4D2384-4E1C-0B2F-254E-77748BE87A7D}"/>
              </a:ext>
            </a:extLst>
          </p:cNvPr>
          <p:cNvCxnSpPr>
            <a:cxnSpLocks/>
            <a:stCxn id="7" idx="2"/>
            <a:endCxn id="16" idx="0"/>
          </p:cNvCxnSpPr>
          <p:nvPr/>
        </p:nvCxnSpPr>
        <p:spPr>
          <a:xfrm rot="16200000" flipH="1">
            <a:off x="8476382" y="2155357"/>
            <a:ext cx="781318" cy="908682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ADADAD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9" name="Google Shape;1589;p93">
            <a:extLst>
              <a:ext uri="{FF2B5EF4-FFF2-40B4-BE49-F238E27FC236}">
                <a16:creationId xmlns:a16="http://schemas.microsoft.com/office/drawing/2014/main" id="{55BFD4BE-596E-BE2F-D385-AC8336166980}"/>
              </a:ext>
            </a:extLst>
          </p:cNvPr>
          <p:cNvCxnSpPr>
            <a:cxnSpLocks/>
            <a:stCxn id="7" idx="2"/>
            <a:endCxn id="21" idx="0"/>
          </p:cNvCxnSpPr>
          <p:nvPr/>
        </p:nvCxnSpPr>
        <p:spPr>
          <a:xfrm rot="5400000">
            <a:off x="6946708" y="1532917"/>
            <a:ext cx="779871" cy="2152114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ADADA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0" name="Google Shape;1587;p93">
            <a:extLst>
              <a:ext uri="{FF2B5EF4-FFF2-40B4-BE49-F238E27FC236}">
                <a16:creationId xmlns:a16="http://schemas.microsoft.com/office/drawing/2014/main" id="{63D1129D-1EB7-DEC8-9F77-0274AFB7FF41}"/>
              </a:ext>
            </a:extLst>
          </p:cNvPr>
          <p:cNvSpPr/>
          <p:nvPr/>
        </p:nvSpPr>
        <p:spPr>
          <a:xfrm>
            <a:off x="10319157" y="2996734"/>
            <a:ext cx="1065247" cy="338493"/>
          </a:xfrm>
          <a:prstGeom prst="roundRect">
            <a:avLst>
              <a:gd name="adj" fmla="val 16667"/>
            </a:avLst>
          </a:prstGeom>
          <a:solidFill>
            <a:srgbClr val="DBD2DA"/>
          </a:solidFill>
          <a:ln>
            <a:solidFill>
              <a:srgbClr val="5C4F61"/>
            </a:solidFill>
          </a:ln>
        </p:spPr>
        <p:txBody>
          <a:bodyPr spcFirstLastPara="1" wrap="square" lIns="121900" tIns="60933" rIns="121900" bIns="60933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SzPts val="1100"/>
            </a:pPr>
            <a:r>
              <a:rPr lang="en-US" sz="800" b="1" noProof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  <a:sym typeface="Poppins"/>
              </a:rPr>
              <a:t>Cloud Engineer</a:t>
            </a:r>
          </a:p>
        </p:txBody>
      </p:sp>
      <p:sp>
        <p:nvSpPr>
          <p:cNvPr id="21" name="Google Shape;1600;p93">
            <a:extLst>
              <a:ext uri="{FF2B5EF4-FFF2-40B4-BE49-F238E27FC236}">
                <a16:creationId xmlns:a16="http://schemas.microsoft.com/office/drawing/2014/main" id="{42959CC4-FE98-5D35-6D2C-9C280B6ADD59}"/>
              </a:ext>
            </a:extLst>
          </p:cNvPr>
          <p:cNvSpPr/>
          <p:nvPr/>
        </p:nvSpPr>
        <p:spPr>
          <a:xfrm>
            <a:off x="5727962" y="2998910"/>
            <a:ext cx="1065247" cy="338493"/>
          </a:xfrm>
          <a:prstGeom prst="roundRect">
            <a:avLst>
              <a:gd name="adj" fmla="val 16667"/>
            </a:avLst>
          </a:prstGeom>
          <a:solidFill>
            <a:srgbClr val="9D92B3"/>
          </a:solidFill>
          <a:ln>
            <a:solidFill>
              <a:srgbClr val="5C4F61"/>
            </a:solidFill>
          </a:ln>
        </p:spPr>
        <p:txBody>
          <a:bodyPr spcFirstLastPara="1" wrap="square" lIns="121900" tIns="60933" rIns="121900" bIns="60933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0" algn="ctr">
              <a:buNone/>
            </a:pPr>
            <a:r>
              <a:rPr lang="en-US" sz="800" b="1" noProof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Full-stack</a:t>
            </a:r>
            <a:r>
              <a:rPr lang="en-US" sz="800" b="1" noProof="1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b="1" noProof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Engineer</a:t>
            </a:r>
          </a:p>
        </p:txBody>
      </p:sp>
      <p:sp>
        <p:nvSpPr>
          <p:cNvPr id="22" name="Prostokąt: zaokrąglone rogi 62">
            <a:extLst>
              <a:ext uri="{FF2B5EF4-FFF2-40B4-BE49-F238E27FC236}">
                <a16:creationId xmlns:a16="http://schemas.microsoft.com/office/drawing/2014/main" id="{0AFCF202-2A89-CDEB-BF5E-74D9D588D230}"/>
              </a:ext>
            </a:extLst>
          </p:cNvPr>
          <p:cNvSpPr/>
          <p:nvPr/>
        </p:nvSpPr>
        <p:spPr>
          <a:xfrm>
            <a:off x="297303" y="1440492"/>
            <a:ext cx="2834204" cy="4952263"/>
          </a:xfrm>
          <a:prstGeom prst="roundRect">
            <a:avLst>
              <a:gd name="adj" fmla="val 5875"/>
            </a:avLst>
          </a:prstGeom>
          <a:solidFill>
            <a:srgbClr val="FFFFFF"/>
          </a:solidFill>
          <a:ln w="3175">
            <a:solidFill>
              <a:srgbClr val="DFDAE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1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23" name="Google Shape;1589;p93">
            <a:extLst>
              <a:ext uri="{FF2B5EF4-FFF2-40B4-BE49-F238E27FC236}">
                <a16:creationId xmlns:a16="http://schemas.microsoft.com/office/drawing/2014/main" id="{3DCF0C07-52E7-9DF0-A0B4-24793D6FE6D6}"/>
              </a:ext>
            </a:extLst>
          </p:cNvPr>
          <p:cNvCxnSpPr>
            <a:cxnSpLocks/>
            <a:stCxn id="7" idx="2"/>
            <a:endCxn id="16" idx="0"/>
          </p:cNvCxnSpPr>
          <p:nvPr/>
        </p:nvCxnSpPr>
        <p:spPr>
          <a:xfrm rot="16200000" flipH="1">
            <a:off x="8476382" y="2155357"/>
            <a:ext cx="781318" cy="908682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ADADA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4" name="Prostokąt: zaokrąglone rogi 48">
            <a:extLst>
              <a:ext uri="{FF2B5EF4-FFF2-40B4-BE49-F238E27FC236}">
                <a16:creationId xmlns:a16="http://schemas.microsoft.com/office/drawing/2014/main" id="{00624AD3-DC4D-9971-8B84-D36BADEBD252}"/>
              </a:ext>
            </a:extLst>
          </p:cNvPr>
          <p:cNvSpPr/>
          <p:nvPr/>
        </p:nvSpPr>
        <p:spPr>
          <a:xfrm>
            <a:off x="1012336" y="2062369"/>
            <a:ext cx="1383833" cy="643547"/>
          </a:xfrm>
          <a:prstGeom prst="roundRect">
            <a:avLst/>
          </a:prstGeom>
          <a:solidFill>
            <a:srgbClr val="F1EEF2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1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Business/Product Owner</a:t>
            </a:r>
          </a:p>
        </p:txBody>
      </p:sp>
      <p:sp>
        <p:nvSpPr>
          <p:cNvPr id="25" name="Prostokąt: zaokrąglone rogi 49">
            <a:extLst>
              <a:ext uri="{FF2B5EF4-FFF2-40B4-BE49-F238E27FC236}">
                <a16:creationId xmlns:a16="http://schemas.microsoft.com/office/drawing/2014/main" id="{933A1360-C371-7706-8A70-BD70AC7E19A3}"/>
              </a:ext>
            </a:extLst>
          </p:cNvPr>
          <p:cNvSpPr/>
          <p:nvPr/>
        </p:nvSpPr>
        <p:spPr>
          <a:xfrm>
            <a:off x="1012336" y="3121912"/>
            <a:ext cx="1383833" cy="643547"/>
          </a:xfrm>
          <a:prstGeom prst="roundRect">
            <a:avLst/>
          </a:prstGeom>
          <a:solidFill>
            <a:srgbClr val="F1EEF2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kern="1200" cap="none" spc="0" normalizeH="0" baseline="0" noProof="1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Poppins"/>
              </a:rPr>
              <a:t>Technical Team / Developers</a:t>
            </a:r>
          </a:p>
        </p:txBody>
      </p:sp>
      <p:sp>
        <p:nvSpPr>
          <p:cNvPr id="26" name="Prostokąt: zaokrąglone rogi 50">
            <a:extLst>
              <a:ext uri="{FF2B5EF4-FFF2-40B4-BE49-F238E27FC236}">
                <a16:creationId xmlns:a16="http://schemas.microsoft.com/office/drawing/2014/main" id="{6E5243B5-6A62-810E-3A91-E43E006A6437}"/>
              </a:ext>
            </a:extLst>
          </p:cNvPr>
          <p:cNvSpPr/>
          <p:nvPr/>
        </p:nvSpPr>
        <p:spPr>
          <a:xfrm>
            <a:off x="1017783" y="4177815"/>
            <a:ext cx="1383833" cy="643547"/>
          </a:xfrm>
          <a:prstGeom prst="roundRect">
            <a:avLst/>
          </a:prstGeom>
          <a:solidFill>
            <a:srgbClr val="F1EEF2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100"/>
              <a:buFont typeface="Arial"/>
              <a:buNone/>
              <a:tabLst/>
              <a:defRPr/>
            </a:pPr>
            <a:r>
              <a:rPr lang="en-US" sz="1050" b="1" noProof="1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  <a:sym typeface="Poppins"/>
              </a:rPr>
              <a:t>Data Science Enginners </a:t>
            </a:r>
            <a:endParaRPr kumimoji="0" lang="en-US" sz="1050" b="1" i="0" u="none" strike="noStrike" kern="1200" cap="none" spc="0" normalizeH="0" baseline="0" noProof="1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Poppins"/>
            </a:endParaRPr>
          </a:p>
        </p:txBody>
      </p:sp>
      <p:sp>
        <p:nvSpPr>
          <p:cNvPr id="27" name="Prostokąt: zaokrąglone rogi 51">
            <a:extLst>
              <a:ext uri="{FF2B5EF4-FFF2-40B4-BE49-F238E27FC236}">
                <a16:creationId xmlns:a16="http://schemas.microsoft.com/office/drawing/2014/main" id="{72E3C404-7053-7C57-AFCD-99ABB6B402A2}"/>
              </a:ext>
            </a:extLst>
          </p:cNvPr>
          <p:cNvSpPr/>
          <p:nvPr/>
        </p:nvSpPr>
        <p:spPr>
          <a:xfrm>
            <a:off x="1012336" y="5237582"/>
            <a:ext cx="1383833" cy="643547"/>
          </a:xfrm>
          <a:prstGeom prst="roundRect">
            <a:avLst/>
          </a:prstGeom>
          <a:solidFill>
            <a:srgbClr val="F1EEF2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100"/>
              <a:buFont typeface="Arial"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1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Poppins"/>
              </a:rPr>
              <a:t>Business SMEs</a:t>
            </a:r>
          </a:p>
        </p:txBody>
      </p:sp>
      <p:sp>
        <p:nvSpPr>
          <p:cNvPr id="32" name="Prostokąt: zaokrąglone rogi 63">
            <a:extLst>
              <a:ext uri="{FF2B5EF4-FFF2-40B4-BE49-F238E27FC236}">
                <a16:creationId xmlns:a16="http://schemas.microsoft.com/office/drawing/2014/main" id="{8146EE81-CE86-54AE-ACA9-74BCA839F239}"/>
              </a:ext>
            </a:extLst>
          </p:cNvPr>
          <p:cNvSpPr/>
          <p:nvPr/>
        </p:nvSpPr>
        <p:spPr>
          <a:xfrm>
            <a:off x="921907" y="1508816"/>
            <a:ext cx="1383833" cy="328174"/>
          </a:xfrm>
          <a:prstGeom prst="roundRect">
            <a:avLst/>
          </a:prstGeom>
          <a:noFill/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1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Client Team</a:t>
            </a:r>
          </a:p>
        </p:txBody>
      </p:sp>
      <p:sp>
        <p:nvSpPr>
          <p:cNvPr id="33" name="Google Shape;1600;p93">
            <a:extLst>
              <a:ext uri="{FF2B5EF4-FFF2-40B4-BE49-F238E27FC236}">
                <a16:creationId xmlns:a16="http://schemas.microsoft.com/office/drawing/2014/main" id="{0E7860B4-13F8-877F-CD8E-0BE54D3D99A9}"/>
              </a:ext>
            </a:extLst>
          </p:cNvPr>
          <p:cNvSpPr/>
          <p:nvPr/>
        </p:nvSpPr>
        <p:spPr>
          <a:xfrm>
            <a:off x="5727962" y="3933412"/>
            <a:ext cx="1065247" cy="338492"/>
          </a:xfrm>
          <a:prstGeom prst="roundRect">
            <a:avLst>
              <a:gd name="adj" fmla="val 16667"/>
            </a:avLst>
          </a:prstGeom>
          <a:solidFill>
            <a:srgbClr val="DBD2DA"/>
          </a:solidFill>
          <a:ln>
            <a:solidFill>
              <a:srgbClr val="5C4F61"/>
            </a:solidFill>
          </a:ln>
        </p:spPr>
        <p:txBody>
          <a:bodyPr spcFirstLastPara="1" wrap="square" lIns="121900" tIns="60933" rIns="121900" bIns="60933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SzPts val="1100"/>
            </a:pPr>
            <a:r>
              <a:rPr lang="en-US" sz="800" b="1" noProof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  <a:sym typeface="Poppins"/>
              </a:rPr>
              <a:t>Backend Engineer</a:t>
            </a:r>
          </a:p>
        </p:txBody>
      </p:sp>
      <p:sp>
        <p:nvSpPr>
          <p:cNvPr id="34" name="Google Shape;1600;p93">
            <a:extLst>
              <a:ext uri="{FF2B5EF4-FFF2-40B4-BE49-F238E27FC236}">
                <a16:creationId xmlns:a16="http://schemas.microsoft.com/office/drawing/2014/main" id="{46CF5B58-D35D-9748-EF2D-D92768497B35}"/>
              </a:ext>
            </a:extLst>
          </p:cNvPr>
          <p:cNvSpPr/>
          <p:nvPr/>
        </p:nvSpPr>
        <p:spPr>
          <a:xfrm>
            <a:off x="5727962" y="3466161"/>
            <a:ext cx="1065247" cy="338493"/>
          </a:xfrm>
          <a:prstGeom prst="roundRect">
            <a:avLst>
              <a:gd name="adj" fmla="val 16667"/>
            </a:avLst>
          </a:prstGeom>
          <a:solidFill>
            <a:srgbClr val="DBD2DA"/>
          </a:solidFill>
          <a:ln>
            <a:solidFill>
              <a:srgbClr val="5C4F61"/>
            </a:solidFill>
          </a:ln>
        </p:spPr>
        <p:txBody>
          <a:bodyPr spcFirstLastPara="1" wrap="square" lIns="121900" tIns="60933" rIns="121900" bIns="60933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SzPts val="1100"/>
            </a:pPr>
            <a:r>
              <a:rPr lang="en-US" sz="800" b="1" noProof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  <a:sym typeface="Poppins"/>
              </a:rPr>
              <a:t>Frontend Engineer</a:t>
            </a:r>
          </a:p>
        </p:txBody>
      </p:sp>
      <p:cxnSp>
        <p:nvCxnSpPr>
          <p:cNvPr id="40" name="Google Shape;1589;p93">
            <a:extLst>
              <a:ext uri="{FF2B5EF4-FFF2-40B4-BE49-F238E27FC236}">
                <a16:creationId xmlns:a16="http://schemas.microsoft.com/office/drawing/2014/main" id="{D2A42FCC-266C-DC50-FAF6-4F0825B2A979}"/>
              </a:ext>
            </a:extLst>
          </p:cNvPr>
          <p:cNvCxnSpPr>
            <a:cxnSpLocks/>
            <a:stCxn id="7" idx="2"/>
            <a:endCxn id="56" idx="0"/>
          </p:cNvCxnSpPr>
          <p:nvPr/>
        </p:nvCxnSpPr>
        <p:spPr>
          <a:xfrm rot="5400000">
            <a:off x="7712995" y="2297028"/>
            <a:ext cx="777694" cy="621716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ADADA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1" name="Google Shape;1587;p93">
            <a:extLst>
              <a:ext uri="{FF2B5EF4-FFF2-40B4-BE49-F238E27FC236}">
                <a16:creationId xmlns:a16="http://schemas.microsoft.com/office/drawing/2014/main" id="{13915544-314D-600B-4395-DBA6AC3621C3}"/>
              </a:ext>
            </a:extLst>
          </p:cNvPr>
          <p:cNvSpPr/>
          <p:nvPr/>
        </p:nvSpPr>
        <p:spPr>
          <a:xfrm>
            <a:off x="9646362" y="6282725"/>
            <a:ext cx="309942" cy="230833"/>
          </a:xfrm>
          <a:prstGeom prst="roundRect">
            <a:avLst>
              <a:gd name="adj" fmla="val 16667"/>
            </a:avLst>
          </a:prstGeom>
          <a:solidFill>
            <a:srgbClr val="DBD2DA"/>
          </a:solidFill>
          <a:ln>
            <a:solidFill>
              <a:srgbClr val="5C4F61"/>
            </a:solidFill>
          </a:ln>
        </p:spPr>
        <p:txBody>
          <a:bodyPr spcFirstLastPara="1" wrap="square" lIns="121900" tIns="60933" rIns="121900" bIns="60933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100"/>
              <a:buFont typeface="Arial"/>
              <a:buNone/>
              <a:tabLst/>
              <a:defRPr/>
            </a:pPr>
            <a:endParaRPr kumimoji="0" lang="en-US" sz="800" b="1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highlight>
                <a:srgbClr val="FFFF00"/>
              </a:highlight>
              <a:uLnTx/>
              <a:uFillTx/>
              <a:latin typeface="Arial" panose="020B0604020202020204" pitchFamily="34" charset="0"/>
              <a:ea typeface="Poppins"/>
              <a:cs typeface="Arial" panose="020B0604020202020204" pitchFamily="34" charset="0"/>
              <a:sym typeface="Poppins"/>
            </a:endParaRPr>
          </a:p>
        </p:txBody>
      </p:sp>
      <p:sp>
        <p:nvSpPr>
          <p:cNvPr id="42" name="Google Shape;1600;p93">
            <a:extLst>
              <a:ext uri="{FF2B5EF4-FFF2-40B4-BE49-F238E27FC236}">
                <a16:creationId xmlns:a16="http://schemas.microsoft.com/office/drawing/2014/main" id="{D012EFED-3033-255A-AFF7-C57AAC39C077}"/>
              </a:ext>
            </a:extLst>
          </p:cNvPr>
          <p:cNvSpPr/>
          <p:nvPr/>
        </p:nvSpPr>
        <p:spPr>
          <a:xfrm>
            <a:off x="9646362" y="5826427"/>
            <a:ext cx="309942" cy="230227"/>
          </a:xfrm>
          <a:prstGeom prst="roundRect">
            <a:avLst>
              <a:gd name="adj" fmla="val 16667"/>
            </a:avLst>
          </a:prstGeom>
          <a:solidFill>
            <a:srgbClr val="9D92B3"/>
          </a:solidFill>
          <a:ln>
            <a:solidFill>
              <a:srgbClr val="5C4F61"/>
            </a:solidFill>
          </a:ln>
        </p:spPr>
        <p:txBody>
          <a:bodyPr spcFirstLastPara="1" wrap="square" lIns="121900" tIns="60933" rIns="121900" bIns="60933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100"/>
              <a:buFont typeface="Arial"/>
              <a:buNone/>
              <a:tabLst/>
              <a:defRPr/>
            </a:pPr>
            <a:endParaRPr kumimoji="0" lang="en-US" sz="8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highlight>
                <a:srgbClr val="FFFF00"/>
              </a:highlight>
              <a:uLnTx/>
              <a:uFillTx/>
              <a:ea typeface="Poppins"/>
              <a:sym typeface="Poppins"/>
            </a:endParaRPr>
          </a:p>
        </p:txBody>
      </p:sp>
      <p:sp>
        <p:nvSpPr>
          <p:cNvPr id="43" name="pole tekstowe 97">
            <a:extLst>
              <a:ext uri="{FF2B5EF4-FFF2-40B4-BE49-F238E27FC236}">
                <a16:creationId xmlns:a16="http://schemas.microsoft.com/office/drawing/2014/main" id="{BC463DAC-4C71-609A-6848-7B3DC8E12CD7}"/>
              </a:ext>
            </a:extLst>
          </p:cNvPr>
          <p:cNvSpPr txBox="1"/>
          <p:nvPr/>
        </p:nvSpPr>
        <p:spPr>
          <a:xfrm>
            <a:off x="10046838" y="5826427"/>
            <a:ext cx="175230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noProof="1">
                <a:solidFill>
                  <a:schemeClr val="accent6"/>
                </a:solidFill>
              </a:rPr>
              <a:t>Netherlands based team</a:t>
            </a:r>
          </a:p>
        </p:txBody>
      </p:sp>
      <p:sp>
        <p:nvSpPr>
          <p:cNvPr id="44" name="pole tekstowe 98">
            <a:extLst>
              <a:ext uri="{FF2B5EF4-FFF2-40B4-BE49-F238E27FC236}">
                <a16:creationId xmlns:a16="http://schemas.microsoft.com/office/drawing/2014/main" id="{B9E6BCE8-6289-16C6-D65B-727D764E40E1}"/>
              </a:ext>
            </a:extLst>
          </p:cNvPr>
          <p:cNvSpPr txBox="1"/>
          <p:nvPr/>
        </p:nvSpPr>
        <p:spPr>
          <a:xfrm>
            <a:off x="10046838" y="6260066"/>
            <a:ext cx="175230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noProof="1">
                <a:solidFill>
                  <a:schemeClr val="accent6"/>
                </a:solidFill>
              </a:rPr>
              <a:t>Poland based team</a:t>
            </a:r>
          </a:p>
        </p:txBody>
      </p:sp>
      <p:sp>
        <p:nvSpPr>
          <p:cNvPr id="56" name="Google Shape;1600;p93">
            <a:extLst>
              <a:ext uri="{FF2B5EF4-FFF2-40B4-BE49-F238E27FC236}">
                <a16:creationId xmlns:a16="http://schemas.microsoft.com/office/drawing/2014/main" id="{0DF0E02A-6906-F4DD-6DCB-540097D427C6}"/>
              </a:ext>
            </a:extLst>
          </p:cNvPr>
          <p:cNvSpPr/>
          <p:nvPr/>
        </p:nvSpPr>
        <p:spPr>
          <a:xfrm>
            <a:off x="7258360" y="2996733"/>
            <a:ext cx="1065247" cy="337604"/>
          </a:xfrm>
          <a:prstGeom prst="roundRect">
            <a:avLst>
              <a:gd name="adj" fmla="val 16667"/>
            </a:avLst>
          </a:prstGeom>
          <a:solidFill>
            <a:srgbClr val="DBD2DA"/>
          </a:solidFill>
          <a:ln>
            <a:solidFill>
              <a:srgbClr val="5C4F61"/>
            </a:solidFill>
          </a:ln>
        </p:spPr>
        <p:txBody>
          <a:bodyPr spcFirstLastPara="1" wrap="square" lIns="121900" tIns="60933" rIns="121900" bIns="60933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SzPts val="1100"/>
            </a:pPr>
            <a:r>
              <a:rPr lang="en-US" sz="800" b="1" noProof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Architect</a:t>
            </a:r>
          </a:p>
        </p:txBody>
      </p:sp>
      <p:sp>
        <p:nvSpPr>
          <p:cNvPr id="57" name="Google Shape;1600;p93">
            <a:extLst>
              <a:ext uri="{FF2B5EF4-FFF2-40B4-BE49-F238E27FC236}">
                <a16:creationId xmlns:a16="http://schemas.microsoft.com/office/drawing/2014/main" id="{AD821FC4-9EA7-B1E2-77E3-8E8B0766CAD1}"/>
              </a:ext>
            </a:extLst>
          </p:cNvPr>
          <p:cNvSpPr/>
          <p:nvPr/>
        </p:nvSpPr>
        <p:spPr>
          <a:xfrm>
            <a:off x="7258360" y="3461087"/>
            <a:ext cx="1065247" cy="337604"/>
          </a:xfrm>
          <a:prstGeom prst="roundRect">
            <a:avLst>
              <a:gd name="adj" fmla="val 16667"/>
            </a:avLst>
          </a:prstGeom>
          <a:solidFill>
            <a:srgbClr val="DBD2DA"/>
          </a:solidFill>
          <a:ln>
            <a:solidFill>
              <a:srgbClr val="5C4F61"/>
            </a:solidFill>
          </a:ln>
        </p:spPr>
        <p:txBody>
          <a:bodyPr spcFirstLastPara="1" wrap="square" lIns="121900" tIns="60933" rIns="121900" bIns="60933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SzPts val="1100"/>
            </a:pPr>
            <a:r>
              <a:rPr lang="en-US" sz="800" b="1" noProof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Scientist / Engineer</a:t>
            </a:r>
          </a:p>
        </p:txBody>
      </p:sp>
      <p:sp>
        <p:nvSpPr>
          <p:cNvPr id="58" name="Google Shape;1600;p93">
            <a:extLst>
              <a:ext uri="{FF2B5EF4-FFF2-40B4-BE49-F238E27FC236}">
                <a16:creationId xmlns:a16="http://schemas.microsoft.com/office/drawing/2014/main" id="{1AA34433-5A51-664D-8F1F-A854FBE9FDA7}"/>
              </a:ext>
            </a:extLst>
          </p:cNvPr>
          <p:cNvSpPr/>
          <p:nvPr/>
        </p:nvSpPr>
        <p:spPr>
          <a:xfrm>
            <a:off x="7258360" y="3933412"/>
            <a:ext cx="1065247" cy="337604"/>
          </a:xfrm>
          <a:prstGeom prst="roundRect">
            <a:avLst>
              <a:gd name="adj" fmla="val 16667"/>
            </a:avLst>
          </a:prstGeom>
          <a:solidFill>
            <a:srgbClr val="DBD2DA"/>
          </a:solidFill>
          <a:ln>
            <a:solidFill>
              <a:srgbClr val="5C4F61"/>
            </a:solidFill>
          </a:ln>
        </p:spPr>
        <p:txBody>
          <a:bodyPr spcFirstLastPara="1" wrap="square" lIns="121900" tIns="60933" rIns="121900" bIns="60933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SzPts val="1100"/>
            </a:pPr>
            <a:r>
              <a:rPr lang="en-US" sz="800" b="1" noProof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Scientist / Engineer</a:t>
            </a:r>
          </a:p>
        </p:txBody>
      </p:sp>
      <p:sp>
        <p:nvSpPr>
          <p:cNvPr id="74" name="Google Shape;1590;p93">
            <a:extLst>
              <a:ext uri="{FF2B5EF4-FFF2-40B4-BE49-F238E27FC236}">
                <a16:creationId xmlns:a16="http://schemas.microsoft.com/office/drawing/2014/main" id="{A2A7B979-77BB-99F8-DF58-8CDFDDEF5FA6}"/>
              </a:ext>
            </a:extLst>
          </p:cNvPr>
          <p:cNvSpPr/>
          <p:nvPr/>
        </p:nvSpPr>
        <p:spPr>
          <a:xfrm rot="5400000">
            <a:off x="7717901" y="4334398"/>
            <a:ext cx="146166" cy="1172546"/>
          </a:xfrm>
          <a:prstGeom prst="rightBrace">
            <a:avLst>
              <a:gd name="adj1" fmla="val 50000"/>
              <a:gd name="adj2" fmla="val 49813"/>
            </a:avLst>
          </a:prstGeom>
          <a:noFill/>
          <a:ln w="9525" cap="flat" cmpd="sng">
            <a:solidFill>
              <a:srgbClr val="6F216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lang="en-US" sz="1867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</p:txBody>
      </p:sp>
      <p:sp>
        <p:nvSpPr>
          <p:cNvPr id="75" name="Google Shape;1590;p93">
            <a:extLst>
              <a:ext uri="{FF2B5EF4-FFF2-40B4-BE49-F238E27FC236}">
                <a16:creationId xmlns:a16="http://schemas.microsoft.com/office/drawing/2014/main" id="{1ED8FEE5-261A-A680-AE4A-228C1D4F53D4}"/>
              </a:ext>
            </a:extLst>
          </p:cNvPr>
          <p:cNvSpPr/>
          <p:nvPr/>
        </p:nvSpPr>
        <p:spPr>
          <a:xfrm rot="5400000">
            <a:off x="10038135" y="3582015"/>
            <a:ext cx="136441" cy="2687042"/>
          </a:xfrm>
          <a:prstGeom prst="rightBrace">
            <a:avLst>
              <a:gd name="adj1" fmla="val 50000"/>
              <a:gd name="adj2" fmla="val 49813"/>
            </a:avLst>
          </a:prstGeom>
          <a:noFill/>
          <a:ln w="9525" cap="flat" cmpd="sng">
            <a:solidFill>
              <a:srgbClr val="6F216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lang="en-US" sz="1867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</p:txBody>
      </p:sp>
      <p:sp>
        <p:nvSpPr>
          <p:cNvPr id="76" name="Google Shape;1595;p93">
            <a:extLst>
              <a:ext uri="{FF2B5EF4-FFF2-40B4-BE49-F238E27FC236}">
                <a16:creationId xmlns:a16="http://schemas.microsoft.com/office/drawing/2014/main" id="{834F6A00-FDDD-5CAA-8F9C-CA29AE7E9C86}"/>
              </a:ext>
            </a:extLst>
          </p:cNvPr>
          <p:cNvSpPr txBox="1"/>
          <p:nvPr/>
        </p:nvSpPr>
        <p:spPr>
          <a:xfrm>
            <a:off x="7204711" y="5135247"/>
            <a:ext cx="1172546" cy="1846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1">
                <a:ln>
                  <a:noFill/>
                </a:ln>
                <a:solidFill>
                  <a:srgbClr val="6C1D5F"/>
                </a:solidFill>
                <a:effectLst/>
                <a:uLnTx/>
                <a:uFillTx/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Data Team</a:t>
            </a:r>
          </a:p>
        </p:txBody>
      </p:sp>
      <p:sp>
        <p:nvSpPr>
          <p:cNvPr id="77" name="Google Shape;1595;p93">
            <a:extLst>
              <a:ext uri="{FF2B5EF4-FFF2-40B4-BE49-F238E27FC236}">
                <a16:creationId xmlns:a16="http://schemas.microsoft.com/office/drawing/2014/main" id="{EDC5E275-FB22-416E-1BDC-0311E45B852D}"/>
              </a:ext>
            </a:extLst>
          </p:cNvPr>
          <p:cNvSpPr txBox="1"/>
          <p:nvPr/>
        </p:nvSpPr>
        <p:spPr>
          <a:xfrm>
            <a:off x="8755325" y="5114911"/>
            <a:ext cx="2694552" cy="1846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1">
                <a:ln>
                  <a:noFill/>
                </a:ln>
                <a:solidFill>
                  <a:srgbClr val="6C1D5F"/>
                </a:solidFill>
                <a:effectLst/>
                <a:uLnTx/>
                <a:uFillTx/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Supporting Roles</a:t>
            </a:r>
          </a:p>
        </p:txBody>
      </p: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BB2FC8EB-6842-27DC-392B-B0396AC59044}"/>
              </a:ext>
            </a:extLst>
          </p:cNvPr>
          <p:cNvCxnSpPr>
            <a:cxnSpLocks/>
          </p:cNvCxnSpPr>
          <p:nvPr/>
        </p:nvCxnSpPr>
        <p:spPr>
          <a:xfrm>
            <a:off x="3306871" y="3355063"/>
            <a:ext cx="1993721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Google Shape;1600;p93">
            <a:extLst>
              <a:ext uri="{FF2B5EF4-FFF2-40B4-BE49-F238E27FC236}">
                <a16:creationId xmlns:a16="http://schemas.microsoft.com/office/drawing/2014/main" id="{72D1E3E8-3156-A3B7-FA4E-DE914FC2DA8B}"/>
              </a:ext>
            </a:extLst>
          </p:cNvPr>
          <p:cNvSpPr/>
          <p:nvPr/>
        </p:nvSpPr>
        <p:spPr>
          <a:xfrm>
            <a:off x="7258359" y="4380073"/>
            <a:ext cx="1065247" cy="337604"/>
          </a:xfrm>
          <a:prstGeom prst="roundRect">
            <a:avLst>
              <a:gd name="adj" fmla="val 16667"/>
            </a:avLst>
          </a:prstGeom>
          <a:solidFill>
            <a:srgbClr val="DBD2DA"/>
          </a:solidFill>
          <a:ln>
            <a:solidFill>
              <a:srgbClr val="5C4F61"/>
            </a:solidFill>
          </a:ln>
        </p:spPr>
        <p:txBody>
          <a:bodyPr spcFirstLastPara="1" wrap="square" lIns="121900" tIns="60933" rIns="121900" bIns="60933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SzPts val="1100"/>
            </a:pPr>
            <a:r>
              <a:rPr lang="en-US" sz="800" b="1" noProof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Scientist / Engineer</a:t>
            </a:r>
          </a:p>
        </p:txBody>
      </p:sp>
    </p:spTree>
    <p:extLst>
      <p:ext uri="{BB962C8B-B14F-4D97-AF65-F5344CB8AC3E}">
        <p14:creationId xmlns:p14="http://schemas.microsoft.com/office/powerpoint/2010/main" val="27976618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0a0acd5-61c4-4018-b951-c082e5b75858" xsi:nil="true"/>
    <lcf76f155ced4ddcb4097134ff3c332f xmlns="c559e707-c4dc-481c-8f20-1390d9b1763d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8AB178B1C63764FB69DC687AF91F3C3" ma:contentTypeVersion="14" ma:contentTypeDescription="Een nieuw document maken." ma:contentTypeScope="" ma:versionID="34baedd750c5ac2de39e17369f75ff4a">
  <xsd:schema xmlns:xsd="http://www.w3.org/2001/XMLSchema" xmlns:xs="http://www.w3.org/2001/XMLSchema" xmlns:p="http://schemas.microsoft.com/office/2006/metadata/properties" xmlns:ns2="c559e707-c4dc-481c-8f20-1390d9b1763d" xmlns:ns3="20a0acd5-61c4-4018-b951-c082e5b75858" targetNamespace="http://schemas.microsoft.com/office/2006/metadata/properties" ma:root="true" ma:fieldsID="94b6d483c48ce3ecd8a1cc1f7c9283d7" ns2:_="" ns3:_="">
    <xsd:import namespace="c559e707-c4dc-481c-8f20-1390d9b1763d"/>
    <xsd:import namespace="20a0acd5-61c4-4018-b951-c082e5b7585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559e707-c4dc-481c-8f20-1390d9b1763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6" nillable="true" ma:displayName="Location" ma:indexed="true" ma:internalName="MediaServiceLocation" ma:readOnly="true">
      <xsd:simpleType>
        <xsd:restriction base="dms:Text"/>
      </xsd:simpleType>
    </xsd:element>
    <xsd:element name="lcf76f155ced4ddcb4097134ff3c332f" ma:index="18" nillable="true" ma:taxonomy="true" ma:internalName="lcf76f155ced4ddcb4097134ff3c332f" ma:taxonomyFieldName="MediaServiceImageTags" ma:displayName="Afbeeldingtags" ma:readOnly="false" ma:fieldId="{5cf76f15-5ced-4ddc-b409-7134ff3c332f}" ma:taxonomyMulti="true" ma:sspId="28eca5aa-3823-4333-92a0-adf3de86d96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BillingMetadata" ma:index="2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0a0acd5-61c4-4018-b951-c082e5b75858" elementFormDefault="qualified">
    <xsd:import namespace="http://schemas.microsoft.com/office/2006/documentManagement/types"/>
    <xsd:import namespace="http://schemas.microsoft.com/office/infopath/2007/PartnerControls"/>
    <xsd:element name="TaxCatchAll" ma:index="19" nillable="true" ma:displayName="Taxonomy Catch All Column" ma:hidden="true" ma:list="{426fe27f-2603-4c92-a102-685a412d01be}" ma:internalName="TaxCatchAll" ma:showField="CatchAllData" ma:web="20a0acd5-61c4-4018-b951-c082e5b7585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8E6CCE6-7CC7-4296-90F4-182D4F645053}">
  <ds:schemaRefs>
    <ds:schemaRef ds:uri="http://schemas.microsoft.com/office/2006/metadata/properties"/>
    <ds:schemaRef ds:uri="http://schemas.microsoft.com/office/infopath/2007/PartnerControls"/>
    <ds:schemaRef ds:uri="20a0acd5-61c4-4018-b951-c082e5b75858"/>
    <ds:schemaRef ds:uri="c559e707-c4dc-481c-8f20-1390d9b1763d"/>
  </ds:schemaRefs>
</ds:datastoreItem>
</file>

<file path=customXml/itemProps2.xml><?xml version="1.0" encoding="utf-8"?>
<ds:datastoreItem xmlns:ds="http://schemas.openxmlformats.org/officeDocument/2006/customXml" ds:itemID="{5BAB73E1-6FF4-4BA7-916B-05FFE28E663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559e707-c4dc-481c-8f20-1390d9b1763d"/>
    <ds:schemaRef ds:uri="20a0acd5-61c4-4018-b951-c082e5b7585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09EF2CE-BA77-45FC-8C71-8CE23FAE02E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Proposed team set-up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</cp:revision>
  <dcterms:created xsi:type="dcterms:W3CDTF">2026-01-23T11:34:37Z</dcterms:created>
  <dcterms:modified xsi:type="dcterms:W3CDTF">2026-01-23T11:35:09Z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0x01010038AB178B1C63764FB69DC687AF91F3C3</vt:lpwstr>
  </property>
  <property fmtid="{D5CDD505-2E9C-101B-9397-08002B2CF9AE}" pid="3" name="MediaServiceImageTags">
    <vt:lpwstr/>
  </property>
</Properties>
</file>